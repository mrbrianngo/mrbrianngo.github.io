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8" r:id="rId6"/>
    <p:sldMasterId id="2147483709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</p:sldIdLst>
  <p:sldSz cy="5143500" cx="9144000"/>
  <p:notesSz cx="6858000" cy="9144000"/>
  <p:embeddedFontLst>
    <p:embeddedFont>
      <p:font typeface="Bebas Neue"/>
      <p:regular r:id="rId20"/>
    </p:embeddedFont>
    <p:embeddedFont>
      <p:font typeface="Archivo Black"/>
      <p:regular r:id="rId21"/>
    </p:embeddedFont>
    <p:embeddedFont>
      <p:font typeface="Comfortaa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3" name="Brian Ngo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0DE72A-6F2A-420D-8FC9-8BCEC20DC8F5}">
  <a:tblStyle styleId="{510DE72A-6F2A-420D-8FC9-8BCEC20DC8F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1.xml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7" Type="http://schemas.openxmlformats.org/officeDocument/2006/relationships/slideMaster" Target="slideMasters/slideMaster2.xml"/><Relationship Id="rId8" Type="http://schemas.openxmlformats.org/officeDocument/2006/relationships/notesMaster" Target="notesMasters/notesMaster1.xml"/><Relationship Id="rId20" Type="http://schemas.openxmlformats.org/officeDocument/2006/relationships/font" Target="fonts/BebasNeue-regular.fntdata"/><Relationship Id="rId22" Type="http://schemas.openxmlformats.org/officeDocument/2006/relationships/font" Target="fonts/Comfortaa-regular.fntdata"/><Relationship Id="rId21" Type="http://schemas.openxmlformats.org/officeDocument/2006/relationships/font" Target="fonts/ArchivoBlack-regular.fntdata"/><Relationship Id="rId23" Type="http://schemas.openxmlformats.org/officeDocument/2006/relationships/font" Target="fonts/Comfortaa-bold.fntdata"/><Relationship Id="rId11" Type="http://schemas.openxmlformats.org/officeDocument/2006/relationships/slide" Target="slides/slide3.xml"/><Relationship Id="rId10" Type="http://schemas.openxmlformats.org/officeDocument/2006/relationships/slide" Target="slides/slide2.xml"/><Relationship Id="rId13" Type="http://schemas.openxmlformats.org/officeDocument/2006/relationships/slide" Target="slides/slide5.xml"/><Relationship Id="rId12" Type="http://schemas.openxmlformats.org/officeDocument/2006/relationships/slide" Target="slides/slide4.xml"/><Relationship Id="rId15" Type="http://schemas.openxmlformats.org/officeDocument/2006/relationships/slide" Target="slides/slide7.xml"/><Relationship Id="rId14" Type="http://schemas.openxmlformats.org/officeDocument/2006/relationships/slide" Target="slides/slide6.xml"/><Relationship Id="rId17" Type="http://schemas.openxmlformats.org/officeDocument/2006/relationships/slide" Target="slides/slide9.xml"/><Relationship Id="rId16" Type="http://schemas.openxmlformats.org/officeDocument/2006/relationships/slide" Target="slides/slide8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5-05-12T19:56:07.834">
    <p:pos x="261" y="687"/>
    <p:text>Steiger, H. J., Aaslid, R., Keller, S., &amp; Reulen, H. J. (1989). Strength, elasticity and viscoelastic properties of cerebral aneurysms. Heart and vessels, 5(1), 41–46. https://doi.org/10.1007/BF02058357</p:text>
  </p:cm>
  <p:cm authorId="0" idx="2" dt="2025-05-12T19:55:43.950">
    <p:pos x="261" y="787"/>
    <p:text>Humphrey, J., Canham, P. Structure, Mechanical Properties, and Mechanics of Intracranial Saccular Aneurysms. Journal of Elasticity 61, 49–81 (2000). https://doi.org/10.1023/A:1010989418250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5-05-12T20:10:14.005">
    <p:pos x="205" y="942"/>
    <p:text>Lawton, Michael T. M.D.; Ho, James C. Ph.D.; Bichard, William D.; Coons, Stephen W. M.D.; Zabramski, Joseph M. M.D.; Spetzler, Robert F. M.D.. Titanium Aneurysm Clips: Part I-Mechanical, Radiological, and Biocompatibility Testing. Neurosurgery 38(6):p 1158-1164, June 1996.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0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091;g357ad5993ee_0_38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2" name="Google Shape;1092;g357ad5993ee_0_38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6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Google Shape;1167;g357ad5993ee_2_12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8" name="Google Shape;1168;g357ad5993ee_2_12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57ad5993ee_2_12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4" name="Google Shape;1174;g357ad5993ee_2_12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0" name="Shape 1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g357ad5993ee_0_39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2" name="Google Shape;1182;g357ad5993ee_0_39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9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Google Shape;1190;g357ad5993ee_0_40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1" name="Google Shape;1191;g357ad5993ee_0_40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Brian slides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9" name="Shape 1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Google Shape;1200;g357ad5993ee_0_5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1" name="Google Shape;1201;g357ad5993ee_0_5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7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357ad5993ee_0_39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357ad5993ee_0_39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2" name="Shape 1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3" name="Google Shape;1243;g357ad5993ee_0_39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4" name="Google Shape;1244;g357ad5993ee_0_39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9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Google Shape;1270;g357620d1eaa_3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1" name="Google Shape;1271;g357620d1eaa_3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8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Google Shape;1289;g357ad5993ee_2_12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0" name="Google Shape;1290;g357ad5993ee_2_1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4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357ad5993ee_0_40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357ad5993ee_0_40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767200" y="1499738"/>
            <a:ext cx="4661100" cy="153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8500"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spcBef>
                <a:spcPts val="20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767200" y="3154424"/>
            <a:ext cx="4661100" cy="40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7" name="Google Shape;57;p14"/>
          <p:cNvSpPr/>
          <p:nvPr/>
        </p:nvSpPr>
        <p:spPr>
          <a:xfrm>
            <a:off x="299801" y="999194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4"/>
          <p:cNvSpPr/>
          <p:nvPr/>
        </p:nvSpPr>
        <p:spPr>
          <a:xfrm flipH="1">
            <a:off x="5914460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4"/>
          <p:cNvSpPr/>
          <p:nvPr/>
        </p:nvSpPr>
        <p:spPr>
          <a:xfrm flipH="1">
            <a:off x="4246038" y="4746665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4"/>
          <p:cNvSpPr/>
          <p:nvPr/>
        </p:nvSpPr>
        <p:spPr>
          <a:xfrm rot="5735881">
            <a:off x="7022084" y="48115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 flipH="1">
            <a:off x="8644681" y="257890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4"/>
          <p:cNvSpPr/>
          <p:nvPr/>
        </p:nvSpPr>
        <p:spPr>
          <a:xfrm>
            <a:off x="948512" y="289764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/>
          <p:nvPr/>
        </p:nvSpPr>
        <p:spPr>
          <a:xfrm flipH="1">
            <a:off x="1615123" y="4262367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4"/>
          <p:cNvSpPr/>
          <p:nvPr/>
        </p:nvSpPr>
        <p:spPr>
          <a:xfrm flipH="1">
            <a:off x="5090631" y="837601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056400" y="927775"/>
            <a:ext cx="5049000" cy="53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7" name="Google Shape;67;p15"/>
          <p:cNvSpPr txBox="1"/>
          <p:nvPr>
            <p:ph hasCustomPrompt="1" idx="2" type="title"/>
          </p:nvPr>
        </p:nvSpPr>
        <p:spPr>
          <a:xfrm>
            <a:off x="1407525" y="976275"/>
            <a:ext cx="1331700" cy="82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/>
          <p:nvPr>
            <p:ph idx="1" type="subTitle"/>
          </p:nvPr>
        </p:nvSpPr>
        <p:spPr>
          <a:xfrm>
            <a:off x="3056400" y="1556377"/>
            <a:ext cx="4680000" cy="61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5"/>
          <p:cNvSpPr/>
          <p:nvPr/>
        </p:nvSpPr>
        <p:spPr>
          <a:xfrm>
            <a:off x="-13048" y="2051750"/>
            <a:ext cx="9170088" cy="3115067"/>
          </a:xfrm>
          <a:custGeom>
            <a:rect b="b" l="l" r="r" t="t"/>
            <a:pathLst>
              <a:path extrusionOk="0" h="115437" w="285317">
                <a:moveTo>
                  <a:pt x="1114" y="1"/>
                </a:moveTo>
                <a:cubicBezTo>
                  <a:pt x="743" y="1"/>
                  <a:pt x="371" y="4"/>
                  <a:pt x="0" y="10"/>
                </a:cubicBezTo>
                <a:lnTo>
                  <a:pt x="0" y="115437"/>
                </a:lnTo>
                <a:lnTo>
                  <a:pt x="285316" y="115437"/>
                </a:lnTo>
                <a:lnTo>
                  <a:pt x="285316" y="16649"/>
                </a:lnTo>
                <a:cubicBezTo>
                  <a:pt x="275981" y="17517"/>
                  <a:pt x="266737" y="22219"/>
                  <a:pt x="260505" y="29363"/>
                </a:cubicBezTo>
                <a:cubicBezTo>
                  <a:pt x="255233" y="35366"/>
                  <a:pt x="250873" y="43355"/>
                  <a:pt x="243067" y="45021"/>
                </a:cubicBezTo>
                <a:cubicBezTo>
                  <a:pt x="241949" y="45253"/>
                  <a:pt x="240817" y="45339"/>
                  <a:pt x="239680" y="45339"/>
                </a:cubicBezTo>
                <a:cubicBezTo>
                  <a:pt x="237914" y="45339"/>
                  <a:pt x="236134" y="45133"/>
                  <a:pt x="234370" y="44952"/>
                </a:cubicBezTo>
                <a:cubicBezTo>
                  <a:pt x="231734" y="44685"/>
                  <a:pt x="229019" y="44498"/>
                  <a:pt x="226316" y="44498"/>
                </a:cubicBezTo>
                <a:cubicBezTo>
                  <a:pt x="219329" y="44498"/>
                  <a:pt x="212416" y="45750"/>
                  <a:pt x="207117" y="50111"/>
                </a:cubicBezTo>
                <a:cubicBezTo>
                  <a:pt x="200087" y="55886"/>
                  <a:pt x="197850" y="65495"/>
                  <a:pt x="194997" y="74169"/>
                </a:cubicBezTo>
                <a:cubicBezTo>
                  <a:pt x="192166" y="82842"/>
                  <a:pt x="187168" y="92178"/>
                  <a:pt x="178288" y="94255"/>
                </a:cubicBezTo>
                <a:cubicBezTo>
                  <a:pt x="177041" y="94543"/>
                  <a:pt x="175796" y="94669"/>
                  <a:pt x="174551" y="94669"/>
                </a:cubicBezTo>
                <a:cubicBezTo>
                  <a:pt x="165708" y="94669"/>
                  <a:pt x="156917" y="88301"/>
                  <a:pt x="148045" y="88301"/>
                </a:cubicBezTo>
                <a:cubicBezTo>
                  <a:pt x="146875" y="88301"/>
                  <a:pt x="145703" y="88412"/>
                  <a:pt x="144530" y="88663"/>
                </a:cubicBezTo>
                <a:cubicBezTo>
                  <a:pt x="141060" y="89393"/>
                  <a:pt x="137956" y="91333"/>
                  <a:pt x="134646" y="92612"/>
                </a:cubicBezTo>
                <a:cubicBezTo>
                  <a:pt x="131720" y="93737"/>
                  <a:pt x="128631" y="94264"/>
                  <a:pt x="125532" y="94264"/>
                </a:cubicBezTo>
                <a:cubicBezTo>
                  <a:pt x="113985" y="94264"/>
                  <a:pt x="102305" y="86940"/>
                  <a:pt x="98400" y="75926"/>
                </a:cubicBezTo>
                <a:cubicBezTo>
                  <a:pt x="97190" y="72525"/>
                  <a:pt x="96642" y="68873"/>
                  <a:pt x="94930" y="65678"/>
                </a:cubicBezTo>
                <a:cubicBezTo>
                  <a:pt x="90993" y="58324"/>
                  <a:pt x="81998" y="55419"/>
                  <a:pt x="73534" y="55419"/>
                </a:cubicBezTo>
                <a:cubicBezTo>
                  <a:pt x="72724" y="55419"/>
                  <a:pt x="71919" y="55446"/>
                  <a:pt x="71124" y="55498"/>
                </a:cubicBezTo>
                <a:cubicBezTo>
                  <a:pt x="62016" y="56114"/>
                  <a:pt x="53160" y="59195"/>
                  <a:pt x="44030" y="59264"/>
                </a:cubicBezTo>
                <a:cubicBezTo>
                  <a:pt x="43906" y="59265"/>
                  <a:pt x="43782" y="59266"/>
                  <a:pt x="43658" y="59266"/>
                </a:cubicBezTo>
                <a:cubicBezTo>
                  <a:pt x="41834" y="59266"/>
                  <a:pt x="39970" y="59093"/>
                  <a:pt x="38347" y="58260"/>
                </a:cubicBezTo>
                <a:cubicBezTo>
                  <a:pt x="34261" y="56205"/>
                  <a:pt x="33120" y="50727"/>
                  <a:pt x="33964" y="46208"/>
                </a:cubicBezTo>
                <a:cubicBezTo>
                  <a:pt x="34809" y="41688"/>
                  <a:pt x="37091" y="37557"/>
                  <a:pt x="37958" y="33038"/>
                </a:cubicBezTo>
                <a:cubicBezTo>
                  <a:pt x="40241" y="21169"/>
                  <a:pt x="31864" y="9117"/>
                  <a:pt x="20908" y="3981"/>
                </a:cubicBezTo>
                <a:cubicBezTo>
                  <a:pt x="14632" y="1016"/>
                  <a:pt x="7904" y="1"/>
                  <a:pt x="1114" y="1"/>
                </a:cubicBezTo>
                <a:close/>
              </a:path>
            </a:pathLst>
          </a:custGeom>
          <a:solidFill>
            <a:schemeClr val="lt1">
              <a:alpha val="4024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5"/>
          <p:cNvSpPr/>
          <p:nvPr/>
        </p:nvSpPr>
        <p:spPr>
          <a:xfrm>
            <a:off x="8821275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/>
          <p:nvPr/>
        </p:nvSpPr>
        <p:spPr>
          <a:xfrm>
            <a:off x="8154826" y="3623515"/>
            <a:ext cx="1186935" cy="2124826"/>
          </a:xfrm>
          <a:custGeom>
            <a:rect b="b" l="l" r="r" t="t"/>
            <a:pathLst>
              <a:path extrusionOk="0" h="78741" w="43985">
                <a:moveTo>
                  <a:pt x="15204" y="1"/>
                </a:moveTo>
                <a:cubicBezTo>
                  <a:pt x="14564" y="1"/>
                  <a:pt x="13931" y="314"/>
                  <a:pt x="13467" y="755"/>
                </a:cubicBezTo>
                <a:cubicBezTo>
                  <a:pt x="12303" y="1805"/>
                  <a:pt x="11938" y="3517"/>
                  <a:pt x="12098" y="5092"/>
                </a:cubicBezTo>
                <a:cubicBezTo>
                  <a:pt x="12280" y="6644"/>
                  <a:pt x="12874" y="8105"/>
                  <a:pt x="13376" y="9611"/>
                </a:cubicBezTo>
                <a:cubicBezTo>
                  <a:pt x="15727" y="16824"/>
                  <a:pt x="15248" y="24653"/>
                  <a:pt x="13833" y="32140"/>
                </a:cubicBezTo>
                <a:cubicBezTo>
                  <a:pt x="12098" y="36226"/>
                  <a:pt x="10957" y="40585"/>
                  <a:pt x="10432" y="44991"/>
                </a:cubicBezTo>
                <a:cubicBezTo>
                  <a:pt x="9929" y="41224"/>
                  <a:pt x="8811" y="37435"/>
                  <a:pt x="8583" y="33601"/>
                </a:cubicBezTo>
                <a:cubicBezTo>
                  <a:pt x="8332" y="29538"/>
                  <a:pt x="9062" y="25407"/>
                  <a:pt x="8103" y="21458"/>
                </a:cubicBezTo>
                <a:cubicBezTo>
                  <a:pt x="7838" y="20331"/>
                  <a:pt x="7124" y="19034"/>
                  <a:pt x="6003" y="19034"/>
                </a:cubicBezTo>
                <a:cubicBezTo>
                  <a:pt x="5966" y="19034"/>
                  <a:pt x="5928" y="19035"/>
                  <a:pt x="5889" y="19038"/>
                </a:cubicBezTo>
                <a:cubicBezTo>
                  <a:pt x="5364" y="19084"/>
                  <a:pt x="4908" y="19426"/>
                  <a:pt x="4565" y="19814"/>
                </a:cubicBezTo>
                <a:cubicBezTo>
                  <a:pt x="3516" y="21001"/>
                  <a:pt x="3264" y="22645"/>
                  <a:pt x="3173" y="24197"/>
                </a:cubicBezTo>
                <a:cubicBezTo>
                  <a:pt x="2945" y="28465"/>
                  <a:pt x="3607" y="32756"/>
                  <a:pt x="5136" y="36751"/>
                </a:cubicBezTo>
                <a:cubicBezTo>
                  <a:pt x="6711" y="40836"/>
                  <a:pt x="9199" y="44671"/>
                  <a:pt x="10135" y="48871"/>
                </a:cubicBezTo>
                <a:cubicBezTo>
                  <a:pt x="9929" y="55947"/>
                  <a:pt x="11482" y="63182"/>
                  <a:pt x="14905" y="69254"/>
                </a:cubicBezTo>
                <a:cubicBezTo>
                  <a:pt x="11938" y="66560"/>
                  <a:pt x="9678" y="63228"/>
                  <a:pt x="8240" y="59553"/>
                </a:cubicBezTo>
                <a:cubicBezTo>
                  <a:pt x="6985" y="56358"/>
                  <a:pt x="6346" y="52934"/>
                  <a:pt x="4976" y="49784"/>
                </a:cubicBezTo>
                <a:cubicBezTo>
                  <a:pt x="4680" y="49168"/>
                  <a:pt x="4337" y="48506"/>
                  <a:pt x="3698" y="48232"/>
                </a:cubicBezTo>
                <a:cubicBezTo>
                  <a:pt x="3521" y="48163"/>
                  <a:pt x="3337" y="48132"/>
                  <a:pt x="3153" y="48132"/>
                </a:cubicBezTo>
                <a:cubicBezTo>
                  <a:pt x="2600" y="48132"/>
                  <a:pt x="2043" y="48414"/>
                  <a:pt x="1667" y="48825"/>
                </a:cubicBezTo>
                <a:cubicBezTo>
                  <a:pt x="1164" y="49396"/>
                  <a:pt x="936" y="50149"/>
                  <a:pt x="799" y="50880"/>
                </a:cubicBezTo>
                <a:cubicBezTo>
                  <a:pt x="0" y="55148"/>
                  <a:pt x="1781" y="59599"/>
                  <a:pt x="4702" y="62794"/>
                </a:cubicBezTo>
                <a:cubicBezTo>
                  <a:pt x="7510" y="65899"/>
                  <a:pt x="11253" y="67998"/>
                  <a:pt x="15111" y="69619"/>
                </a:cubicBezTo>
                <a:cubicBezTo>
                  <a:pt x="17051" y="72952"/>
                  <a:pt x="19539" y="75919"/>
                  <a:pt x="22620" y="78293"/>
                </a:cubicBezTo>
                <a:cubicBezTo>
                  <a:pt x="22926" y="78526"/>
                  <a:pt x="23344" y="78740"/>
                  <a:pt x="23701" y="78740"/>
                </a:cubicBezTo>
                <a:cubicBezTo>
                  <a:pt x="23903" y="78740"/>
                  <a:pt x="24086" y="78671"/>
                  <a:pt x="24218" y="78498"/>
                </a:cubicBezTo>
                <a:cubicBezTo>
                  <a:pt x="19288" y="74960"/>
                  <a:pt x="15818" y="69665"/>
                  <a:pt x="13673" y="63981"/>
                </a:cubicBezTo>
                <a:cubicBezTo>
                  <a:pt x="13330" y="63045"/>
                  <a:pt x="13011" y="62087"/>
                  <a:pt x="12737" y="61128"/>
                </a:cubicBezTo>
                <a:cubicBezTo>
                  <a:pt x="12303" y="55148"/>
                  <a:pt x="13764" y="49122"/>
                  <a:pt x="17416" y="44534"/>
                </a:cubicBezTo>
                <a:cubicBezTo>
                  <a:pt x="19813" y="41476"/>
                  <a:pt x="23077" y="39170"/>
                  <a:pt x="25451" y="36089"/>
                </a:cubicBezTo>
                <a:cubicBezTo>
                  <a:pt x="26090" y="35244"/>
                  <a:pt x="26683" y="34103"/>
                  <a:pt x="26135" y="33190"/>
                </a:cubicBezTo>
                <a:cubicBezTo>
                  <a:pt x="25784" y="32575"/>
                  <a:pt x="25085" y="32364"/>
                  <a:pt x="24346" y="32364"/>
                </a:cubicBezTo>
                <a:cubicBezTo>
                  <a:pt x="23933" y="32364"/>
                  <a:pt x="23507" y="32430"/>
                  <a:pt x="23122" y="32528"/>
                </a:cubicBezTo>
                <a:cubicBezTo>
                  <a:pt x="19105" y="33624"/>
                  <a:pt x="15978" y="36910"/>
                  <a:pt x="13969" y="40563"/>
                </a:cubicBezTo>
                <a:cubicBezTo>
                  <a:pt x="12372" y="43507"/>
                  <a:pt x="11390" y="46771"/>
                  <a:pt x="11048" y="50081"/>
                </a:cubicBezTo>
                <a:cubicBezTo>
                  <a:pt x="10934" y="43986"/>
                  <a:pt x="12098" y="37846"/>
                  <a:pt x="14494" y="32231"/>
                </a:cubicBezTo>
                <a:cubicBezTo>
                  <a:pt x="17895" y="28077"/>
                  <a:pt x="22529" y="24904"/>
                  <a:pt x="27665" y="23147"/>
                </a:cubicBezTo>
                <a:cubicBezTo>
                  <a:pt x="32595" y="21481"/>
                  <a:pt x="38096" y="21047"/>
                  <a:pt x="42319" y="18011"/>
                </a:cubicBezTo>
                <a:cubicBezTo>
                  <a:pt x="42844" y="17623"/>
                  <a:pt x="43368" y="17189"/>
                  <a:pt x="43665" y="16596"/>
                </a:cubicBezTo>
                <a:cubicBezTo>
                  <a:pt x="43962" y="16003"/>
                  <a:pt x="43985" y="15226"/>
                  <a:pt x="43551" y="14724"/>
                </a:cubicBezTo>
                <a:cubicBezTo>
                  <a:pt x="43277" y="14428"/>
                  <a:pt x="42889" y="14245"/>
                  <a:pt x="42524" y="14108"/>
                </a:cubicBezTo>
                <a:cubicBezTo>
                  <a:pt x="41374" y="13717"/>
                  <a:pt x="40169" y="13560"/>
                  <a:pt x="38953" y="13560"/>
                </a:cubicBezTo>
                <a:cubicBezTo>
                  <a:pt x="37827" y="13560"/>
                  <a:pt x="36693" y="13694"/>
                  <a:pt x="35585" y="13903"/>
                </a:cubicBezTo>
                <a:cubicBezTo>
                  <a:pt x="30153" y="14884"/>
                  <a:pt x="25085" y="17623"/>
                  <a:pt x="21114" y="21458"/>
                </a:cubicBezTo>
                <a:cubicBezTo>
                  <a:pt x="21548" y="20864"/>
                  <a:pt x="22004" y="20294"/>
                  <a:pt x="22461" y="19723"/>
                </a:cubicBezTo>
                <a:cubicBezTo>
                  <a:pt x="24241" y="17463"/>
                  <a:pt x="25998" y="15204"/>
                  <a:pt x="27779" y="12967"/>
                </a:cubicBezTo>
                <a:cubicBezTo>
                  <a:pt x="28190" y="12419"/>
                  <a:pt x="28646" y="11848"/>
                  <a:pt x="29194" y="11437"/>
                </a:cubicBezTo>
                <a:cubicBezTo>
                  <a:pt x="30175" y="10730"/>
                  <a:pt x="31431" y="10502"/>
                  <a:pt x="32572" y="10114"/>
                </a:cubicBezTo>
                <a:cubicBezTo>
                  <a:pt x="33736" y="9748"/>
                  <a:pt x="34946" y="9086"/>
                  <a:pt x="35357" y="7945"/>
                </a:cubicBezTo>
                <a:cubicBezTo>
                  <a:pt x="34923" y="7788"/>
                  <a:pt x="34458" y="7710"/>
                  <a:pt x="33993" y="7710"/>
                </a:cubicBezTo>
                <a:cubicBezTo>
                  <a:pt x="33309" y="7710"/>
                  <a:pt x="32622" y="7879"/>
                  <a:pt x="32024" y="8219"/>
                </a:cubicBezTo>
                <a:cubicBezTo>
                  <a:pt x="32892" y="7215"/>
                  <a:pt x="33531" y="6051"/>
                  <a:pt x="33896" y="4772"/>
                </a:cubicBezTo>
                <a:cubicBezTo>
                  <a:pt x="33987" y="4499"/>
                  <a:pt x="34033" y="4179"/>
                  <a:pt x="33873" y="3951"/>
                </a:cubicBezTo>
                <a:cubicBezTo>
                  <a:pt x="33753" y="3779"/>
                  <a:pt x="33580" y="3710"/>
                  <a:pt x="33389" y="3710"/>
                </a:cubicBezTo>
                <a:cubicBezTo>
                  <a:pt x="33073" y="3710"/>
                  <a:pt x="32705" y="3897"/>
                  <a:pt x="32435" y="4111"/>
                </a:cubicBezTo>
                <a:cubicBezTo>
                  <a:pt x="31522" y="4864"/>
                  <a:pt x="30746" y="5777"/>
                  <a:pt x="30153" y="6827"/>
                </a:cubicBezTo>
                <a:cubicBezTo>
                  <a:pt x="30563" y="5343"/>
                  <a:pt x="30700" y="3768"/>
                  <a:pt x="30495" y="2239"/>
                </a:cubicBezTo>
                <a:cubicBezTo>
                  <a:pt x="30449" y="1897"/>
                  <a:pt x="30335" y="1508"/>
                  <a:pt x="30016" y="1417"/>
                </a:cubicBezTo>
                <a:cubicBezTo>
                  <a:pt x="29975" y="1406"/>
                  <a:pt x="29935" y="1401"/>
                  <a:pt x="29896" y="1401"/>
                </a:cubicBezTo>
                <a:cubicBezTo>
                  <a:pt x="29605" y="1401"/>
                  <a:pt x="29352" y="1683"/>
                  <a:pt x="29171" y="1965"/>
                </a:cubicBezTo>
                <a:cubicBezTo>
                  <a:pt x="28190" y="3517"/>
                  <a:pt x="27596" y="5343"/>
                  <a:pt x="27505" y="7215"/>
                </a:cubicBezTo>
                <a:cubicBezTo>
                  <a:pt x="27414" y="6165"/>
                  <a:pt x="27003" y="5161"/>
                  <a:pt x="26364" y="4339"/>
                </a:cubicBezTo>
                <a:cubicBezTo>
                  <a:pt x="26139" y="4045"/>
                  <a:pt x="25783" y="3764"/>
                  <a:pt x="25455" y="3764"/>
                </a:cubicBezTo>
                <a:cubicBezTo>
                  <a:pt x="25350" y="3764"/>
                  <a:pt x="25248" y="3793"/>
                  <a:pt x="25154" y="3859"/>
                </a:cubicBezTo>
                <a:cubicBezTo>
                  <a:pt x="24834" y="4065"/>
                  <a:pt x="24834" y="4499"/>
                  <a:pt x="24880" y="4864"/>
                </a:cubicBezTo>
                <a:cubicBezTo>
                  <a:pt x="25108" y="7192"/>
                  <a:pt x="25930" y="9474"/>
                  <a:pt x="27528" y="11346"/>
                </a:cubicBezTo>
                <a:cubicBezTo>
                  <a:pt x="24720" y="15820"/>
                  <a:pt x="21068" y="19700"/>
                  <a:pt x="18124" y="24105"/>
                </a:cubicBezTo>
                <a:cubicBezTo>
                  <a:pt x="17256" y="25429"/>
                  <a:pt x="16435" y="26776"/>
                  <a:pt x="15704" y="28191"/>
                </a:cubicBezTo>
                <a:cubicBezTo>
                  <a:pt x="16982" y="24562"/>
                  <a:pt x="17918" y="20819"/>
                  <a:pt x="18512" y="17030"/>
                </a:cubicBezTo>
                <a:cubicBezTo>
                  <a:pt x="19196" y="12602"/>
                  <a:pt x="19402" y="8059"/>
                  <a:pt x="18420" y="3723"/>
                </a:cubicBezTo>
                <a:cubicBezTo>
                  <a:pt x="18010" y="2011"/>
                  <a:pt x="17028" y="25"/>
                  <a:pt x="15271" y="2"/>
                </a:cubicBezTo>
                <a:cubicBezTo>
                  <a:pt x="15248" y="1"/>
                  <a:pt x="15226" y="1"/>
                  <a:pt x="15204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5"/>
          <p:cNvSpPr/>
          <p:nvPr/>
        </p:nvSpPr>
        <p:spPr>
          <a:xfrm>
            <a:off x="6505341" y="3878551"/>
            <a:ext cx="904213" cy="1339697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3" name="Google Shape;73;p15"/>
          <p:cNvGrpSpPr/>
          <p:nvPr/>
        </p:nvGrpSpPr>
        <p:grpSpPr>
          <a:xfrm>
            <a:off x="-1029378" y="3466543"/>
            <a:ext cx="1962493" cy="2073383"/>
            <a:chOff x="-1029378" y="3466543"/>
            <a:chExt cx="1962493" cy="2073383"/>
          </a:xfrm>
        </p:grpSpPr>
        <p:sp>
          <p:nvSpPr>
            <p:cNvPr id="74" name="Google Shape;74;p15"/>
            <p:cNvSpPr/>
            <p:nvPr/>
          </p:nvSpPr>
          <p:spPr>
            <a:xfrm rot="783234">
              <a:off x="-897830" y="4006315"/>
              <a:ext cx="1699397" cy="1359253"/>
            </a:xfrm>
            <a:custGeom>
              <a:rect b="b" l="l" r="r" t="t"/>
              <a:pathLst>
                <a:path extrusionOk="0" h="50371" w="62976">
                  <a:moveTo>
                    <a:pt x="58341" y="1"/>
                  </a:moveTo>
                  <a:cubicBezTo>
                    <a:pt x="58190" y="1"/>
                    <a:pt x="58038" y="12"/>
                    <a:pt x="57886" y="34"/>
                  </a:cubicBezTo>
                  <a:cubicBezTo>
                    <a:pt x="56174" y="285"/>
                    <a:pt x="54964" y="1860"/>
                    <a:pt x="54371" y="3481"/>
                  </a:cubicBezTo>
                  <a:cubicBezTo>
                    <a:pt x="53503" y="5832"/>
                    <a:pt x="53595" y="8388"/>
                    <a:pt x="53435" y="10899"/>
                  </a:cubicBezTo>
                  <a:cubicBezTo>
                    <a:pt x="53275" y="13387"/>
                    <a:pt x="52750" y="16034"/>
                    <a:pt x="50992" y="17815"/>
                  </a:cubicBezTo>
                  <a:cubicBezTo>
                    <a:pt x="48984" y="19892"/>
                    <a:pt x="45857" y="20303"/>
                    <a:pt x="43255" y="21558"/>
                  </a:cubicBezTo>
                  <a:cubicBezTo>
                    <a:pt x="41109" y="22585"/>
                    <a:pt x="39283" y="24252"/>
                    <a:pt x="38051" y="26283"/>
                  </a:cubicBezTo>
                  <a:cubicBezTo>
                    <a:pt x="36270" y="29205"/>
                    <a:pt x="35745" y="32857"/>
                    <a:pt x="33600" y="35550"/>
                  </a:cubicBezTo>
                  <a:cubicBezTo>
                    <a:pt x="31751" y="37878"/>
                    <a:pt x="28829" y="39248"/>
                    <a:pt x="25862" y="39544"/>
                  </a:cubicBezTo>
                  <a:cubicBezTo>
                    <a:pt x="23762" y="39773"/>
                    <a:pt x="21616" y="39499"/>
                    <a:pt x="19539" y="39887"/>
                  </a:cubicBezTo>
                  <a:cubicBezTo>
                    <a:pt x="16047" y="40549"/>
                    <a:pt x="13194" y="42968"/>
                    <a:pt x="10341" y="45091"/>
                  </a:cubicBezTo>
                  <a:cubicBezTo>
                    <a:pt x="7671" y="47061"/>
                    <a:pt x="4608" y="48914"/>
                    <a:pt x="878" y="48914"/>
                  </a:cubicBezTo>
                  <a:cubicBezTo>
                    <a:pt x="589" y="48914"/>
                    <a:pt x="297" y="48903"/>
                    <a:pt x="1" y="48880"/>
                  </a:cubicBezTo>
                  <a:lnTo>
                    <a:pt x="1" y="48880"/>
                  </a:lnTo>
                  <a:cubicBezTo>
                    <a:pt x="1602" y="49874"/>
                    <a:pt x="3492" y="50371"/>
                    <a:pt x="5384" y="50371"/>
                  </a:cubicBezTo>
                  <a:cubicBezTo>
                    <a:pt x="7402" y="50371"/>
                    <a:pt x="9421" y="49806"/>
                    <a:pt x="11094" y="48675"/>
                  </a:cubicBezTo>
                  <a:cubicBezTo>
                    <a:pt x="12281" y="47853"/>
                    <a:pt x="13308" y="46803"/>
                    <a:pt x="14563" y="46072"/>
                  </a:cubicBezTo>
                  <a:cubicBezTo>
                    <a:pt x="16350" y="45060"/>
                    <a:pt x="18397" y="44844"/>
                    <a:pt x="20484" y="44844"/>
                  </a:cubicBezTo>
                  <a:cubicBezTo>
                    <a:pt x="21784" y="44844"/>
                    <a:pt x="23100" y="44928"/>
                    <a:pt x="24378" y="44954"/>
                  </a:cubicBezTo>
                  <a:cubicBezTo>
                    <a:pt x="24588" y="44958"/>
                    <a:pt x="24798" y="44959"/>
                    <a:pt x="25009" y="44959"/>
                  </a:cubicBezTo>
                  <a:cubicBezTo>
                    <a:pt x="28796" y="44959"/>
                    <a:pt x="32604" y="44364"/>
                    <a:pt x="36042" y="42786"/>
                  </a:cubicBezTo>
                  <a:cubicBezTo>
                    <a:pt x="39694" y="41119"/>
                    <a:pt x="42867" y="38312"/>
                    <a:pt x="44556" y="34705"/>
                  </a:cubicBezTo>
                  <a:cubicBezTo>
                    <a:pt x="45514" y="32674"/>
                    <a:pt x="46062" y="30323"/>
                    <a:pt x="47683" y="28771"/>
                  </a:cubicBezTo>
                  <a:cubicBezTo>
                    <a:pt x="49486" y="27059"/>
                    <a:pt x="52179" y="26739"/>
                    <a:pt x="54462" y="25712"/>
                  </a:cubicBezTo>
                  <a:cubicBezTo>
                    <a:pt x="57680" y="24252"/>
                    <a:pt x="60054" y="21261"/>
                    <a:pt x="61355" y="17975"/>
                  </a:cubicBezTo>
                  <a:cubicBezTo>
                    <a:pt x="62656" y="14688"/>
                    <a:pt x="62976" y="11081"/>
                    <a:pt x="62953" y="7543"/>
                  </a:cubicBezTo>
                  <a:cubicBezTo>
                    <a:pt x="62953" y="5832"/>
                    <a:pt x="62839" y="4051"/>
                    <a:pt x="62040" y="2522"/>
                  </a:cubicBezTo>
                  <a:cubicBezTo>
                    <a:pt x="61312" y="1129"/>
                    <a:pt x="59884" y="1"/>
                    <a:pt x="5834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5"/>
            <p:cNvSpPr/>
            <p:nvPr/>
          </p:nvSpPr>
          <p:spPr>
            <a:xfrm rot="1607863">
              <a:off x="-2808" y="3477367"/>
              <a:ext cx="449022" cy="1683379"/>
            </a:xfrm>
            <a:custGeom>
              <a:rect b="b" l="l" r="r" t="t"/>
              <a:pathLst>
                <a:path extrusionOk="0" h="62387" w="16641">
                  <a:moveTo>
                    <a:pt x="5438" y="1"/>
                  </a:moveTo>
                  <a:cubicBezTo>
                    <a:pt x="5170" y="1"/>
                    <a:pt x="4901" y="24"/>
                    <a:pt x="4634" y="73"/>
                  </a:cubicBezTo>
                  <a:cubicBezTo>
                    <a:pt x="2831" y="415"/>
                    <a:pt x="1393" y="1853"/>
                    <a:pt x="708" y="3543"/>
                  </a:cubicBezTo>
                  <a:cubicBezTo>
                    <a:pt x="0" y="5232"/>
                    <a:pt x="0" y="7103"/>
                    <a:pt x="274" y="8906"/>
                  </a:cubicBezTo>
                  <a:cubicBezTo>
                    <a:pt x="959" y="13152"/>
                    <a:pt x="3173" y="16964"/>
                    <a:pt x="4839" y="20913"/>
                  </a:cubicBezTo>
                  <a:cubicBezTo>
                    <a:pt x="6483" y="24884"/>
                    <a:pt x="7579" y="29472"/>
                    <a:pt x="5912" y="33421"/>
                  </a:cubicBezTo>
                  <a:cubicBezTo>
                    <a:pt x="5136" y="35224"/>
                    <a:pt x="3858" y="36776"/>
                    <a:pt x="3196" y="38602"/>
                  </a:cubicBezTo>
                  <a:cubicBezTo>
                    <a:pt x="2078" y="41752"/>
                    <a:pt x="2945" y="45267"/>
                    <a:pt x="3972" y="48440"/>
                  </a:cubicBezTo>
                  <a:cubicBezTo>
                    <a:pt x="4520" y="50083"/>
                    <a:pt x="5091" y="51727"/>
                    <a:pt x="5227" y="53461"/>
                  </a:cubicBezTo>
                  <a:cubicBezTo>
                    <a:pt x="5433" y="56566"/>
                    <a:pt x="4109" y="59556"/>
                    <a:pt x="2831" y="62386"/>
                  </a:cubicBezTo>
                  <a:cubicBezTo>
                    <a:pt x="7738" y="57889"/>
                    <a:pt x="9975" y="51110"/>
                    <a:pt x="9359" y="44560"/>
                  </a:cubicBezTo>
                  <a:cubicBezTo>
                    <a:pt x="9199" y="42802"/>
                    <a:pt x="8834" y="40999"/>
                    <a:pt x="9222" y="39264"/>
                  </a:cubicBezTo>
                  <a:cubicBezTo>
                    <a:pt x="9633" y="37392"/>
                    <a:pt x="10843" y="35817"/>
                    <a:pt x="11824" y="34174"/>
                  </a:cubicBezTo>
                  <a:cubicBezTo>
                    <a:pt x="16640" y="26117"/>
                    <a:pt x="15887" y="15777"/>
                    <a:pt x="12577" y="7012"/>
                  </a:cubicBezTo>
                  <a:cubicBezTo>
                    <a:pt x="11915" y="5209"/>
                    <a:pt x="11116" y="3406"/>
                    <a:pt x="9793" y="2036"/>
                  </a:cubicBezTo>
                  <a:cubicBezTo>
                    <a:pt x="8658" y="842"/>
                    <a:pt x="7053" y="1"/>
                    <a:pt x="543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6" name="Google Shape;76;p15"/>
          <p:cNvGrpSpPr/>
          <p:nvPr/>
        </p:nvGrpSpPr>
        <p:grpSpPr>
          <a:xfrm>
            <a:off x="-117729" y="1733810"/>
            <a:ext cx="874530" cy="1481072"/>
            <a:chOff x="-117729" y="1733810"/>
            <a:chExt cx="874530" cy="1481072"/>
          </a:xfrm>
        </p:grpSpPr>
        <p:sp>
          <p:nvSpPr>
            <p:cNvPr id="77" name="Google Shape;77;p15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15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5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0" name="Google Shape;80;p15"/>
          <p:cNvSpPr/>
          <p:nvPr/>
        </p:nvSpPr>
        <p:spPr>
          <a:xfrm flipH="1">
            <a:off x="3198968" y="305926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5"/>
          <p:cNvSpPr/>
          <p:nvPr/>
        </p:nvSpPr>
        <p:spPr>
          <a:xfrm flipH="1">
            <a:off x="5914460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5"/>
          <p:cNvSpPr/>
          <p:nvPr/>
        </p:nvSpPr>
        <p:spPr>
          <a:xfrm rot="-2700000">
            <a:off x="8464830" y="648414"/>
            <a:ext cx="122997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5"/>
          <p:cNvSpPr/>
          <p:nvPr/>
        </p:nvSpPr>
        <p:spPr>
          <a:xfrm flipH="1">
            <a:off x="3549635" y="48333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5"/>
          <p:cNvSpPr/>
          <p:nvPr/>
        </p:nvSpPr>
        <p:spPr>
          <a:xfrm>
            <a:off x="5932975" y="4843202"/>
            <a:ext cx="93021" cy="11342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5"/>
          <p:cNvSpPr/>
          <p:nvPr/>
        </p:nvSpPr>
        <p:spPr>
          <a:xfrm>
            <a:off x="597062" y="3646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8" name="Google Shape;88;p16"/>
          <p:cNvSpPr txBox="1"/>
          <p:nvPr>
            <p:ph idx="1" type="body"/>
          </p:nvPr>
        </p:nvSpPr>
        <p:spPr>
          <a:xfrm>
            <a:off x="720000" y="1152475"/>
            <a:ext cx="3286500" cy="34560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/>
            </a:lvl1pPr>
            <a:lvl2pPr indent="-317500" lvl="1" marL="9144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  <p:grpSp>
        <p:nvGrpSpPr>
          <p:cNvPr id="89" name="Google Shape;89;p16"/>
          <p:cNvGrpSpPr/>
          <p:nvPr/>
        </p:nvGrpSpPr>
        <p:grpSpPr>
          <a:xfrm>
            <a:off x="8110321" y="782267"/>
            <a:ext cx="637156" cy="696384"/>
            <a:chOff x="849771" y="662017"/>
            <a:chExt cx="637156" cy="696384"/>
          </a:xfrm>
        </p:grpSpPr>
        <p:sp>
          <p:nvSpPr>
            <p:cNvPr id="90" name="Google Shape;90;p16"/>
            <p:cNvSpPr/>
            <p:nvPr/>
          </p:nvSpPr>
          <p:spPr>
            <a:xfrm>
              <a:off x="849771" y="788329"/>
              <a:ext cx="576393" cy="570073"/>
            </a:xfrm>
            <a:custGeom>
              <a:rect b="b" l="l" r="r" t="t"/>
              <a:pathLst>
                <a:path extrusionOk="0" h="19483" w="19699">
                  <a:moveTo>
                    <a:pt x="12988" y="0"/>
                  </a:moveTo>
                  <a:cubicBezTo>
                    <a:pt x="12287" y="539"/>
                    <a:pt x="11418" y="753"/>
                    <a:pt x="10545" y="753"/>
                  </a:cubicBezTo>
                  <a:cubicBezTo>
                    <a:pt x="10308" y="753"/>
                    <a:pt x="10072" y="737"/>
                    <a:pt x="9838" y="708"/>
                  </a:cubicBezTo>
                  <a:cubicBezTo>
                    <a:pt x="9413" y="645"/>
                    <a:pt x="8955" y="549"/>
                    <a:pt x="8522" y="549"/>
                  </a:cubicBezTo>
                  <a:cubicBezTo>
                    <a:pt x="8163" y="549"/>
                    <a:pt x="7822" y="615"/>
                    <a:pt x="7532" y="822"/>
                  </a:cubicBezTo>
                  <a:cubicBezTo>
                    <a:pt x="7373" y="959"/>
                    <a:pt x="7236" y="1119"/>
                    <a:pt x="7099" y="1301"/>
                  </a:cubicBezTo>
                  <a:cubicBezTo>
                    <a:pt x="4337" y="4771"/>
                    <a:pt x="2009" y="8582"/>
                    <a:pt x="206" y="12645"/>
                  </a:cubicBezTo>
                  <a:cubicBezTo>
                    <a:pt x="0" y="13216"/>
                    <a:pt x="206" y="13787"/>
                    <a:pt x="479" y="14266"/>
                  </a:cubicBezTo>
                  <a:cubicBezTo>
                    <a:pt x="1461" y="15978"/>
                    <a:pt x="3150" y="17142"/>
                    <a:pt x="4908" y="18032"/>
                  </a:cubicBezTo>
                  <a:cubicBezTo>
                    <a:pt x="6494" y="18836"/>
                    <a:pt x="8217" y="19483"/>
                    <a:pt x="9986" y="19483"/>
                  </a:cubicBezTo>
                  <a:cubicBezTo>
                    <a:pt x="10127" y="19483"/>
                    <a:pt x="10268" y="19478"/>
                    <a:pt x="10408" y="19470"/>
                  </a:cubicBezTo>
                  <a:cubicBezTo>
                    <a:pt x="11139" y="19447"/>
                    <a:pt x="11892" y="19287"/>
                    <a:pt x="12463" y="18831"/>
                  </a:cubicBezTo>
                  <a:cubicBezTo>
                    <a:pt x="12919" y="18489"/>
                    <a:pt x="13216" y="17986"/>
                    <a:pt x="13536" y="17507"/>
                  </a:cubicBezTo>
                  <a:cubicBezTo>
                    <a:pt x="15635" y="14129"/>
                    <a:pt x="17735" y="10751"/>
                    <a:pt x="19516" y="7167"/>
                  </a:cubicBezTo>
                  <a:cubicBezTo>
                    <a:pt x="19698" y="6346"/>
                    <a:pt x="19539" y="5866"/>
                    <a:pt x="19288" y="5478"/>
                  </a:cubicBezTo>
                  <a:cubicBezTo>
                    <a:pt x="19036" y="5090"/>
                    <a:pt x="18671" y="4771"/>
                    <a:pt x="18420" y="4405"/>
                  </a:cubicBezTo>
                  <a:cubicBezTo>
                    <a:pt x="18009" y="3858"/>
                    <a:pt x="17781" y="3196"/>
                    <a:pt x="17735" y="2511"/>
                  </a:cubicBezTo>
                  <a:cubicBezTo>
                    <a:pt x="16092" y="1780"/>
                    <a:pt x="14494" y="959"/>
                    <a:pt x="129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6"/>
            <p:cNvSpPr/>
            <p:nvPr/>
          </p:nvSpPr>
          <p:spPr>
            <a:xfrm>
              <a:off x="921222" y="935912"/>
              <a:ext cx="384710" cy="367476"/>
            </a:xfrm>
            <a:custGeom>
              <a:rect b="b" l="l" r="r" t="t"/>
              <a:pathLst>
                <a:path extrusionOk="0" h="12559" w="13148">
                  <a:moveTo>
                    <a:pt x="4246" y="0"/>
                  </a:moveTo>
                  <a:cubicBezTo>
                    <a:pt x="3036" y="1849"/>
                    <a:pt x="1849" y="3721"/>
                    <a:pt x="662" y="5593"/>
                  </a:cubicBezTo>
                  <a:cubicBezTo>
                    <a:pt x="480" y="5889"/>
                    <a:pt x="274" y="6186"/>
                    <a:pt x="183" y="6529"/>
                  </a:cubicBezTo>
                  <a:cubicBezTo>
                    <a:pt x="0" y="7099"/>
                    <a:pt x="69" y="7738"/>
                    <a:pt x="274" y="8332"/>
                  </a:cubicBezTo>
                  <a:cubicBezTo>
                    <a:pt x="685" y="9473"/>
                    <a:pt x="1530" y="10432"/>
                    <a:pt x="2557" y="11116"/>
                  </a:cubicBezTo>
                  <a:cubicBezTo>
                    <a:pt x="3584" y="11778"/>
                    <a:pt x="4771" y="12166"/>
                    <a:pt x="5958" y="12417"/>
                  </a:cubicBezTo>
                  <a:cubicBezTo>
                    <a:pt x="6344" y="12497"/>
                    <a:pt x="6753" y="12559"/>
                    <a:pt x="7148" y="12559"/>
                  </a:cubicBezTo>
                  <a:cubicBezTo>
                    <a:pt x="7664" y="12559"/>
                    <a:pt x="8160" y="12453"/>
                    <a:pt x="8560" y="12144"/>
                  </a:cubicBezTo>
                  <a:cubicBezTo>
                    <a:pt x="8879" y="11915"/>
                    <a:pt x="9108" y="11550"/>
                    <a:pt x="9336" y="11208"/>
                  </a:cubicBezTo>
                  <a:cubicBezTo>
                    <a:pt x="10591" y="9268"/>
                    <a:pt x="11824" y="7327"/>
                    <a:pt x="12988" y="5342"/>
                  </a:cubicBezTo>
                  <a:cubicBezTo>
                    <a:pt x="13057" y="5227"/>
                    <a:pt x="13125" y="5113"/>
                    <a:pt x="13125" y="4976"/>
                  </a:cubicBezTo>
                  <a:cubicBezTo>
                    <a:pt x="13148" y="4862"/>
                    <a:pt x="13102" y="4748"/>
                    <a:pt x="13057" y="4634"/>
                  </a:cubicBezTo>
                  <a:cubicBezTo>
                    <a:pt x="12783" y="3995"/>
                    <a:pt x="12189" y="3561"/>
                    <a:pt x="11596" y="3196"/>
                  </a:cubicBezTo>
                  <a:cubicBezTo>
                    <a:pt x="9313" y="1712"/>
                    <a:pt x="6825" y="457"/>
                    <a:pt x="424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6"/>
            <p:cNvSpPr/>
            <p:nvPr/>
          </p:nvSpPr>
          <p:spPr>
            <a:xfrm>
              <a:off x="1162317" y="662017"/>
              <a:ext cx="324610" cy="227848"/>
            </a:xfrm>
            <a:custGeom>
              <a:rect b="b" l="l" r="r" t="t"/>
              <a:pathLst>
                <a:path extrusionOk="0" h="7787" w="11094">
                  <a:moveTo>
                    <a:pt x="2001" y="0"/>
                  </a:moveTo>
                  <a:cubicBezTo>
                    <a:pt x="1958" y="0"/>
                    <a:pt x="1915" y="1"/>
                    <a:pt x="1872" y="3"/>
                  </a:cubicBezTo>
                  <a:cubicBezTo>
                    <a:pt x="1644" y="26"/>
                    <a:pt x="1438" y="72"/>
                    <a:pt x="1256" y="209"/>
                  </a:cubicBezTo>
                  <a:cubicBezTo>
                    <a:pt x="1073" y="346"/>
                    <a:pt x="982" y="528"/>
                    <a:pt x="868" y="688"/>
                  </a:cubicBezTo>
                  <a:cubicBezTo>
                    <a:pt x="571" y="1236"/>
                    <a:pt x="297" y="1806"/>
                    <a:pt x="69" y="2400"/>
                  </a:cubicBezTo>
                  <a:cubicBezTo>
                    <a:pt x="46" y="2491"/>
                    <a:pt x="0" y="2605"/>
                    <a:pt x="0" y="2697"/>
                  </a:cubicBezTo>
                  <a:cubicBezTo>
                    <a:pt x="23" y="2856"/>
                    <a:pt x="115" y="2970"/>
                    <a:pt x="206" y="3085"/>
                  </a:cubicBezTo>
                  <a:cubicBezTo>
                    <a:pt x="754" y="3746"/>
                    <a:pt x="1461" y="4249"/>
                    <a:pt x="2169" y="4728"/>
                  </a:cubicBezTo>
                  <a:cubicBezTo>
                    <a:pt x="4246" y="6097"/>
                    <a:pt x="6551" y="7125"/>
                    <a:pt x="8948" y="7787"/>
                  </a:cubicBezTo>
                  <a:cubicBezTo>
                    <a:pt x="9907" y="7330"/>
                    <a:pt x="10591" y="6440"/>
                    <a:pt x="11002" y="5436"/>
                  </a:cubicBezTo>
                  <a:cubicBezTo>
                    <a:pt x="11048" y="5321"/>
                    <a:pt x="11093" y="5162"/>
                    <a:pt x="11071" y="5025"/>
                  </a:cubicBezTo>
                  <a:cubicBezTo>
                    <a:pt x="11048" y="4865"/>
                    <a:pt x="10911" y="4705"/>
                    <a:pt x="10774" y="4591"/>
                  </a:cubicBezTo>
                  <a:cubicBezTo>
                    <a:pt x="8674" y="2605"/>
                    <a:pt x="6118" y="1099"/>
                    <a:pt x="3333" y="254"/>
                  </a:cubicBezTo>
                  <a:cubicBezTo>
                    <a:pt x="2895" y="108"/>
                    <a:pt x="2456" y="0"/>
                    <a:pt x="2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6"/>
            <p:cNvSpPr/>
            <p:nvPr/>
          </p:nvSpPr>
          <p:spPr>
            <a:xfrm>
              <a:off x="1216417" y="693207"/>
              <a:ext cx="221089" cy="119176"/>
            </a:xfrm>
            <a:custGeom>
              <a:rect b="b" l="l" r="r" t="t"/>
              <a:pathLst>
                <a:path extrusionOk="0" h="4073" w="7556">
                  <a:moveTo>
                    <a:pt x="109" y="1"/>
                  </a:moveTo>
                  <a:cubicBezTo>
                    <a:pt x="95" y="1"/>
                    <a:pt x="81" y="4"/>
                    <a:pt x="69" y="10"/>
                  </a:cubicBezTo>
                  <a:cubicBezTo>
                    <a:pt x="23" y="56"/>
                    <a:pt x="0" y="124"/>
                    <a:pt x="46" y="170"/>
                  </a:cubicBezTo>
                  <a:cubicBezTo>
                    <a:pt x="594" y="1037"/>
                    <a:pt x="1552" y="1562"/>
                    <a:pt x="2420" y="1996"/>
                  </a:cubicBezTo>
                  <a:cubicBezTo>
                    <a:pt x="4017" y="2795"/>
                    <a:pt x="5707" y="3502"/>
                    <a:pt x="7418" y="4073"/>
                  </a:cubicBezTo>
                  <a:lnTo>
                    <a:pt x="7441" y="4073"/>
                  </a:lnTo>
                  <a:cubicBezTo>
                    <a:pt x="7487" y="4073"/>
                    <a:pt x="7533" y="4050"/>
                    <a:pt x="7555" y="4004"/>
                  </a:cubicBezTo>
                  <a:cubicBezTo>
                    <a:pt x="7555" y="3936"/>
                    <a:pt x="7533" y="3890"/>
                    <a:pt x="7487" y="3867"/>
                  </a:cubicBezTo>
                  <a:cubicBezTo>
                    <a:pt x="5775" y="3297"/>
                    <a:pt x="4109" y="2612"/>
                    <a:pt x="2511" y="1813"/>
                  </a:cubicBezTo>
                  <a:cubicBezTo>
                    <a:pt x="1666" y="1402"/>
                    <a:pt x="753" y="877"/>
                    <a:pt x="206" y="56"/>
                  </a:cubicBezTo>
                  <a:cubicBezTo>
                    <a:pt x="189" y="22"/>
                    <a:pt x="148" y="1"/>
                    <a:pt x="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16"/>
            <p:cNvSpPr/>
            <p:nvPr/>
          </p:nvSpPr>
          <p:spPr>
            <a:xfrm>
              <a:off x="1034748" y="929416"/>
              <a:ext cx="275190" cy="161866"/>
            </a:xfrm>
            <a:custGeom>
              <a:rect b="b" l="l" r="r" t="t"/>
              <a:pathLst>
                <a:path extrusionOk="0" h="5532" w="9405">
                  <a:moveTo>
                    <a:pt x="928" y="1"/>
                  </a:moveTo>
                  <a:cubicBezTo>
                    <a:pt x="832" y="1"/>
                    <a:pt x="736" y="6"/>
                    <a:pt x="640" y="17"/>
                  </a:cubicBezTo>
                  <a:cubicBezTo>
                    <a:pt x="480" y="40"/>
                    <a:pt x="275" y="131"/>
                    <a:pt x="206" y="291"/>
                  </a:cubicBezTo>
                  <a:cubicBezTo>
                    <a:pt x="1" y="930"/>
                    <a:pt x="480" y="1569"/>
                    <a:pt x="982" y="2003"/>
                  </a:cubicBezTo>
                  <a:cubicBezTo>
                    <a:pt x="2626" y="3509"/>
                    <a:pt x="4634" y="4605"/>
                    <a:pt x="6803" y="5176"/>
                  </a:cubicBezTo>
                  <a:cubicBezTo>
                    <a:pt x="7259" y="5290"/>
                    <a:pt x="7716" y="5381"/>
                    <a:pt x="8195" y="5472"/>
                  </a:cubicBezTo>
                  <a:cubicBezTo>
                    <a:pt x="8334" y="5507"/>
                    <a:pt x="8488" y="5532"/>
                    <a:pt x="8640" y="5532"/>
                  </a:cubicBezTo>
                  <a:cubicBezTo>
                    <a:pt x="8888" y="5532"/>
                    <a:pt x="9126" y="5465"/>
                    <a:pt x="9268" y="5267"/>
                  </a:cubicBezTo>
                  <a:cubicBezTo>
                    <a:pt x="9405" y="5084"/>
                    <a:pt x="9382" y="4810"/>
                    <a:pt x="9291" y="4582"/>
                  </a:cubicBezTo>
                  <a:cubicBezTo>
                    <a:pt x="9177" y="4377"/>
                    <a:pt x="9017" y="4217"/>
                    <a:pt x="8834" y="4057"/>
                  </a:cubicBezTo>
                  <a:cubicBezTo>
                    <a:pt x="6985" y="2345"/>
                    <a:pt x="4794" y="1067"/>
                    <a:pt x="2397" y="291"/>
                  </a:cubicBezTo>
                  <a:cubicBezTo>
                    <a:pt x="1919" y="138"/>
                    <a:pt x="1425" y="1"/>
                    <a:pt x="928" y="1"/>
                  </a:cubicBezTo>
                  <a:close/>
                </a:path>
              </a:pathLst>
            </a:custGeom>
            <a:solidFill>
              <a:schemeClr val="lt1">
                <a:alpha val="432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16"/>
          <p:cNvSpPr/>
          <p:nvPr/>
        </p:nvSpPr>
        <p:spPr>
          <a:xfrm flipH="1" rot="-6816878">
            <a:off x="540997" y="4282636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6"/>
          <p:cNvSpPr/>
          <p:nvPr/>
        </p:nvSpPr>
        <p:spPr>
          <a:xfrm>
            <a:off x="627781" y="335313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6"/>
          <p:cNvSpPr/>
          <p:nvPr/>
        </p:nvSpPr>
        <p:spPr>
          <a:xfrm>
            <a:off x="6560881" y="4965629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6"/>
          <p:cNvSpPr/>
          <p:nvPr/>
        </p:nvSpPr>
        <p:spPr>
          <a:xfrm>
            <a:off x="3615878" y="4837952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7395953" y="260865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6"/>
          <p:cNvSpPr/>
          <p:nvPr/>
        </p:nvSpPr>
        <p:spPr>
          <a:xfrm>
            <a:off x="4489705" y="4147767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6"/>
          <p:cNvSpPr/>
          <p:nvPr/>
        </p:nvSpPr>
        <p:spPr>
          <a:xfrm flipH="1" rot="-5735881">
            <a:off x="8422919" y="4767152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6"/>
          <p:cNvSpPr/>
          <p:nvPr/>
        </p:nvSpPr>
        <p:spPr>
          <a:xfrm>
            <a:off x="355986" y="257890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6"/>
          <p:cNvSpPr/>
          <p:nvPr/>
        </p:nvSpPr>
        <p:spPr>
          <a:xfrm rot="-1531528">
            <a:off x="8645969" y="2554671"/>
            <a:ext cx="174638" cy="113415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6"/>
          <p:cNvSpPr/>
          <p:nvPr/>
        </p:nvSpPr>
        <p:spPr>
          <a:xfrm>
            <a:off x="8821275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6"/>
          <p:cNvSpPr/>
          <p:nvPr/>
        </p:nvSpPr>
        <p:spPr>
          <a:xfrm>
            <a:off x="1951612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6"/>
          <p:cNvSpPr/>
          <p:nvPr/>
        </p:nvSpPr>
        <p:spPr>
          <a:xfrm flipH="1" rot="-570776">
            <a:off x="8346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6"/>
          <p:cNvSpPr/>
          <p:nvPr/>
        </p:nvSpPr>
        <p:spPr>
          <a:xfrm rot="570776">
            <a:off x="-62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8" name="Google Shape;108;p16"/>
          <p:cNvGrpSpPr/>
          <p:nvPr/>
        </p:nvGrpSpPr>
        <p:grpSpPr>
          <a:xfrm flipH="1" rot="-1130991">
            <a:off x="4134722" y="4303983"/>
            <a:ext cx="874559" cy="1481121"/>
            <a:chOff x="-117729" y="1733810"/>
            <a:chExt cx="874530" cy="1481072"/>
          </a:xfrm>
        </p:grpSpPr>
        <p:sp>
          <p:nvSpPr>
            <p:cNvPr id="109" name="Google Shape;109;p16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6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6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" name="Google Shape;112;p16"/>
          <p:cNvGrpSpPr/>
          <p:nvPr/>
        </p:nvGrpSpPr>
        <p:grpSpPr>
          <a:xfrm rot="-1703417">
            <a:off x="675637" y="933608"/>
            <a:ext cx="199308" cy="251696"/>
            <a:chOff x="3311031" y="3025663"/>
            <a:chExt cx="308584" cy="389695"/>
          </a:xfrm>
        </p:grpSpPr>
        <p:sp>
          <p:nvSpPr>
            <p:cNvPr id="113" name="Google Shape;113;p16"/>
            <p:cNvSpPr/>
            <p:nvPr/>
          </p:nvSpPr>
          <p:spPr>
            <a:xfrm flipH="1">
              <a:off x="3311031" y="3025663"/>
              <a:ext cx="308584" cy="389695"/>
            </a:xfrm>
            <a:custGeom>
              <a:rect b="b" l="l" r="r" t="t"/>
              <a:pathLst>
                <a:path extrusionOk="0" h="19458" w="15408">
                  <a:moveTo>
                    <a:pt x="11748" y="0"/>
                  </a:moveTo>
                  <a:cubicBezTo>
                    <a:pt x="11325" y="0"/>
                    <a:pt x="10903" y="69"/>
                    <a:pt x="10501" y="209"/>
                  </a:cubicBezTo>
                  <a:cubicBezTo>
                    <a:pt x="8789" y="802"/>
                    <a:pt x="7716" y="2445"/>
                    <a:pt x="6757" y="3998"/>
                  </a:cubicBezTo>
                  <a:cubicBezTo>
                    <a:pt x="4771" y="7239"/>
                    <a:pt x="2786" y="10503"/>
                    <a:pt x="777" y="13744"/>
                  </a:cubicBezTo>
                  <a:cubicBezTo>
                    <a:pt x="1" y="15022"/>
                    <a:pt x="161" y="17008"/>
                    <a:pt x="1279" y="18263"/>
                  </a:cubicBezTo>
                  <a:cubicBezTo>
                    <a:pt x="1958" y="19027"/>
                    <a:pt x="2996" y="19458"/>
                    <a:pt x="4019" y="19458"/>
                  </a:cubicBezTo>
                  <a:cubicBezTo>
                    <a:pt x="4647" y="19458"/>
                    <a:pt x="5269" y="19295"/>
                    <a:pt x="5799" y="18948"/>
                  </a:cubicBezTo>
                  <a:cubicBezTo>
                    <a:pt x="6278" y="18629"/>
                    <a:pt x="6666" y="18218"/>
                    <a:pt x="7031" y="17761"/>
                  </a:cubicBezTo>
                  <a:cubicBezTo>
                    <a:pt x="7579" y="17099"/>
                    <a:pt x="8058" y="16392"/>
                    <a:pt x="8538" y="15661"/>
                  </a:cubicBezTo>
                  <a:cubicBezTo>
                    <a:pt x="10683" y="12443"/>
                    <a:pt x="12852" y="9225"/>
                    <a:pt x="14586" y="5755"/>
                  </a:cubicBezTo>
                  <a:cubicBezTo>
                    <a:pt x="14906" y="5116"/>
                    <a:pt x="15225" y="4431"/>
                    <a:pt x="15294" y="3701"/>
                  </a:cubicBezTo>
                  <a:cubicBezTo>
                    <a:pt x="15408" y="2537"/>
                    <a:pt x="14837" y="1327"/>
                    <a:pt x="13879" y="642"/>
                  </a:cubicBezTo>
                  <a:cubicBezTo>
                    <a:pt x="13250" y="218"/>
                    <a:pt x="12500" y="0"/>
                    <a:pt x="117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6"/>
            <p:cNvSpPr/>
            <p:nvPr/>
          </p:nvSpPr>
          <p:spPr>
            <a:xfrm flipH="1">
              <a:off x="3311033" y="3038519"/>
              <a:ext cx="285712" cy="376837"/>
            </a:xfrm>
            <a:custGeom>
              <a:rect b="b" l="l" r="r" t="t"/>
              <a:pathLst>
                <a:path extrusionOk="0" h="18816" w="14266">
                  <a:moveTo>
                    <a:pt x="12737" y="0"/>
                  </a:moveTo>
                  <a:cubicBezTo>
                    <a:pt x="12737" y="0"/>
                    <a:pt x="13262" y="2306"/>
                    <a:pt x="11641" y="4816"/>
                  </a:cubicBezTo>
                  <a:cubicBezTo>
                    <a:pt x="10020" y="7327"/>
                    <a:pt x="5181" y="15156"/>
                    <a:pt x="3903" y="16571"/>
                  </a:cubicBezTo>
                  <a:cubicBezTo>
                    <a:pt x="3155" y="17401"/>
                    <a:pt x="1970" y="17599"/>
                    <a:pt x="1100" y="17599"/>
                  </a:cubicBezTo>
                  <a:cubicBezTo>
                    <a:pt x="510" y="17599"/>
                    <a:pt x="65" y="17508"/>
                    <a:pt x="0" y="17462"/>
                  </a:cubicBezTo>
                  <a:lnTo>
                    <a:pt x="0" y="17462"/>
                  </a:lnTo>
                  <a:cubicBezTo>
                    <a:pt x="46" y="17507"/>
                    <a:pt x="91" y="17553"/>
                    <a:pt x="137" y="17621"/>
                  </a:cubicBezTo>
                  <a:cubicBezTo>
                    <a:pt x="816" y="18385"/>
                    <a:pt x="1854" y="18816"/>
                    <a:pt x="2877" y="18816"/>
                  </a:cubicBezTo>
                  <a:cubicBezTo>
                    <a:pt x="3505" y="18816"/>
                    <a:pt x="4127" y="18653"/>
                    <a:pt x="4657" y="18306"/>
                  </a:cubicBezTo>
                  <a:cubicBezTo>
                    <a:pt x="5136" y="17987"/>
                    <a:pt x="5524" y="17576"/>
                    <a:pt x="5889" y="17119"/>
                  </a:cubicBezTo>
                  <a:cubicBezTo>
                    <a:pt x="6414" y="16457"/>
                    <a:pt x="6916" y="15750"/>
                    <a:pt x="7396" y="15019"/>
                  </a:cubicBezTo>
                  <a:cubicBezTo>
                    <a:pt x="9541" y="11801"/>
                    <a:pt x="11710" y="8583"/>
                    <a:pt x="13444" y="5113"/>
                  </a:cubicBezTo>
                  <a:cubicBezTo>
                    <a:pt x="13764" y="4474"/>
                    <a:pt x="14083" y="3789"/>
                    <a:pt x="14152" y="3059"/>
                  </a:cubicBezTo>
                  <a:cubicBezTo>
                    <a:pt x="14266" y="1895"/>
                    <a:pt x="13695" y="685"/>
                    <a:pt x="12737" y="0"/>
                  </a:cubicBezTo>
                  <a:close/>
                </a:path>
              </a:pathLst>
            </a:custGeom>
            <a:solidFill>
              <a:schemeClr val="dk1">
                <a:alpha val="297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6"/>
            <p:cNvSpPr/>
            <p:nvPr/>
          </p:nvSpPr>
          <p:spPr>
            <a:xfrm flipH="1">
              <a:off x="3397429" y="3183403"/>
              <a:ext cx="222185" cy="231938"/>
            </a:xfrm>
            <a:custGeom>
              <a:rect b="b" l="l" r="r" t="t"/>
              <a:pathLst>
                <a:path extrusionOk="0" h="11581" w="11094">
                  <a:moveTo>
                    <a:pt x="4383" y="1"/>
                  </a:moveTo>
                  <a:cubicBezTo>
                    <a:pt x="3174" y="1964"/>
                    <a:pt x="1987" y="3927"/>
                    <a:pt x="777" y="5867"/>
                  </a:cubicBezTo>
                  <a:cubicBezTo>
                    <a:pt x="1" y="7145"/>
                    <a:pt x="161" y="9131"/>
                    <a:pt x="1279" y="10386"/>
                  </a:cubicBezTo>
                  <a:cubicBezTo>
                    <a:pt x="1958" y="11150"/>
                    <a:pt x="2996" y="11581"/>
                    <a:pt x="4019" y="11581"/>
                  </a:cubicBezTo>
                  <a:cubicBezTo>
                    <a:pt x="4647" y="11581"/>
                    <a:pt x="5269" y="11418"/>
                    <a:pt x="5799" y="11071"/>
                  </a:cubicBezTo>
                  <a:cubicBezTo>
                    <a:pt x="6278" y="10752"/>
                    <a:pt x="6666" y="10341"/>
                    <a:pt x="7031" y="9884"/>
                  </a:cubicBezTo>
                  <a:cubicBezTo>
                    <a:pt x="7579" y="9222"/>
                    <a:pt x="8058" y="8515"/>
                    <a:pt x="8538" y="7784"/>
                  </a:cubicBezTo>
                  <a:cubicBezTo>
                    <a:pt x="9382" y="6506"/>
                    <a:pt x="10249" y="5228"/>
                    <a:pt x="11094" y="3927"/>
                  </a:cubicBezTo>
                  <a:lnTo>
                    <a:pt x="11094" y="3927"/>
                  </a:lnTo>
                  <a:cubicBezTo>
                    <a:pt x="10803" y="3978"/>
                    <a:pt x="10510" y="4002"/>
                    <a:pt x="10218" y="4002"/>
                  </a:cubicBezTo>
                  <a:cubicBezTo>
                    <a:pt x="9207" y="4002"/>
                    <a:pt x="8203" y="3718"/>
                    <a:pt x="7282" y="3311"/>
                  </a:cubicBezTo>
                  <a:cubicBezTo>
                    <a:pt x="6575" y="2991"/>
                    <a:pt x="5890" y="2603"/>
                    <a:pt x="5365" y="2055"/>
                  </a:cubicBezTo>
                  <a:cubicBezTo>
                    <a:pt x="4817" y="1507"/>
                    <a:pt x="4429" y="777"/>
                    <a:pt x="440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6"/>
            <p:cNvSpPr/>
            <p:nvPr/>
          </p:nvSpPr>
          <p:spPr>
            <a:xfrm flipH="1">
              <a:off x="3397432" y="3259740"/>
              <a:ext cx="199314" cy="155594"/>
            </a:xfrm>
            <a:custGeom>
              <a:rect b="b" l="l" r="r" t="t"/>
              <a:pathLst>
                <a:path extrusionOk="0" h="7769" w="9952">
                  <a:moveTo>
                    <a:pt x="7669" y="1"/>
                  </a:moveTo>
                  <a:cubicBezTo>
                    <a:pt x="6095" y="2489"/>
                    <a:pt x="4542" y="4817"/>
                    <a:pt x="3903" y="5524"/>
                  </a:cubicBezTo>
                  <a:cubicBezTo>
                    <a:pt x="3155" y="6354"/>
                    <a:pt x="1970" y="6552"/>
                    <a:pt x="1100" y="6552"/>
                  </a:cubicBezTo>
                  <a:cubicBezTo>
                    <a:pt x="510" y="6552"/>
                    <a:pt x="65" y="6461"/>
                    <a:pt x="0" y="6415"/>
                  </a:cubicBezTo>
                  <a:lnTo>
                    <a:pt x="0" y="6415"/>
                  </a:lnTo>
                  <a:cubicBezTo>
                    <a:pt x="46" y="6460"/>
                    <a:pt x="91" y="6506"/>
                    <a:pt x="137" y="6574"/>
                  </a:cubicBezTo>
                  <a:cubicBezTo>
                    <a:pt x="816" y="7338"/>
                    <a:pt x="1854" y="7769"/>
                    <a:pt x="2877" y="7769"/>
                  </a:cubicBezTo>
                  <a:cubicBezTo>
                    <a:pt x="3505" y="7769"/>
                    <a:pt x="4127" y="7606"/>
                    <a:pt x="4657" y="7259"/>
                  </a:cubicBezTo>
                  <a:cubicBezTo>
                    <a:pt x="5136" y="6940"/>
                    <a:pt x="5524" y="6529"/>
                    <a:pt x="5889" y="6072"/>
                  </a:cubicBezTo>
                  <a:cubicBezTo>
                    <a:pt x="6437" y="5410"/>
                    <a:pt x="6916" y="4703"/>
                    <a:pt x="7396" y="3972"/>
                  </a:cubicBezTo>
                  <a:cubicBezTo>
                    <a:pt x="8240" y="2694"/>
                    <a:pt x="9107" y="1416"/>
                    <a:pt x="9952" y="115"/>
                  </a:cubicBezTo>
                  <a:lnTo>
                    <a:pt x="9952" y="115"/>
                  </a:lnTo>
                  <a:cubicBezTo>
                    <a:pt x="9679" y="164"/>
                    <a:pt x="9403" y="187"/>
                    <a:pt x="9126" y="187"/>
                  </a:cubicBezTo>
                  <a:cubicBezTo>
                    <a:pt x="8639" y="187"/>
                    <a:pt x="8150" y="117"/>
                    <a:pt x="76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7" name="Google Shape;117;p16"/>
          <p:cNvGrpSpPr/>
          <p:nvPr/>
        </p:nvGrpSpPr>
        <p:grpSpPr>
          <a:xfrm>
            <a:off x="8596540" y="1478649"/>
            <a:ext cx="150927" cy="143533"/>
            <a:chOff x="3716290" y="4256524"/>
            <a:chExt cx="150927" cy="143533"/>
          </a:xfrm>
        </p:grpSpPr>
        <p:sp>
          <p:nvSpPr>
            <p:cNvPr id="118" name="Google Shape;118;p16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6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6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7"/>
          <p:cNvSpPr txBox="1"/>
          <p:nvPr>
            <p:ph idx="1" type="subTitle"/>
          </p:nvPr>
        </p:nvSpPr>
        <p:spPr>
          <a:xfrm>
            <a:off x="849775" y="2573200"/>
            <a:ext cx="3348600" cy="42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23" name="Google Shape;123;p17"/>
          <p:cNvSpPr txBox="1"/>
          <p:nvPr>
            <p:ph idx="2" type="subTitle"/>
          </p:nvPr>
        </p:nvSpPr>
        <p:spPr>
          <a:xfrm>
            <a:off x="4945650" y="2573200"/>
            <a:ext cx="3348600" cy="42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24" name="Google Shape;124;p17"/>
          <p:cNvSpPr txBox="1"/>
          <p:nvPr>
            <p:ph idx="3" type="subTitle"/>
          </p:nvPr>
        </p:nvSpPr>
        <p:spPr>
          <a:xfrm>
            <a:off x="849775" y="2995075"/>
            <a:ext cx="3348600" cy="10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7"/>
          <p:cNvSpPr txBox="1"/>
          <p:nvPr>
            <p:ph idx="4" type="subTitle"/>
          </p:nvPr>
        </p:nvSpPr>
        <p:spPr>
          <a:xfrm>
            <a:off x="4945650" y="2995075"/>
            <a:ext cx="3348600" cy="10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1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27" name="Google Shape;127;p17"/>
          <p:cNvSpPr/>
          <p:nvPr/>
        </p:nvSpPr>
        <p:spPr>
          <a:xfrm flipH="1" rot="-6816878">
            <a:off x="540997" y="4282636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17"/>
          <p:cNvSpPr/>
          <p:nvPr/>
        </p:nvSpPr>
        <p:spPr>
          <a:xfrm>
            <a:off x="6560881" y="4965629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7"/>
          <p:cNvSpPr/>
          <p:nvPr/>
        </p:nvSpPr>
        <p:spPr>
          <a:xfrm>
            <a:off x="3615878" y="4837952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7"/>
          <p:cNvSpPr/>
          <p:nvPr/>
        </p:nvSpPr>
        <p:spPr>
          <a:xfrm flipH="1" rot="-5735881">
            <a:off x="8422919" y="4767152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7"/>
          <p:cNvSpPr/>
          <p:nvPr/>
        </p:nvSpPr>
        <p:spPr>
          <a:xfrm>
            <a:off x="1951612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7"/>
          <p:cNvSpPr/>
          <p:nvPr/>
        </p:nvSpPr>
        <p:spPr>
          <a:xfrm>
            <a:off x="299801" y="999194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7"/>
          <p:cNvSpPr/>
          <p:nvPr/>
        </p:nvSpPr>
        <p:spPr>
          <a:xfrm flipH="1" rot="-570776">
            <a:off x="8346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7"/>
          <p:cNvSpPr/>
          <p:nvPr/>
        </p:nvSpPr>
        <p:spPr>
          <a:xfrm rot="570776">
            <a:off x="-62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7"/>
          <p:cNvSpPr/>
          <p:nvPr/>
        </p:nvSpPr>
        <p:spPr>
          <a:xfrm>
            <a:off x="8821275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7"/>
          <p:cNvSpPr/>
          <p:nvPr/>
        </p:nvSpPr>
        <p:spPr>
          <a:xfrm rot="5735881">
            <a:off x="8607196" y="25128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4489705" y="4147767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7"/>
          <p:cNvSpPr/>
          <p:nvPr/>
        </p:nvSpPr>
        <p:spPr>
          <a:xfrm flipH="1">
            <a:off x="940006" y="2222958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41" name="Google Shape;141;p18"/>
          <p:cNvSpPr/>
          <p:nvPr/>
        </p:nvSpPr>
        <p:spPr>
          <a:xfrm flipH="1" rot="-6816878">
            <a:off x="540997" y="4282636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8"/>
          <p:cNvSpPr/>
          <p:nvPr/>
        </p:nvSpPr>
        <p:spPr>
          <a:xfrm>
            <a:off x="627781" y="335313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8"/>
          <p:cNvSpPr/>
          <p:nvPr/>
        </p:nvSpPr>
        <p:spPr>
          <a:xfrm>
            <a:off x="6560881" y="4965629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8"/>
          <p:cNvSpPr/>
          <p:nvPr/>
        </p:nvSpPr>
        <p:spPr>
          <a:xfrm>
            <a:off x="3615878" y="4837952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8"/>
          <p:cNvSpPr/>
          <p:nvPr/>
        </p:nvSpPr>
        <p:spPr>
          <a:xfrm>
            <a:off x="7395953" y="260865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8"/>
          <p:cNvSpPr/>
          <p:nvPr/>
        </p:nvSpPr>
        <p:spPr>
          <a:xfrm flipH="1" rot="-5735881">
            <a:off x="8422919" y="4767152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8"/>
          <p:cNvSpPr/>
          <p:nvPr/>
        </p:nvSpPr>
        <p:spPr>
          <a:xfrm rot="-1531528">
            <a:off x="8645969" y="2554671"/>
            <a:ext cx="174638" cy="113415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8"/>
          <p:cNvSpPr/>
          <p:nvPr/>
        </p:nvSpPr>
        <p:spPr>
          <a:xfrm>
            <a:off x="8821275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8"/>
          <p:cNvSpPr/>
          <p:nvPr/>
        </p:nvSpPr>
        <p:spPr>
          <a:xfrm>
            <a:off x="1951612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8"/>
          <p:cNvSpPr/>
          <p:nvPr/>
        </p:nvSpPr>
        <p:spPr>
          <a:xfrm flipH="1" rot="-570776">
            <a:off x="8346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8"/>
          <p:cNvSpPr/>
          <p:nvPr/>
        </p:nvSpPr>
        <p:spPr>
          <a:xfrm rot="570776">
            <a:off x="-62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2" name="Google Shape;152;p18"/>
          <p:cNvGrpSpPr/>
          <p:nvPr/>
        </p:nvGrpSpPr>
        <p:grpSpPr>
          <a:xfrm flipH="1" rot="-1130991">
            <a:off x="4134722" y="4303983"/>
            <a:ext cx="874559" cy="1481121"/>
            <a:chOff x="-117729" y="1733810"/>
            <a:chExt cx="874530" cy="1481072"/>
          </a:xfrm>
        </p:grpSpPr>
        <p:sp>
          <p:nvSpPr>
            <p:cNvPr id="153" name="Google Shape;153;p18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18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18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56" name="Google Shape;156;p18"/>
          <p:cNvGrpSpPr/>
          <p:nvPr/>
        </p:nvGrpSpPr>
        <p:grpSpPr>
          <a:xfrm>
            <a:off x="8596540" y="1478649"/>
            <a:ext cx="150927" cy="143533"/>
            <a:chOff x="3716290" y="4256524"/>
            <a:chExt cx="150927" cy="143533"/>
          </a:xfrm>
        </p:grpSpPr>
        <p:sp>
          <p:nvSpPr>
            <p:cNvPr id="157" name="Google Shape;157;p18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18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18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62" name="Google Shape;162;p19"/>
          <p:cNvSpPr txBox="1"/>
          <p:nvPr>
            <p:ph idx="1" type="body"/>
          </p:nvPr>
        </p:nvSpPr>
        <p:spPr>
          <a:xfrm>
            <a:off x="720000" y="1784750"/>
            <a:ext cx="4695600" cy="229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163" name="Google Shape;163;p19"/>
          <p:cNvSpPr/>
          <p:nvPr/>
        </p:nvSpPr>
        <p:spPr>
          <a:xfrm flipH="1" rot="-6816878">
            <a:off x="8367414" y="4581811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9"/>
          <p:cNvSpPr/>
          <p:nvPr/>
        </p:nvSpPr>
        <p:spPr>
          <a:xfrm flipH="1" rot="3524071">
            <a:off x="1303236" y="4648594"/>
            <a:ext cx="122996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9"/>
          <p:cNvSpPr/>
          <p:nvPr/>
        </p:nvSpPr>
        <p:spPr>
          <a:xfrm>
            <a:off x="1523297" y="220730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9"/>
          <p:cNvSpPr/>
          <p:nvPr/>
        </p:nvSpPr>
        <p:spPr>
          <a:xfrm>
            <a:off x="8731324" y="3334621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9"/>
          <p:cNvSpPr/>
          <p:nvPr/>
        </p:nvSpPr>
        <p:spPr>
          <a:xfrm rot="3523992">
            <a:off x="288466" y="4163846"/>
            <a:ext cx="68124" cy="64986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9"/>
          <p:cNvSpPr/>
          <p:nvPr/>
        </p:nvSpPr>
        <p:spPr>
          <a:xfrm flipH="1" rot="-5735881">
            <a:off x="250999" y="2661952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9"/>
          <p:cNvSpPr/>
          <p:nvPr/>
        </p:nvSpPr>
        <p:spPr>
          <a:xfrm flipH="1">
            <a:off x="223267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9"/>
          <p:cNvSpPr/>
          <p:nvPr/>
        </p:nvSpPr>
        <p:spPr>
          <a:xfrm flipH="1" rot="-570776">
            <a:off x="8346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9"/>
          <p:cNvSpPr/>
          <p:nvPr/>
        </p:nvSpPr>
        <p:spPr>
          <a:xfrm rot="570776">
            <a:off x="-62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9"/>
          <p:cNvSpPr/>
          <p:nvPr/>
        </p:nvSpPr>
        <p:spPr>
          <a:xfrm flipH="1">
            <a:off x="7093550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9"/>
          <p:cNvSpPr/>
          <p:nvPr>
            <p:ph idx="2" type="pic"/>
          </p:nvPr>
        </p:nvSpPr>
        <p:spPr>
          <a:xfrm>
            <a:off x="5431536" y="1426464"/>
            <a:ext cx="2825400" cy="28254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0"/>
          <p:cNvSpPr txBox="1"/>
          <p:nvPr>
            <p:ph type="title"/>
          </p:nvPr>
        </p:nvSpPr>
        <p:spPr>
          <a:xfrm>
            <a:off x="1388100" y="1221400"/>
            <a:ext cx="63678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76" name="Google Shape;176;p20"/>
          <p:cNvSpPr/>
          <p:nvPr/>
        </p:nvSpPr>
        <p:spPr>
          <a:xfrm>
            <a:off x="-13048" y="2051750"/>
            <a:ext cx="9170088" cy="3115067"/>
          </a:xfrm>
          <a:custGeom>
            <a:rect b="b" l="l" r="r" t="t"/>
            <a:pathLst>
              <a:path extrusionOk="0" h="115437" w="285317">
                <a:moveTo>
                  <a:pt x="1114" y="1"/>
                </a:moveTo>
                <a:cubicBezTo>
                  <a:pt x="743" y="1"/>
                  <a:pt x="371" y="4"/>
                  <a:pt x="0" y="10"/>
                </a:cubicBezTo>
                <a:lnTo>
                  <a:pt x="0" y="115437"/>
                </a:lnTo>
                <a:lnTo>
                  <a:pt x="285316" y="115437"/>
                </a:lnTo>
                <a:lnTo>
                  <a:pt x="285316" y="16649"/>
                </a:lnTo>
                <a:cubicBezTo>
                  <a:pt x="275981" y="17517"/>
                  <a:pt x="266737" y="22219"/>
                  <a:pt x="260505" y="29363"/>
                </a:cubicBezTo>
                <a:cubicBezTo>
                  <a:pt x="255233" y="35366"/>
                  <a:pt x="250873" y="43355"/>
                  <a:pt x="243067" y="45021"/>
                </a:cubicBezTo>
                <a:cubicBezTo>
                  <a:pt x="241949" y="45253"/>
                  <a:pt x="240817" y="45339"/>
                  <a:pt x="239680" y="45339"/>
                </a:cubicBezTo>
                <a:cubicBezTo>
                  <a:pt x="237914" y="45339"/>
                  <a:pt x="236134" y="45133"/>
                  <a:pt x="234370" y="44952"/>
                </a:cubicBezTo>
                <a:cubicBezTo>
                  <a:pt x="231734" y="44685"/>
                  <a:pt x="229019" y="44498"/>
                  <a:pt x="226316" y="44498"/>
                </a:cubicBezTo>
                <a:cubicBezTo>
                  <a:pt x="219329" y="44498"/>
                  <a:pt x="212416" y="45750"/>
                  <a:pt x="207117" y="50111"/>
                </a:cubicBezTo>
                <a:cubicBezTo>
                  <a:pt x="200087" y="55886"/>
                  <a:pt x="197850" y="65495"/>
                  <a:pt x="194997" y="74169"/>
                </a:cubicBezTo>
                <a:cubicBezTo>
                  <a:pt x="192166" y="82842"/>
                  <a:pt x="187168" y="92178"/>
                  <a:pt x="178288" y="94255"/>
                </a:cubicBezTo>
                <a:cubicBezTo>
                  <a:pt x="177041" y="94543"/>
                  <a:pt x="175796" y="94669"/>
                  <a:pt x="174551" y="94669"/>
                </a:cubicBezTo>
                <a:cubicBezTo>
                  <a:pt x="165708" y="94669"/>
                  <a:pt x="156917" y="88301"/>
                  <a:pt x="148045" y="88301"/>
                </a:cubicBezTo>
                <a:cubicBezTo>
                  <a:pt x="146875" y="88301"/>
                  <a:pt x="145703" y="88412"/>
                  <a:pt x="144530" y="88663"/>
                </a:cubicBezTo>
                <a:cubicBezTo>
                  <a:pt x="141060" y="89393"/>
                  <a:pt x="137956" y="91333"/>
                  <a:pt x="134646" y="92612"/>
                </a:cubicBezTo>
                <a:cubicBezTo>
                  <a:pt x="131720" y="93737"/>
                  <a:pt x="128631" y="94264"/>
                  <a:pt x="125532" y="94264"/>
                </a:cubicBezTo>
                <a:cubicBezTo>
                  <a:pt x="113985" y="94264"/>
                  <a:pt x="102305" y="86940"/>
                  <a:pt x="98400" y="75926"/>
                </a:cubicBezTo>
                <a:cubicBezTo>
                  <a:pt x="97190" y="72525"/>
                  <a:pt x="96642" y="68873"/>
                  <a:pt x="94930" y="65678"/>
                </a:cubicBezTo>
                <a:cubicBezTo>
                  <a:pt x="90993" y="58324"/>
                  <a:pt x="81998" y="55419"/>
                  <a:pt x="73534" y="55419"/>
                </a:cubicBezTo>
                <a:cubicBezTo>
                  <a:pt x="72724" y="55419"/>
                  <a:pt x="71919" y="55446"/>
                  <a:pt x="71124" y="55498"/>
                </a:cubicBezTo>
                <a:cubicBezTo>
                  <a:pt x="62016" y="56114"/>
                  <a:pt x="53160" y="59195"/>
                  <a:pt x="44030" y="59264"/>
                </a:cubicBezTo>
                <a:cubicBezTo>
                  <a:pt x="43906" y="59265"/>
                  <a:pt x="43782" y="59266"/>
                  <a:pt x="43658" y="59266"/>
                </a:cubicBezTo>
                <a:cubicBezTo>
                  <a:pt x="41834" y="59266"/>
                  <a:pt x="39970" y="59093"/>
                  <a:pt x="38347" y="58260"/>
                </a:cubicBezTo>
                <a:cubicBezTo>
                  <a:pt x="34261" y="56205"/>
                  <a:pt x="33120" y="50727"/>
                  <a:pt x="33964" y="46208"/>
                </a:cubicBezTo>
                <a:cubicBezTo>
                  <a:pt x="34809" y="41688"/>
                  <a:pt x="37091" y="37557"/>
                  <a:pt x="37958" y="33038"/>
                </a:cubicBezTo>
                <a:cubicBezTo>
                  <a:pt x="40241" y="21169"/>
                  <a:pt x="31864" y="9117"/>
                  <a:pt x="20908" y="3981"/>
                </a:cubicBezTo>
                <a:cubicBezTo>
                  <a:pt x="14632" y="1016"/>
                  <a:pt x="7904" y="1"/>
                  <a:pt x="1114" y="1"/>
                </a:cubicBezTo>
                <a:close/>
              </a:path>
            </a:pathLst>
          </a:custGeom>
          <a:solidFill>
            <a:schemeClr val="lt1">
              <a:alpha val="4024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0"/>
          <p:cNvSpPr/>
          <p:nvPr/>
        </p:nvSpPr>
        <p:spPr>
          <a:xfrm>
            <a:off x="8821275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20"/>
          <p:cNvSpPr/>
          <p:nvPr/>
        </p:nvSpPr>
        <p:spPr>
          <a:xfrm rot="783234">
            <a:off x="-897830" y="4006315"/>
            <a:ext cx="1699397" cy="1359253"/>
          </a:xfrm>
          <a:custGeom>
            <a:rect b="b" l="l" r="r" t="t"/>
            <a:pathLst>
              <a:path extrusionOk="0" h="50371" w="62976">
                <a:moveTo>
                  <a:pt x="58341" y="1"/>
                </a:moveTo>
                <a:cubicBezTo>
                  <a:pt x="58190" y="1"/>
                  <a:pt x="58038" y="12"/>
                  <a:pt x="57886" y="34"/>
                </a:cubicBezTo>
                <a:cubicBezTo>
                  <a:pt x="56174" y="285"/>
                  <a:pt x="54964" y="1860"/>
                  <a:pt x="54371" y="3481"/>
                </a:cubicBezTo>
                <a:cubicBezTo>
                  <a:pt x="53503" y="5832"/>
                  <a:pt x="53595" y="8388"/>
                  <a:pt x="53435" y="10899"/>
                </a:cubicBezTo>
                <a:cubicBezTo>
                  <a:pt x="53275" y="13387"/>
                  <a:pt x="52750" y="16034"/>
                  <a:pt x="50992" y="17815"/>
                </a:cubicBezTo>
                <a:cubicBezTo>
                  <a:pt x="48984" y="19892"/>
                  <a:pt x="45857" y="20303"/>
                  <a:pt x="43255" y="21558"/>
                </a:cubicBezTo>
                <a:cubicBezTo>
                  <a:pt x="41109" y="22585"/>
                  <a:pt x="39283" y="24252"/>
                  <a:pt x="38051" y="26283"/>
                </a:cubicBezTo>
                <a:cubicBezTo>
                  <a:pt x="36270" y="29205"/>
                  <a:pt x="35745" y="32857"/>
                  <a:pt x="33600" y="35550"/>
                </a:cubicBezTo>
                <a:cubicBezTo>
                  <a:pt x="31751" y="37878"/>
                  <a:pt x="28829" y="39248"/>
                  <a:pt x="25862" y="39544"/>
                </a:cubicBezTo>
                <a:cubicBezTo>
                  <a:pt x="23762" y="39773"/>
                  <a:pt x="21616" y="39499"/>
                  <a:pt x="19539" y="39887"/>
                </a:cubicBezTo>
                <a:cubicBezTo>
                  <a:pt x="16047" y="40549"/>
                  <a:pt x="13194" y="42968"/>
                  <a:pt x="10341" y="45091"/>
                </a:cubicBezTo>
                <a:cubicBezTo>
                  <a:pt x="7671" y="47061"/>
                  <a:pt x="4608" y="48914"/>
                  <a:pt x="878" y="48914"/>
                </a:cubicBezTo>
                <a:cubicBezTo>
                  <a:pt x="589" y="48914"/>
                  <a:pt x="297" y="48903"/>
                  <a:pt x="1" y="48880"/>
                </a:cubicBezTo>
                <a:lnTo>
                  <a:pt x="1" y="48880"/>
                </a:lnTo>
                <a:cubicBezTo>
                  <a:pt x="1602" y="49874"/>
                  <a:pt x="3492" y="50371"/>
                  <a:pt x="5384" y="50371"/>
                </a:cubicBezTo>
                <a:cubicBezTo>
                  <a:pt x="7402" y="50371"/>
                  <a:pt x="9421" y="49806"/>
                  <a:pt x="11094" y="48675"/>
                </a:cubicBezTo>
                <a:cubicBezTo>
                  <a:pt x="12281" y="47853"/>
                  <a:pt x="13308" y="46803"/>
                  <a:pt x="14563" y="46072"/>
                </a:cubicBezTo>
                <a:cubicBezTo>
                  <a:pt x="16350" y="45060"/>
                  <a:pt x="18397" y="44844"/>
                  <a:pt x="20484" y="44844"/>
                </a:cubicBezTo>
                <a:cubicBezTo>
                  <a:pt x="21784" y="44844"/>
                  <a:pt x="23100" y="44928"/>
                  <a:pt x="24378" y="44954"/>
                </a:cubicBezTo>
                <a:cubicBezTo>
                  <a:pt x="24588" y="44958"/>
                  <a:pt x="24798" y="44959"/>
                  <a:pt x="25009" y="44959"/>
                </a:cubicBezTo>
                <a:cubicBezTo>
                  <a:pt x="28796" y="44959"/>
                  <a:pt x="32604" y="44364"/>
                  <a:pt x="36042" y="42786"/>
                </a:cubicBezTo>
                <a:cubicBezTo>
                  <a:pt x="39694" y="41119"/>
                  <a:pt x="42867" y="38312"/>
                  <a:pt x="44556" y="34705"/>
                </a:cubicBezTo>
                <a:cubicBezTo>
                  <a:pt x="45514" y="32674"/>
                  <a:pt x="46062" y="30323"/>
                  <a:pt x="47683" y="28771"/>
                </a:cubicBezTo>
                <a:cubicBezTo>
                  <a:pt x="49486" y="27059"/>
                  <a:pt x="52179" y="26739"/>
                  <a:pt x="54462" y="25712"/>
                </a:cubicBezTo>
                <a:cubicBezTo>
                  <a:pt x="57680" y="24252"/>
                  <a:pt x="60054" y="21261"/>
                  <a:pt x="61355" y="17975"/>
                </a:cubicBezTo>
                <a:cubicBezTo>
                  <a:pt x="62656" y="14688"/>
                  <a:pt x="62976" y="11081"/>
                  <a:pt x="62953" y="7543"/>
                </a:cubicBezTo>
                <a:cubicBezTo>
                  <a:pt x="62953" y="5832"/>
                  <a:pt x="62839" y="4051"/>
                  <a:pt x="62040" y="2522"/>
                </a:cubicBezTo>
                <a:cubicBezTo>
                  <a:pt x="61312" y="1129"/>
                  <a:pt x="59884" y="1"/>
                  <a:pt x="58341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0"/>
          <p:cNvSpPr/>
          <p:nvPr/>
        </p:nvSpPr>
        <p:spPr>
          <a:xfrm rot="1607863">
            <a:off x="-2808" y="3477367"/>
            <a:ext cx="449022" cy="1683379"/>
          </a:xfrm>
          <a:custGeom>
            <a:rect b="b" l="l" r="r" t="t"/>
            <a:pathLst>
              <a:path extrusionOk="0" h="62387" w="16641">
                <a:moveTo>
                  <a:pt x="5438" y="1"/>
                </a:moveTo>
                <a:cubicBezTo>
                  <a:pt x="5170" y="1"/>
                  <a:pt x="4901" y="24"/>
                  <a:pt x="4634" y="73"/>
                </a:cubicBezTo>
                <a:cubicBezTo>
                  <a:pt x="2831" y="415"/>
                  <a:pt x="1393" y="1853"/>
                  <a:pt x="708" y="3543"/>
                </a:cubicBezTo>
                <a:cubicBezTo>
                  <a:pt x="0" y="5232"/>
                  <a:pt x="0" y="7103"/>
                  <a:pt x="274" y="8906"/>
                </a:cubicBezTo>
                <a:cubicBezTo>
                  <a:pt x="959" y="13152"/>
                  <a:pt x="3173" y="16964"/>
                  <a:pt x="4839" y="20913"/>
                </a:cubicBezTo>
                <a:cubicBezTo>
                  <a:pt x="6483" y="24884"/>
                  <a:pt x="7579" y="29472"/>
                  <a:pt x="5912" y="33421"/>
                </a:cubicBezTo>
                <a:cubicBezTo>
                  <a:pt x="5136" y="35224"/>
                  <a:pt x="3858" y="36776"/>
                  <a:pt x="3196" y="38602"/>
                </a:cubicBezTo>
                <a:cubicBezTo>
                  <a:pt x="2078" y="41752"/>
                  <a:pt x="2945" y="45267"/>
                  <a:pt x="3972" y="48440"/>
                </a:cubicBezTo>
                <a:cubicBezTo>
                  <a:pt x="4520" y="50083"/>
                  <a:pt x="5091" y="51727"/>
                  <a:pt x="5227" y="53461"/>
                </a:cubicBezTo>
                <a:cubicBezTo>
                  <a:pt x="5433" y="56566"/>
                  <a:pt x="4109" y="59556"/>
                  <a:pt x="2831" y="62386"/>
                </a:cubicBezTo>
                <a:cubicBezTo>
                  <a:pt x="7738" y="57889"/>
                  <a:pt x="9975" y="51110"/>
                  <a:pt x="9359" y="44560"/>
                </a:cubicBezTo>
                <a:cubicBezTo>
                  <a:pt x="9199" y="42802"/>
                  <a:pt x="8834" y="40999"/>
                  <a:pt x="9222" y="39264"/>
                </a:cubicBezTo>
                <a:cubicBezTo>
                  <a:pt x="9633" y="37392"/>
                  <a:pt x="10843" y="35817"/>
                  <a:pt x="11824" y="34174"/>
                </a:cubicBezTo>
                <a:cubicBezTo>
                  <a:pt x="16640" y="26117"/>
                  <a:pt x="15887" y="15777"/>
                  <a:pt x="12577" y="7012"/>
                </a:cubicBezTo>
                <a:cubicBezTo>
                  <a:pt x="11915" y="5209"/>
                  <a:pt x="11116" y="3406"/>
                  <a:pt x="9793" y="2036"/>
                </a:cubicBezTo>
                <a:cubicBezTo>
                  <a:pt x="8658" y="842"/>
                  <a:pt x="7053" y="1"/>
                  <a:pt x="5438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80" name="Google Shape;180;p20"/>
          <p:cNvGrpSpPr/>
          <p:nvPr/>
        </p:nvGrpSpPr>
        <p:grpSpPr>
          <a:xfrm>
            <a:off x="-117729" y="1733810"/>
            <a:ext cx="874530" cy="1481072"/>
            <a:chOff x="-117729" y="1733810"/>
            <a:chExt cx="874530" cy="1481072"/>
          </a:xfrm>
        </p:grpSpPr>
        <p:sp>
          <p:nvSpPr>
            <p:cNvPr id="181" name="Google Shape;181;p20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p20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20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4" name="Google Shape;184;p20"/>
          <p:cNvSpPr/>
          <p:nvPr/>
        </p:nvSpPr>
        <p:spPr>
          <a:xfrm flipH="1">
            <a:off x="3198968" y="305926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20"/>
          <p:cNvSpPr/>
          <p:nvPr/>
        </p:nvSpPr>
        <p:spPr>
          <a:xfrm flipH="1">
            <a:off x="5914460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0"/>
          <p:cNvSpPr/>
          <p:nvPr/>
        </p:nvSpPr>
        <p:spPr>
          <a:xfrm rot="-2700000">
            <a:off x="8464830" y="648414"/>
            <a:ext cx="122997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0"/>
          <p:cNvSpPr/>
          <p:nvPr/>
        </p:nvSpPr>
        <p:spPr>
          <a:xfrm flipH="1">
            <a:off x="3549635" y="48333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20"/>
          <p:cNvSpPr/>
          <p:nvPr/>
        </p:nvSpPr>
        <p:spPr>
          <a:xfrm>
            <a:off x="5932975" y="4843202"/>
            <a:ext cx="93021" cy="11342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20"/>
          <p:cNvSpPr/>
          <p:nvPr/>
        </p:nvSpPr>
        <p:spPr>
          <a:xfrm>
            <a:off x="597062" y="3646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0" name="Google Shape;190;p20"/>
          <p:cNvGrpSpPr/>
          <p:nvPr/>
        </p:nvGrpSpPr>
        <p:grpSpPr>
          <a:xfrm>
            <a:off x="8154826" y="3096390"/>
            <a:ext cx="1299652" cy="2651951"/>
            <a:chOff x="8154826" y="3096390"/>
            <a:chExt cx="1299652" cy="2651951"/>
          </a:xfrm>
        </p:grpSpPr>
        <p:sp>
          <p:nvSpPr>
            <p:cNvPr id="191" name="Google Shape;191;p20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20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1"/>
          <p:cNvSpPr/>
          <p:nvPr/>
        </p:nvSpPr>
        <p:spPr>
          <a:xfrm flipH="1">
            <a:off x="-12946" y="2051750"/>
            <a:ext cx="9170088" cy="3115067"/>
          </a:xfrm>
          <a:custGeom>
            <a:rect b="b" l="l" r="r" t="t"/>
            <a:pathLst>
              <a:path extrusionOk="0" h="115437" w="285317">
                <a:moveTo>
                  <a:pt x="1114" y="1"/>
                </a:moveTo>
                <a:cubicBezTo>
                  <a:pt x="743" y="1"/>
                  <a:pt x="371" y="4"/>
                  <a:pt x="0" y="10"/>
                </a:cubicBezTo>
                <a:lnTo>
                  <a:pt x="0" y="115437"/>
                </a:lnTo>
                <a:lnTo>
                  <a:pt x="285316" y="115437"/>
                </a:lnTo>
                <a:lnTo>
                  <a:pt x="285316" y="16649"/>
                </a:lnTo>
                <a:cubicBezTo>
                  <a:pt x="275981" y="17517"/>
                  <a:pt x="266737" y="22219"/>
                  <a:pt x="260505" y="29363"/>
                </a:cubicBezTo>
                <a:cubicBezTo>
                  <a:pt x="255233" y="35366"/>
                  <a:pt x="250873" y="43355"/>
                  <a:pt x="243067" y="45021"/>
                </a:cubicBezTo>
                <a:cubicBezTo>
                  <a:pt x="241949" y="45253"/>
                  <a:pt x="240817" y="45339"/>
                  <a:pt x="239680" y="45339"/>
                </a:cubicBezTo>
                <a:cubicBezTo>
                  <a:pt x="237914" y="45339"/>
                  <a:pt x="236134" y="45133"/>
                  <a:pt x="234370" y="44952"/>
                </a:cubicBezTo>
                <a:cubicBezTo>
                  <a:pt x="231734" y="44685"/>
                  <a:pt x="229019" y="44498"/>
                  <a:pt x="226316" y="44498"/>
                </a:cubicBezTo>
                <a:cubicBezTo>
                  <a:pt x="219329" y="44498"/>
                  <a:pt x="212416" y="45750"/>
                  <a:pt x="207117" y="50111"/>
                </a:cubicBezTo>
                <a:cubicBezTo>
                  <a:pt x="200087" y="55886"/>
                  <a:pt x="197850" y="65495"/>
                  <a:pt x="194997" y="74169"/>
                </a:cubicBezTo>
                <a:cubicBezTo>
                  <a:pt x="192166" y="82842"/>
                  <a:pt x="187168" y="92178"/>
                  <a:pt x="178288" y="94255"/>
                </a:cubicBezTo>
                <a:cubicBezTo>
                  <a:pt x="177041" y="94543"/>
                  <a:pt x="175796" y="94669"/>
                  <a:pt x="174551" y="94669"/>
                </a:cubicBezTo>
                <a:cubicBezTo>
                  <a:pt x="165708" y="94669"/>
                  <a:pt x="156917" y="88301"/>
                  <a:pt x="148045" y="88301"/>
                </a:cubicBezTo>
                <a:cubicBezTo>
                  <a:pt x="146875" y="88301"/>
                  <a:pt x="145703" y="88412"/>
                  <a:pt x="144530" y="88663"/>
                </a:cubicBezTo>
                <a:cubicBezTo>
                  <a:pt x="141060" y="89393"/>
                  <a:pt x="137956" y="91333"/>
                  <a:pt x="134646" y="92612"/>
                </a:cubicBezTo>
                <a:cubicBezTo>
                  <a:pt x="131720" y="93737"/>
                  <a:pt x="128631" y="94264"/>
                  <a:pt x="125532" y="94264"/>
                </a:cubicBezTo>
                <a:cubicBezTo>
                  <a:pt x="113985" y="94264"/>
                  <a:pt x="102305" y="86940"/>
                  <a:pt x="98400" y="75926"/>
                </a:cubicBezTo>
                <a:cubicBezTo>
                  <a:pt x="97190" y="72525"/>
                  <a:pt x="96642" y="68873"/>
                  <a:pt x="94930" y="65678"/>
                </a:cubicBezTo>
                <a:cubicBezTo>
                  <a:pt x="90993" y="58324"/>
                  <a:pt x="81998" y="55419"/>
                  <a:pt x="73534" y="55419"/>
                </a:cubicBezTo>
                <a:cubicBezTo>
                  <a:pt x="72724" y="55419"/>
                  <a:pt x="71919" y="55446"/>
                  <a:pt x="71124" y="55498"/>
                </a:cubicBezTo>
                <a:cubicBezTo>
                  <a:pt x="62016" y="56114"/>
                  <a:pt x="53160" y="59195"/>
                  <a:pt x="44030" y="59264"/>
                </a:cubicBezTo>
                <a:cubicBezTo>
                  <a:pt x="43906" y="59265"/>
                  <a:pt x="43782" y="59266"/>
                  <a:pt x="43658" y="59266"/>
                </a:cubicBezTo>
                <a:cubicBezTo>
                  <a:pt x="41834" y="59266"/>
                  <a:pt x="39970" y="59093"/>
                  <a:pt x="38347" y="58260"/>
                </a:cubicBezTo>
                <a:cubicBezTo>
                  <a:pt x="34261" y="56205"/>
                  <a:pt x="33120" y="50727"/>
                  <a:pt x="33964" y="46208"/>
                </a:cubicBezTo>
                <a:cubicBezTo>
                  <a:pt x="34809" y="41688"/>
                  <a:pt x="37091" y="37557"/>
                  <a:pt x="37958" y="33038"/>
                </a:cubicBezTo>
                <a:cubicBezTo>
                  <a:pt x="40241" y="21169"/>
                  <a:pt x="31864" y="9117"/>
                  <a:pt x="20908" y="3981"/>
                </a:cubicBezTo>
                <a:cubicBezTo>
                  <a:pt x="14632" y="1016"/>
                  <a:pt x="7904" y="1"/>
                  <a:pt x="1114" y="1"/>
                </a:cubicBezTo>
                <a:close/>
              </a:path>
            </a:pathLst>
          </a:custGeom>
          <a:solidFill>
            <a:schemeClr val="lt1">
              <a:alpha val="4024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21"/>
          <p:cNvSpPr txBox="1"/>
          <p:nvPr>
            <p:ph type="title"/>
          </p:nvPr>
        </p:nvSpPr>
        <p:spPr>
          <a:xfrm>
            <a:off x="1905025" y="814650"/>
            <a:ext cx="5334000" cy="84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6" name="Google Shape;196;p21"/>
          <p:cNvSpPr txBox="1"/>
          <p:nvPr>
            <p:ph idx="1" type="subTitle"/>
          </p:nvPr>
        </p:nvSpPr>
        <p:spPr>
          <a:xfrm>
            <a:off x="2170400" y="1656450"/>
            <a:ext cx="4803300" cy="13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97" name="Google Shape;197;p21"/>
          <p:cNvSpPr/>
          <p:nvPr/>
        </p:nvSpPr>
        <p:spPr>
          <a:xfrm flipH="1">
            <a:off x="209767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1"/>
          <p:cNvSpPr/>
          <p:nvPr/>
        </p:nvSpPr>
        <p:spPr>
          <a:xfrm flipH="1">
            <a:off x="8864322" y="2599138"/>
            <a:ext cx="449057" cy="1683513"/>
          </a:xfrm>
          <a:custGeom>
            <a:rect b="b" l="l" r="r" t="t"/>
            <a:pathLst>
              <a:path extrusionOk="0" h="62387" w="16641">
                <a:moveTo>
                  <a:pt x="5438" y="1"/>
                </a:moveTo>
                <a:cubicBezTo>
                  <a:pt x="5170" y="1"/>
                  <a:pt x="4901" y="24"/>
                  <a:pt x="4634" y="73"/>
                </a:cubicBezTo>
                <a:cubicBezTo>
                  <a:pt x="2831" y="415"/>
                  <a:pt x="1393" y="1853"/>
                  <a:pt x="708" y="3543"/>
                </a:cubicBezTo>
                <a:cubicBezTo>
                  <a:pt x="0" y="5232"/>
                  <a:pt x="0" y="7103"/>
                  <a:pt x="274" y="8906"/>
                </a:cubicBezTo>
                <a:cubicBezTo>
                  <a:pt x="959" y="13152"/>
                  <a:pt x="3173" y="16964"/>
                  <a:pt x="4839" y="20913"/>
                </a:cubicBezTo>
                <a:cubicBezTo>
                  <a:pt x="6483" y="24884"/>
                  <a:pt x="7579" y="29472"/>
                  <a:pt x="5912" y="33421"/>
                </a:cubicBezTo>
                <a:cubicBezTo>
                  <a:pt x="5136" y="35224"/>
                  <a:pt x="3858" y="36776"/>
                  <a:pt x="3196" y="38602"/>
                </a:cubicBezTo>
                <a:cubicBezTo>
                  <a:pt x="2078" y="41752"/>
                  <a:pt x="2945" y="45267"/>
                  <a:pt x="3972" y="48440"/>
                </a:cubicBezTo>
                <a:cubicBezTo>
                  <a:pt x="4520" y="50083"/>
                  <a:pt x="5091" y="51727"/>
                  <a:pt x="5227" y="53461"/>
                </a:cubicBezTo>
                <a:cubicBezTo>
                  <a:pt x="5433" y="56566"/>
                  <a:pt x="4109" y="59556"/>
                  <a:pt x="2831" y="62386"/>
                </a:cubicBezTo>
                <a:cubicBezTo>
                  <a:pt x="7738" y="57889"/>
                  <a:pt x="9975" y="51110"/>
                  <a:pt x="9359" y="44560"/>
                </a:cubicBezTo>
                <a:cubicBezTo>
                  <a:pt x="9199" y="42802"/>
                  <a:pt x="8834" y="40999"/>
                  <a:pt x="9222" y="39264"/>
                </a:cubicBezTo>
                <a:cubicBezTo>
                  <a:pt x="9633" y="37392"/>
                  <a:pt x="10843" y="35817"/>
                  <a:pt x="11824" y="34174"/>
                </a:cubicBezTo>
                <a:cubicBezTo>
                  <a:pt x="16640" y="26117"/>
                  <a:pt x="15887" y="15777"/>
                  <a:pt x="12577" y="7012"/>
                </a:cubicBezTo>
                <a:cubicBezTo>
                  <a:pt x="11915" y="5209"/>
                  <a:pt x="11116" y="3406"/>
                  <a:pt x="9793" y="2036"/>
                </a:cubicBezTo>
                <a:cubicBezTo>
                  <a:pt x="8658" y="842"/>
                  <a:pt x="7053" y="1"/>
                  <a:pt x="5438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9" name="Google Shape;199;p21"/>
          <p:cNvGrpSpPr/>
          <p:nvPr/>
        </p:nvGrpSpPr>
        <p:grpSpPr>
          <a:xfrm flipH="1">
            <a:off x="8479381" y="1733810"/>
            <a:ext cx="874530" cy="1481072"/>
            <a:chOff x="-117729" y="1733810"/>
            <a:chExt cx="874530" cy="1481072"/>
          </a:xfrm>
        </p:grpSpPr>
        <p:sp>
          <p:nvSpPr>
            <p:cNvPr id="200" name="Google Shape;200;p21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21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21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03" name="Google Shape;203;p21"/>
          <p:cNvSpPr/>
          <p:nvPr/>
        </p:nvSpPr>
        <p:spPr>
          <a:xfrm>
            <a:off x="7299674" y="535001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1"/>
          <p:cNvSpPr/>
          <p:nvPr/>
        </p:nvSpPr>
        <p:spPr>
          <a:xfrm>
            <a:off x="3157135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21"/>
          <p:cNvSpPr/>
          <p:nvPr/>
        </p:nvSpPr>
        <p:spPr>
          <a:xfrm flipH="1" rot="2700000">
            <a:off x="648355" y="648414"/>
            <a:ext cx="122997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1"/>
          <p:cNvSpPr/>
          <p:nvPr/>
        </p:nvSpPr>
        <p:spPr>
          <a:xfrm>
            <a:off x="5521960" y="48333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21"/>
          <p:cNvSpPr/>
          <p:nvPr/>
        </p:nvSpPr>
        <p:spPr>
          <a:xfrm flipH="1">
            <a:off x="3210186" y="4843202"/>
            <a:ext cx="93021" cy="11342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08" name="Google Shape;208;p21"/>
          <p:cNvGrpSpPr/>
          <p:nvPr/>
        </p:nvGrpSpPr>
        <p:grpSpPr>
          <a:xfrm>
            <a:off x="-218296" y="3096390"/>
            <a:ext cx="1299652" cy="2651951"/>
            <a:chOff x="-218296" y="3096390"/>
            <a:chExt cx="1299652" cy="2651951"/>
          </a:xfrm>
        </p:grpSpPr>
        <p:sp>
          <p:nvSpPr>
            <p:cNvPr id="209" name="Google Shape;209;p21"/>
            <p:cNvSpPr/>
            <p:nvPr/>
          </p:nvSpPr>
          <p:spPr>
            <a:xfrm flipH="1">
              <a:off x="-218296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" name="Google Shape;210;p21"/>
            <p:cNvSpPr/>
            <p:nvPr/>
          </p:nvSpPr>
          <p:spPr>
            <a:xfrm flipH="1">
              <a:off x="-105580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2"/>
          <p:cNvSpPr txBox="1"/>
          <p:nvPr>
            <p:ph type="title"/>
          </p:nvPr>
        </p:nvSpPr>
        <p:spPr>
          <a:xfrm>
            <a:off x="4124100" y="444775"/>
            <a:ext cx="42999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13" name="Google Shape;213;p22"/>
          <p:cNvSpPr/>
          <p:nvPr/>
        </p:nvSpPr>
        <p:spPr>
          <a:xfrm>
            <a:off x="299801" y="999194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22"/>
          <p:cNvSpPr/>
          <p:nvPr/>
        </p:nvSpPr>
        <p:spPr>
          <a:xfrm rot="5735881">
            <a:off x="7022084" y="48115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22"/>
          <p:cNvSpPr/>
          <p:nvPr/>
        </p:nvSpPr>
        <p:spPr>
          <a:xfrm flipH="1">
            <a:off x="8644681" y="257890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2"/>
          <p:cNvSpPr/>
          <p:nvPr/>
        </p:nvSpPr>
        <p:spPr>
          <a:xfrm flipH="1">
            <a:off x="4246038" y="4746665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3"/>
          <p:cNvSpPr txBox="1"/>
          <p:nvPr>
            <p:ph hasCustomPrompt="1" type="title"/>
          </p:nvPr>
        </p:nvSpPr>
        <p:spPr>
          <a:xfrm>
            <a:off x="1784100" y="1100100"/>
            <a:ext cx="5575800" cy="1237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19" name="Google Shape;219;p23"/>
          <p:cNvSpPr txBox="1"/>
          <p:nvPr>
            <p:ph idx="1" type="subTitle"/>
          </p:nvPr>
        </p:nvSpPr>
        <p:spPr>
          <a:xfrm>
            <a:off x="1784075" y="2306450"/>
            <a:ext cx="5575800" cy="9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20" name="Google Shape;220;p23"/>
          <p:cNvSpPr/>
          <p:nvPr/>
        </p:nvSpPr>
        <p:spPr>
          <a:xfrm>
            <a:off x="-13048" y="2051750"/>
            <a:ext cx="9170088" cy="3115067"/>
          </a:xfrm>
          <a:custGeom>
            <a:rect b="b" l="l" r="r" t="t"/>
            <a:pathLst>
              <a:path extrusionOk="0" h="115437" w="285317">
                <a:moveTo>
                  <a:pt x="1114" y="1"/>
                </a:moveTo>
                <a:cubicBezTo>
                  <a:pt x="743" y="1"/>
                  <a:pt x="371" y="4"/>
                  <a:pt x="0" y="10"/>
                </a:cubicBezTo>
                <a:lnTo>
                  <a:pt x="0" y="115437"/>
                </a:lnTo>
                <a:lnTo>
                  <a:pt x="285316" y="115437"/>
                </a:lnTo>
                <a:lnTo>
                  <a:pt x="285316" y="16649"/>
                </a:lnTo>
                <a:cubicBezTo>
                  <a:pt x="275981" y="17517"/>
                  <a:pt x="266737" y="22219"/>
                  <a:pt x="260505" y="29363"/>
                </a:cubicBezTo>
                <a:cubicBezTo>
                  <a:pt x="255233" y="35366"/>
                  <a:pt x="250873" y="43355"/>
                  <a:pt x="243067" y="45021"/>
                </a:cubicBezTo>
                <a:cubicBezTo>
                  <a:pt x="241949" y="45253"/>
                  <a:pt x="240817" y="45339"/>
                  <a:pt x="239680" y="45339"/>
                </a:cubicBezTo>
                <a:cubicBezTo>
                  <a:pt x="237914" y="45339"/>
                  <a:pt x="236134" y="45133"/>
                  <a:pt x="234370" y="44952"/>
                </a:cubicBezTo>
                <a:cubicBezTo>
                  <a:pt x="231734" y="44685"/>
                  <a:pt x="229019" y="44498"/>
                  <a:pt x="226316" y="44498"/>
                </a:cubicBezTo>
                <a:cubicBezTo>
                  <a:pt x="219329" y="44498"/>
                  <a:pt x="212416" y="45750"/>
                  <a:pt x="207117" y="50111"/>
                </a:cubicBezTo>
                <a:cubicBezTo>
                  <a:pt x="200087" y="55886"/>
                  <a:pt x="197850" y="65495"/>
                  <a:pt x="194997" y="74169"/>
                </a:cubicBezTo>
                <a:cubicBezTo>
                  <a:pt x="192166" y="82842"/>
                  <a:pt x="187168" y="92178"/>
                  <a:pt x="178288" y="94255"/>
                </a:cubicBezTo>
                <a:cubicBezTo>
                  <a:pt x="177041" y="94543"/>
                  <a:pt x="175796" y="94669"/>
                  <a:pt x="174551" y="94669"/>
                </a:cubicBezTo>
                <a:cubicBezTo>
                  <a:pt x="165708" y="94669"/>
                  <a:pt x="156917" y="88301"/>
                  <a:pt x="148045" y="88301"/>
                </a:cubicBezTo>
                <a:cubicBezTo>
                  <a:pt x="146875" y="88301"/>
                  <a:pt x="145703" y="88412"/>
                  <a:pt x="144530" y="88663"/>
                </a:cubicBezTo>
                <a:cubicBezTo>
                  <a:pt x="141060" y="89393"/>
                  <a:pt x="137956" y="91333"/>
                  <a:pt x="134646" y="92612"/>
                </a:cubicBezTo>
                <a:cubicBezTo>
                  <a:pt x="131720" y="93737"/>
                  <a:pt x="128631" y="94264"/>
                  <a:pt x="125532" y="94264"/>
                </a:cubicBezTo>
                <a:cubicBezTo>
                  <a:pt x="113985" y="94264"/>
                  <a:pt x="102305" y="86940"/>
                  <a:pt x="98400" y="75926"/>
                </a:cubicBezTo>
                <a:cubicBezTo>
                  <a:pt x="97190" y="72525"/>
                  <a:pt x="96642" y="68873"/>
                  <a:pt x="94930" y="65678"/>
                </a:cubicBezTo>
                <a:cubicBezTo>
                  <a:pt x="90993" y="58324"/>
                  <a:pt x="81998" y="55419"/>
                  <a:pt x="73534" y="55419"/>
                </a:cubicBezTo>
                <a:cubicBezTo>
                  <a:pt x="72724" y="55419"/>
                  <a:pt x="71919" y="55446"/>
                  <a:pt x="71124" y="55498"/>
                </a:cubicBezTo>
                <a:cubicBezTo>
                  <a:pt x="62016" y="56114"/>
                  <a:pt x="53160" y="59195"/>
                  <a:pt x="44030" y="59264"/>
                </a:cubicBezTo>
                <a:cubicBezTo>
                  <a:pt x="43906" y="59265"/>
                  <a:pt x="43782" y="59266"/>
                  <a:pt x="43658" y="59266"/>
                </a:cubicBezTo>
                <a:cubicBezTo>
                  <a:pt x="41834" y="59266"/>
                  <a:pt x="39970" y="59093"/>
                  <a:pt x="38347" y="58260"/>
                </a:cubicBezTo>
                <a:cubicBezTo>
                  <a:pt x="34261" y="56205"/>
                  <a:pt x="33120" y="50727"/>
                  <a:pt x="33964" y="46208"/>
                </a:cubicBezTo>
                <a:cubicBezTo>
                  <a:pt x="34809" y="41688"/>
                  <a:pt x="37091" y="37557"/>
                  <a:pt x="37958" y="33038"/>
                </a:cubicBezTo>
                <a:cubicBezTo>
                  <a:pt x="40241" y="21169"/>
                  <a:pt x="31864" y="9117"/>
                  <a:pt x="20908" y="3981"/>
                </a:cubicBezTo>
                <a:cubicBezTo>
                  <a:pt x="14632" y="1016"/>
                  <a:pt x="7904" y="1"/>
                  <a:pt x="1114" y="1"/>
                </a:cubicBezTo>
                <a:close/>
              </a:path>
            </a:pathLst>
          </a:custGeom>
          <a:solidFill>
            <a:schemeClr val="lt1">
              <a:alpha val="4024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23"/>
          <p:cNvSpPr/>
          <p:nvPr/>
        </p:nvSpPr>
        <p:spPr>
          <a:xfrm>
            <a:off x="8755466" y="2157738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3"/>
          <p:cNvSpPr/>
          <p:nvPr/>
        </p:nvSpPr>
        <p:spPr>
          <a:xfrm rot="6816878">
            <a:off x="8475106" y="274161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23"/>
          <p:cNvSpPr/>
          <p:nvPr/>
        </p:nvSpPr>
        <p:spPr>
          <a:xfrm rot="-3524071">
            <a:off x="8627848" y="4718507"/>
            <a:ext cx="122996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3"/>
          <p:cNvSpPr/>
          <p:nvPr/>
        </p:nvSpPr>
        <p:spPr>
          <a:xfrm flipH="1">
            <a:off x="7422948" y="220730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23"/>
          <p:cNvSpPr/>
          <p:nvPr/>
        </p:nvSpPr>
        <p:spPr>
          <a:xfrm flipH="1">
            <a:off x="5516356" y="275371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3"/>
          <p:cNvSpPr/>
          <p:nvPr/>
        </p:nvSpPr>
        <p:spPr>
          <a:xfrm flipH="1" rot="1531528">
            <a:off x="529457" y="567083"/>
            <a:ext cx="174638" cy="113415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23"/>
          <p:cNvSpPr/>
          <p:nvPr/>
        </p:nvSpPr>
        <p:spPr>
          <a:xfrm flipH="1" rot="5651252">
            <a:off x="453091" y="4787187"/>
            <a:ext cx="164594" cy="54658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28" name="Google Shape;228;p23"/>
          <p:cNvGrpSpPr/>
          <p:nvPr/>
        </p:nvGrpSpPr>
        <p:grpSpPr>
          <a:xfrm>
            <a:off x="7914115" y="2797748"/>
            <a:ext cx="1109326" cy="2740462"/>
            <a:chOff x="1985590" y="3490398"/>
            <a:chExt cx="1109326" cy="2740462"/>
          </a:xfrm>
        </p:grpSpPr>
        <p:sp>
          <p:nvSpPr>
            <p:cNvPr id="229" name="Google Shape;229;p23"/>
            <p:cNvSpPr/>
            <p:nvPr/>
          </p:nvSpPr>
          <p:spPr>
            <a:xfrm>
              <a:off x="2299102" y="3490398"/>
              <a:ext cx="614745" cy="567414"/>
            </a:xfrm>
            <a:custGeom>
              <a:rect b="b" l="l" r="r" t="t"/>
              <a:pathLst>
                <a:path extrusionOk="0" h="21027" w="22781">
                  <a:moveTo>
                    <a:pt x="12014" y="1"/>
                  </a:moveTo>
                  <a:cubicBezTo>
                    <a:pt x="11821" y="1"/>
                    <a:pt x="11628" y="10"/>
                    <a:pt x="11436" y="28"/>
                  </a:cubicBezTo>
                  <a:cubicBezTo>
                    <a:pt x="9496" y="210"/>
                    <a:pt x="7715" y="1214"/>
                    <a:pt x="6186" y="2447"/>
                  </a:cubicBezTo>
                  <a:cubicBezTo>
                    <a:pt x="5410" y="3086"/>
                    <a:pt x="4657" y="3839"/>
                    <a:pt x="4337" y="4798"/>
                  </a:cubicBezTo>
                  <a:cubicBezTo>
                    <a:pt x="3858" y="6259"/>
                    <a:pt x="4520" y="7834"/>
                    <a:pt x="5159" y="9249"/>
                  </a:cubicBezTo>
                  <a:cubicBezTo>
                    <a:pt x="6026" y="11189"/>
                    <a:pt x="6917" y="13129"/>
                    <a:pt x="7807" y="15069"/>
                  </a:cubicBezTo>
                  <a:cubicBezTo>
                    <a:pt x="6483" y="13746"/>
                    <a:pt x="5182" y="12422"/>
                    <a:pt x="3881" y="11098"/>
                  </a:cubicBezTo>
                  <a:cubicBezTo>
                    <a:pt x="3289" y="10506"/>
                    <a:pt x="2600" y="9876"/>
                    <a:pt x="1795" y="9876"/>
                  </a:cubicBezTo>
                  <a:cubicBezTo>
                    <a:pt x="1730" y="9876"/>
                    <a:pt x="1664" y="9880"/>
                    <a:pt x="1598" y="9888"/>
                  </a:cubicBezTo>
                  <a:cubicBezTo>
                    <a:pt x="754" y="9979"/>
                    <a:pt x="137" y="10847"/>
                    <a:pt x="69" y="11691"/>
                  </a:cubicBezTo>
                  <a:cubicBezTo>
                    <a:pt x="1" y="12536"/>
                    <a:pt x="343" y="13380"/>
                    <a:pt x="754" y="14111"/>
                  </a:cubicBezTo>
                  <a:cubicBezTo>
                    <a:pt x="2899" y="18060"/>
                    <a:pt x="7168" y="20776"/>
                    <a:pt x="11664" y="21027"/>
                  </a:cubicBezTo>
                  <a:cubicBezTo>
                    <a:pt x="17485" y="20639"/>
                    <a:pt x="22506" y="15069"/>
                    <a:pt x="22735" y="8952"/>
                  </a:cubicBezTo>
                  <a:cubicBezTo>
                    <a:pt x="22780" y="7834"/>
                    <a:pt x="22643" y="6601"/>
                    <a:pt x="21890" y="5780"/>
                  </a:cubicBezTo>
                  <a:cubicBezTo>
                    <a:pt x="21485" y="5325"/>
                    <a:pt x="20848" y="5062"/>
                    <a:pt x="20247" y="5062"/>
                  </a:cubicBezTo>
                  <a:cubicBezTo>
                    <a:pt x="19731" y="5062"/>
                    <a:pt x="19241" y="5256"/>
                    <a:pt x="18946" y="5688"/>
                  </a:cubicBezTo>
                  <a:cubicBezTo>
                    <a:pt x="18558" y="6213"/>
                    <a:pt x="18580" y="6944"/>
                    <a:pt x="18580" y="7606"/>
                  </a:cubicBezTo>
                  <a:cubicBezTo>
                    <a:pt x="18535" y="9569"/>
                    <a:pt x="17964" y="11554"/>
                    <a:pt x="16960" y="13266"/>
                  </a:cubicBezTo>
                  <a:cubicBezTo>
                    <a:pt x="17097" y="11372"/>
                    <a:pt x="17211" y="9477"/>
                    <a:pt x="17348" y="7583"/>
                  </a:cubicBezTo>
                  <a:cubicBezTo>
                    <a:pt x="17462" y="5757"/>
                    <a:pt x="17553" y="3794"/>
                    <a:pt x="16572" y="2264"/>
                  </a:cubicBezTo>
                  <a:cubicBezTo>
                    <a:pt x="15604" y="761"/>
                    <a:pt x="13799" y="1"/>
                    <a:pt x="12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23"/>
            <p:cNvSpPr/>
            <p:nvPr/>
          </p:nvSpPr>
          <p:spPr>
            <a:xfrm>
              <a:off x="1985590" y="3902567"/>
              <a:ext cx="1109326" cy="2328293"/>
            </a:xfrm>
            <a:custGeom>
              <a:rect b="b" l="l" r="r" t="t"/>
              <a:pathLst>
                <a:path extrusionOk="0" h="86281" w="41109">
                  <a:moveTo>
                    <a:pt x="3600" y="39967"/>
                  </a:moveTo>
                  <a:cubicBezTo>
                    <a:pt x="2921" y="39967"/>
                    <a:pt x="2330" y="40561"/>
                    <a:pt x="1941" y="41155"/>
                  </a:cubicBezTo>
                  <a:cubicBezTo>
                    <a:pt x="320" y="43620"/>
                    <a:pt x="0" y="46747"/>
                    <a:pt x="183" y="49691"/>
                  </a:cubicBezTo>
                  <a:cubicBezTo>
                    <a:pt x="434" y="53983"/>
                    <a:pt x="1667" y="58228"/>
                    <a:pt x="3744" y="61994"/>
                  </a:cubicBezTo>
                  <a:cubicBezTo>
                    <a:pt x="5342" y="64916"/>
                    <a:pt x="7442" y="67541"/>
                    <a:pt x="9633" y="70074"/>
                  </a:cubicBezTo>
                  <a:cubicBezTo>
                    <a:pt x="8355" y="68294"/>
                    <a:pt x="7693" y="66514"/>
                    <a:pt x="7213" y="64802"/>
                  </a:cubicBezTo>
                  <a:cubicBezTo>
                    <a:pt x="5387" y="58479"/>
                    <a:pt x="4794" y="51791"/>
                    <a:pt x="5479" y="45241"/>
                  </a:cubicBezTo>
                  <a:cubicBezTo>
                    <a:pt x="5661" y="43551"/>
                    <a:pt x="5821" y="41611"/>
                    <a:pt x="4611" y="40424"/>
                  </a:cubicBezTo>
                  <a:cubicBezTo>
                    <a:pt x="4383" y="40219"/>
                    <a:pt x="4132" y="40036"/>
                    <a:pt x="3835" y="39991"/>
                  </a:cubicBezTo>
                  <a:cubicBezTo>
                    <a:pt x="3756" y="39974"/>
                    <a:pt x="3677" y="39967"/>
                    <a:pt x="3600" y="39967"/>
                  </a:cubicBezTo>
                  <a:close/>
                  <a:moveTo>
                    <a:pt x="27756" y="1"/>
                  </a:moveTo>
                  <a:cubicBezTo>
                    <a:pt x="26889" y="708"/>
                    <a:pt x="26250" y="1713"/>
                    <a:pt x="25976" y="2808"/>
                  </a:cubicBezTo>
                  <a:cubicBezTo>
                    <a:pt x="25907" y="1941"/>
                    <a:pt x="25770" y="982"/>
                    <a:pt x="25108" y="412"/>
                  </a:cubicBezTo>
                  <a:cubicBezTo>
                    <a:pt x="24881" y="216"/>
                    <a:pt x="24573" y="125"/>
                    <a:pt x="24268" y="125"/>
                  </a:cubicBezTo>
                  <a:cubicBezTo>
                    <a:pt x="23683" y="125"/>
                    <a:pt x="23107" y="458"/>
                    <a:pt x="23122" y="1028"/>
                  </a:cubicBezTo>
                  <a:cubicBezTo>
                    <a:pt x="23145" y="1827"/>
                    <a:pt x="24218" y="2375"/>
                    <a:pt x="24035" y="3151"/>
                  </a:cubicBezTo>
                  <a:cubicBezTo>
                    <a:pt x="24022" y="2561"/>
                    <a:pt x="23437" y="2227"/>
                    <a:pt x="22850" y="2227"/>
                  </a:cubicBezTo>
                  <a:cubicBezTo>
                    <a:pt x="22415" y="2227"/>
                    <a:pt x="21980" y="2410"/>
                    <a:pt x="21776" y="2808"/>
                  </a:cubicBezTo>
                  <a:cubicBezTo>
                    <a:pt x="21388" y="3630"/>
                    <a:pt x="22050" y="4657"/>
                    <a:pt x="22917" y="4885"/>
                  </a:cubicBezTo>
                  <a:cubicBezTo>
                    <a:pt x="22780" y="4870"/>
                    <a:pt x="22641" y="4860"/>
                    <a:pt x="22501" y="4860"/>
                  </a:cubicBezTo>
                  <a:cubicBezTo>
                    <a:pt x="22222" y="4860"/>
                    <a:pt x="21943" y="4901"/>
                    <a:pt x="21684" y="5022"/>
                  </a:cubicBezTo>
                  <a:cubicBezTo>
                    <a:pt x="21205" y="5251"/>
                    <a:pt x="20908" y="5958"/>
                    <a:pt x="21274" y="6369"/>
                  </a:cubicBezTo>
                  <a:cubicBezTo>
                    <a:pt x="21433" y="6529"/>
                    <a:pt x="21662" y="6597"/>
                    <a:pt x="21890" y="6666"/>
                  </a:cubicBezTo>
                  <a:cubicBezTo>
                    <a:pt x="22532" y="6835"/>
                    <a:pt x="23194" y="6941"/>
                    <a:pt x="23888" y="6941"/>
                  </a:cubicBezTo>
                  <a:cubicBezTo>
                    <a:pt x="24502" y="6941"/>
                    <a:pt x="25141" y="6859"/>
                    <a:pt x="25816" y="6666"/>
                  </a:cubicBezTo>
                  <a:lnTo>
                    <a:pt x="25816" y="6666"/>
                  </a:lnTo>
                  <a:cubicBezTo>
                    <a:pt x="26227" y="12783"/>
                    <a:pt x="25108" y="18832"/>
                    <a:pt x="23305" y="24721"/>
                  </a:cubicBezTo>
                  <a:cubicBezTo>
                    <a:pt x="23511" y="22164"/>
                    <a:pt x="23282" y="19471"/>
                    <a:pt x="22963" y="16846"/>
                  </a:cubicBezTo>
                  <a:cubicBezTo>
                    <a:pt x="22689" y="14586"/>
                    <a:pt x="22278" y="12190"/>
                    <a:pt x="20794" y="10455"/>
                  </a:cubicBezTo>
                  <a:cubicBezTo>
                    <a:pt x="20156" y="9694"/>
                    <a:pt x="19222" y="9062"/>
                    <a:pt x="18241" y="9062"/>
                  </a:cubicBezTo>
                  <a:cubicBezTo>
                    <a:pt x="18134" y="9062"/>
                    <a:pt x="18026" y="9070"/>
                    <a:pt x="17918" y="9085"/>
                  </a:cubicBezTo>
                  <a:cubicBezTo>
                    <a:pt x="16709" y="9268"/>
                    <a:pt x="15841" y="10478"/>
                    <a:pt x="15750" y="11710"/>
                  </a:cubicBezTo>
                  <a:cubicBezTo>
                    <a:pt x="15659" y="12920"/>
                    <a:pt x="16184" y="14130"/>
                    <a:pt x="16891" y="15111"/>
                  </a:cubicBezTo>
                  <a:cubicBezTo>
                    <a:pt x="17599" y="16115"/>
                    <a:pt x="18489" y="16983"/>
                    <a:pt x="19265" y="17919"/>
                  </a:cubicBezTo>
                  <a:cubicBezTo>
                    <a:pt x="21548" y="20795"/>
                    <a:pt x="22575" y="24584"/>
                    <a:pt x="22164" y="28213"/>
                  </a:cubicBezTo>
                  <a:cubicBezTo>
                    <a:pt x="21548" y="30039"/>
                    <a:pt x="20863" y="31842"/>
                    <a:pt x="20155" y="33622"/>
                  </a:cubicBezTo>
                  <a:cubicBezTo>
                    <a:pt x="17416" y="40607"/>
                    <a:pt x="14335" y="47523"/>
                    <a:pt x="12440" y="54759"/>
                  </a:cubicBezTo>
                  <a:cubicBezTo>
                    <a:pt x="11276" y="44350"/>
                    <a:pt x="18968" y="34079"/>
                    <a:pt x="16640" y="23899"/>
                  </a:cubicBezTo>
                  <a:cubicBezTo>
                    <a:pt x="16435" y="22963"/>
                    <a:pt x="16092" y="21982"/>
                    <a:pt x="15248" y="21525"/>
                  </a:cubicBezTo>
                  <a:cubicBezTo>
                    <a:pt x="14967" y="21367"/>
                    <a:pt x="14673" y="21296"/>
                    <a:pt x="14381" y="21296"/>
                  </a:cubicBezTo>
                  <a:cubicBezTo>
                    <a:pt x="13106" y="21296"/>
                    <a:pt x="11841" y="22644"/>
                    <a:pt x="11619" y="24036"/>
                  </a:cubicBezTo>
                  <a:cubicBezTo>
                    <a:pt x="11345" y="25748"/>
                    <a:pt x="11984" y="27437"/>
                    <a:pt x="12121" y="29172"/>
                  </a:cubicBezTo>
                  <a:cubicBezTo>
                    <a:pt x="12326" y="31796"/>
                    <a:pt x="11322" y="34353"/>
                    <a:pt x="10683" y="36909"/>
                  </a:cubicBezTo>
                  <a:cubicBezTo>
                    <a:pt x="9176" y="42935"/>
                    <a:pt x="9770" y="49486"/>
                    <a:pt x="12326" y="55147"/>
                  </a:cubicBezTo>
                  <a:cubicBezTo>
                    <a:pt x="11938" y="56699"/>
                    <a:pt x="11596" y="58274"/>
                    <a:pt x="11322" y="59872"/>
                  </a:cubicBezTo>
                  <a:cubicBezTo>
                    <a:pt x="10660" y="63706"/>
                    <a:pt x="10477" y="67678"/>
                    <a:pt x="10911" y="71558"/>
                  </a:cubicBezTo>
                  <a:cubicBezTo>
                    <a:pt x="10477" y="71056"/>
                    <a:pt x="10044" y="70577"/>
                    <a:pt x="9633" y="70074"/>
                  </a:cubicBezTo>
                  <a:lnTo>
                    <a:pt x="9633" y="70074"/>
                  </a:lnTo>
                  <a:cubicBezTo>
                    <a:pt x="9998" y="70599"/>
                    <a:pt x="10432" y="71124"/>
                    <a:pt x="10934" y="71649"/>
                  </a:cubicBezTo>
                  <a:cubicBezTo>
                    <a:pt x="11527" y="76990"/>
                    <a:pt x="13330" y="82103"/>
                    <a:pt x="16686" y="86280"/>
                  </a:cubicBezTo>
                  <a:cubicBezTo>
                    <a:pt x="17234" y="85664"/>
                    <a:pt x="16709" y="84705"/>
                    <a:pt x="16229" y="84021"/>
                  </a:cubicBezTo>
                  <a:cubicBezTo>
                    <a:pt x="11025" y="76694"/>
                    <a:pt x="10546" y="66879"/>
                    <a:pt x="12486" y="58091"/>
                  </a:cubicBezTo>
                  <a:cubicBezTo>
                    <a:pt x="13604" y="52955"/>
                    <a:pt x="15476" y="48025"/>
                    <a:pt x="17507" y="43163"/>
                  </a:cubicBezTo>
                  <a:cubicBezTo>
                    <a:pt x="24857" y="39626"/>
                    <a:pt x="30815" y="33645"/>
                    <a:pt x="34421" y="26455"/>
                  </a:cubicBezTo>
                  <a:cubicBezTo>
                    <a:pt x="34923" y="25428"/>
                    <a:pt x="35403" y="24355"/>
                    <a:pt x="35357" y="23214"/>
                  </a:cubicBezTo>
                  <a:cubicBezTo>
                    <a:pt x="35311" y="22073"/>
                    <a:pt x="34604" y="20886"/>
                    <a:pt x="33485" y="20658"/>
                  </a:cubicBezTo>
                  <a:cubicBezTo>
                    <a:pt x="33343" y="20628"/>
                    <a:pt x="33201" y="20614"/>
                    <a:pt x="33061" y="20614"/>
                  </a:cubicBezTo>
                  <a:cubicBezTo>
                    <a:pt x="32236" y="20614"/>
                    <a:pt x="31458" y="21096"/>
                    <a:pt x="30815" y="21662"/>
                  </a:cubicBezTo>
                  <a:cubicBezTo>
                    <a:pt x="28943" y="23328"/>
                    <a:pt x="27893" y="25725"/>
                    <a:pt x="26797" y="28007"/>
                  </a:cubicBezTo>
                  <a:cubicBezTo>
                    <a:pt x="24446" y="32801"/>
                    <a:pt x="21548" y="37366"/>
                    <a:pt x="18192" y="41520"/>
                  </a:cubicBezTo>
                  <a:cubicBezTo>
                    <a:pt x="19425" y="38621"/>
                    <a:pt x="20680" y="35745"/>
                    <a:pt x="21867" y="32824"/>
                  </a:cubicBezTo>
                  <a:cubicBezTo>
                    <a:pt x="23602" y="28464"/>
                    <a:pt x="25177" y="23945"/>
                    <a:pt x="26135" y="19357"/>
                  </a:cubicBezTo>
                  <a:cubicBezTo>
                    <a:pt x="29468" y="14084"/>
                    <a:pt x="35197" y="10432"/>
                    <a:pt x="39739" y="5867"/>
                  </a:cubicBezTo>
                  <a:cubicBezTo>
                    <a:pt x="40219" y="5388"/>
                    <a:pt x="40698" y="4863"/>
                    <a:pt x="40835" y="4201"/>
                  </a:cubicBezTo>
                  <a:cubicBezTo>
                    <a:pt x="41109" y="2877"/>
                    <a:pt x="39716" y="1667"/>
                    <a:pt x="38347" y="1621"/>
                  </a:cubicBezTo>
                  <a:cubicBezTo>
                    <a:pt x="38309" y="1620"/>
                    <a:pt x="38271" y="1620"/>
                    <a:pt x="38233" y="1620"/>
                  </a:cubicBezTo>
                  <a:cubicBezTo>
                    <a:pt x="36930" y="1620"/>
                    <a:pt x="35715" y="2376"/>
                    <a:pt x="34672" y="3196"/>
                  </a:cubicBezTo>
                  <a:cubicBezTo>
                    <a:pt x="31317" y="5821"/>
                    <a:pt x="28669" y="9314"/>
                    <a:pt x="27003" y="13240"/>
                  </a:cubicBezTo>
                  <a:cubicBezTo>
                    <a:pt x="27163" y="11025"/>
                    <a:pt x="27140" y="8811"/>
                    <a:pt x="26866" y="6597"/>
                  </a:cubicBezTo>
                  <a:cubicBezTo>
                    <a:pt x="28715" y="5730"/>
                    <a:pt x="30153" y="4018"/>
                    <a:pt x="30678" y="2055"/>
                  </a:cubicBezTo>
                  <a:cubicBezTo>
                    <a:pt x="30532" y="2031"/>
                    <a:pt x="30386" y="2019"/>
                    <a:pt x="30239" y="2019"/>
                  </a:cubicBezTo>
                  <a:cubicBezTo>
                    <a:pt x="29283" y="2019"/>
                    <a:pt x="28339" y="2522"/>
                    <a:pt x="27824" y="3333"/>
                  </a:cubicBezTo>
                  <a:cubicBezTo>
                    <a:pt x="28395" y="2329"/>
                    <a:pt x="28372" y="1005"/>
                    <a:pt x="2775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31" name="Google Shape;231;p23"/>
          <p:cNvSpPr/>
          <p:nvPr/>
        </p:nvSpPr>
        <p:spPr>
          <a:xfrm flipH="1" rot="-570776">
            <a:off x="43562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23"/>
          <p:cNvSpPr/>
          <p:nvPr/>
        </p:nvSpPr>
        <p:spPr>
          <a:xfrm rot="570776">
            <a:off x="388355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33" name="Google Shape;233;p23"/>
          <p:cNvGrpSpPr/>
          <p:nvPr/>
        </p:nvGrpSpPr>
        <p:grpSpPr>
          <a:xfrm flipH="1">
            <a:off x="196328" y="2797748"/>
            <a:ext cx="1109326" cy="2740462"/>
            <a:chOff x="1985590" y="3490398"/>
            <a:chExt cx="1109326" cy="2740462"/>
          </a:xfrm>
        </p:grpSpPr>
        <p:sp>
          <p:nvSpPr>
            <p:cNvPr id="234" name="Google Shape;234;p23"/>
            <p:cNvSpPr/>
            <p:nvPr/>
          </p:nvSpPr>
          <p:spPr>
            <a:xfrm>
              <a:off x="2299102" y="3490398"/>
              <a:ext cx="614745" cy="567414"/>
            </a:xfrm>
            <a:custGeom>
              <a:rect b="b" l="l" r="r" t="t"/>
              <a:pathLst>
                <a:path extrusionOk="0" h="21027" w="22781">
                  <a:moveTo>
                    <a:pt x="12014" y="1"/>
                  </a:moveTo>
                  <a:cubicBezTo>
                    <a:pt x="11821" y="1"/>
                    <a:pt x="11628" y="10"/>
                    <a:pt x="11436" y="28"/>
                  </a:cubicBezTo>
                  <a:cubicBezTo>
                    <a:pt x="9496" y="210"/>
                    <a:pt x="7715" y="1214"/>
                    <a:pt x="6186" y="2447"/>
                  </a:cubicBezTo>
                  <a:cubicBezTo>
                    <a:pt x="5410" y="3086"/>
                    <a:pt x="4657" y="3839"/>
                    <a:pt x="4337" y="4798"/>
                  </a:cubicBezTo>
                  <a:cubicBezTo>
                    <a:pt x="3858" y="6259"/>
                    <a:pt x="4520" y="7834"/>
                    <a:pt x="5159" y="9249"/>
                  </a:cubicBezTo>
                  <a:cubicBezTo>
                    <a:pt x="6026" y="11189"/>
                    <a:pt x="6917" y="13129"/>
                    <a:pt x="7807" y="15069"/>
                  </a:cubicBezTo>
                  <a:cubicBezTo>
                    <a:pt x="6483" y="13746"/>
                    <a:pt x="5182" y="12422"/>
                    <a:pt x="3881" y="11098"/>
                  </a:cubicBezTo>
                  <a:cubicBezTo>
                    <a:pt x="3289" y="10506"/>
                    <a:pt x="2600" y="9876"/>
                    <a:pt x="1795" y="9876"/>
                  </a:cubicBezTo>
                  <a:cubicBezTo>
                    <a:pt x="1730" y="9876"/>
                    <a:pt x="1664" y="9880"/>
                    <a:pt x="1598" y="9888"/>
                  </a:cubicBezTo>
                  <a:cubicBezTo>
                    <a:pt x="754" y="9979"/>
                    <a:pt x="137" y="10847"/>
                    <a:pt x="69" y="11691"/>
                  </a:cubicBezTo>
                  <a:cubicBezTo>
                    <a:pt x="1" y="12536"/>
                    <a:pt x="343" y="13380"/>
                    <a:pt x="754" y="14111"/>
                  </a:cubicBezTo>
                  <a:cubicBezTo>
                    <a:pt x="2899" y="18060"/>
                    <a:pt x="7168" y="20776"/>
                    <a:pt x="11664" y="21027"/>
                  </a:cubicBezTo>
                  <a:cubicBezTo>
                    <a:pt x="17485" y="20639"/>
                    <a:pt x="22506" y="15069"/>
                    <a:pt x="22735" y="8952"/>
                  </a:cubicBezTo>
                  <a:cubicBezTo>
                    <a:pt x="22780" y="7834"/>
                    <a:pt x="22643" y="6601"/>
                    <a:pt x="21890" y="5780"/>
                  </a:cubicBezTo>
                  <a:cubicBezTo>
                    <a:pt x="21485" y="5325"/>
                    <a:pt x="20848" y="5062"/>
                    <a:pt x="20247" y="5062"/>
                  </a:cubicBezTo>
                  <a:cubicBezTo>
                    <a:pt x="19731" y="5062"/>
                    <a:pt x="19241" y="5256"/>
                    <a:pt x="18946" y="5688"/>
                  </a:cubicBezTo>
                  <a:cubicBezTo>
                    <a:pt x="18558" y="6213"/>
                    <a:pt x="18580" y="6944"/>
                    <a:pt x="18580" y="7606"/>
                  </a:cubicBezTo>
                  <a:cubicBezTo>
                    <a:pt x="18535" y="9569"/>
                    <a:pt x="17964" y="11554"/>
                    <a:pt x="16960" y="13266"/>
                  </a:cubicBezTo>
                  <a:cubicBezTo>
                    <a:pt x="17097" y="11372"/>
                    <a:pt x="17211" y="9477"/>
                    <a:pt x="17348" y="7583"/>
                  </a:cubicBezTo>
                  <a:cubicBezTo>
                    <a:pt x="17462" y="5757"/>
                    <a:pt x="17553" y="3794"/>
                    <a:pt x="16572" y="2264"/>
                  </a:cubicBezTo>
                  <a:cubicBezTo>
                    <a:pt x="15604" y="761"/>
                    <a:pt x="13799" y="1"/>
                    <a:pt x="12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23"/>
            <p:cNvSpPr/>
            <p:nvPr/>
          </p:nvSpPr>
          <p:spPr>
            <a:xfrm>
              <a:off x="1985590" y="3902567"/>
              <a:ext cx="1109326" cy="2328293"/>
            </a:xfrm>
            <a:custGeom>
              <a:rect b="b" l="l" r="r" t="t"/>
              <a:pathLst>
                <a:path extrusionOk="0" h="86281" w="41109">
                  <a:moveTo>
                    <a:pt x="3600" y="39967"/>
                  </a:moveTo>
                  <a:cubicBezTo>
                    <a:pt x="2921" y="39967"/>
                    <a:pt x="2330" y="40561"/>
                    <a:pt x="1941" y="41155"/>
                  </a:cubicBezTo>
                  <a:cubicBezTo>
                    <a:pt x="320" y="43620"/>
                    <a:pt x="0" y="46747"/>
                    <a:pt x="183" y="49691"/>
                  </a:cubicBezTo>
                  <a:cubicBezTo>
                    <a:pt x="434" y="53983"/>
                    <a:pt x="1667" y="58228"/>
                    <a:pt x="3744" y="61994"/>
                  </a:cubicBezTo>
                  <a:cubicBezTo>
                    <a:pt x="5342" y="64916"/>
                    <a:pt x="7442" y="67541"/>
                    <a:pt x="9633" y="70074"/>
                  </a:cubicBezTo>
                  <a:cubicBezTo>
                    <a:pt x="8355" y="68294"/>
                    <a:pt x="7693" y="66514"/>
                    <a:pt x="7213" y="64802"/>
                  </a:cubicBezTo>
                  <a:cubicBezTo>
                    <a:pt x="5387" y="58479"/>
                    <a:pt x="4794" y="51791"/>
                    <a:pt x="5479" y="45241"/>
                  </a:cubicBezTo>
                  <a:cubicBezTo>
                    <a:pt x="5661" y="43551"/>
                    <a:pt x="5821" y="41611"/>
                    <a:pt x="4611" y="40424"/>
                  </a:cubicBezTo>
                  <a:cubicBezTo>
                    <a:pt x="4383" y="40219"/>
                    <a:pt x="4132" y="40036"/>
                    <a:pt x="3835" y="39991"/>
                  </a:cubicBezTo>
                  <a:cubicBezTo>
                    <a:pt x="3756" y="39974"/>
                    <a:pt x="3677" y="39967"/>
                    <a:pt x="3600" y="39967"/>
                  </a:cubicBezTo>
                  <a:close/>
                  <a:moveTo>
                    <a:pt x="27756" y="1"/>
                  </a:moveTo>
                  <a:cubicBezTo>
                    <a:pt x="26889" y="708"/>
                    <a:pt x="26250" y="1713"/>
                    <a:pt x="25976" y="2808"/>
                  </a:cubicBezTo>
                  <a:cubicBezTo>
                    <a:pt x="25907" y="1941"/>
                    <a:pt x="25770" y="982"/>
                    <a:pt x="25108" y="412"/>
                  </a:cubicBezTo>
                  <a:cubicBezTo>
                    <a:pt x="24881" y="216"/>
                    <a:pt x="24573" y="125"/>
                    <a:pt x="24268" y="125"/>
                  </a:cubicBezTo>
                  <a:cubicBezTo>
                    <a:pt x="23683" y="125"/>
                    <a:pt x="23107" y="458"/>
                    <a:pt x="23122" y="1028"/>
                  </a:cubicBezTo>
                  <a:cubicBezTo>
                    <a:pt x="23145" y="1827"/>
                    <a:pt x="24218" y="2375"/>
                    <a:pt x="24035" y="3151"/>
                  </a:cubicBezTo>
                  <a:cubicBezTo>
                    <a:pt x="24022" y="2561"/>
                    <a:pt x="23437" y="2227"/>
                    <a:pt x="22850" y="2227"/>
                  </a:cubicBezTo>
                  <a:cubicBezTo>
                    <a:pt x="22415" y="2227"/>
                    <a:pt x="21980" y="2410"/>
                    <a:pt x="21776" y="2808"/>
                  </a:cubicBezTo>
                  <a:cubicBezTo>
                    <a:pt x="21388" y="3630"/>
                    <a:pt x="22050" y="4657"/>
                    <a:pt x="22917" y="4885"/>
                  </a:cubicBezTo>
                  <a:cubicBezTo>
                    <a:pt x="22780" y="4870"/>
                    <a:pt x="22641" y="4860"/>
                    <a:pt x="22501" y="4860"/>
                  </a:cubicBezTo>
                  <a:cubicBezTo>
                    <a:pt x="22222" y="4860"/>
                    <a:pt x="21943" y="4901"/>
                    <a:pt x="21684" y="5022"/>
                  </a:cubicBezTo>
                  <a:cubicBezTo>
                    <a:pt x="21205" y="5251"/>
                    <a:pt x="20908" y="5958"/>
                    <a:pt x="21274" y="6369"/>
                  </a:cubicBezTo>
                  <a:cubicBezTo>
                    <a:pt x="21433" y="6529"/>
                    <a:pt x="21662" y="6597"/>
                    <a:pt x="21890" y="6666"/>
                  </a:cubicBezTo>
                  <a:cubicBezTo>
                    <a:pt x="22532" y="6835"/>
                    <a:pt x="23194" y="6941"/>
                    <a:pt x="23888" y="6941"/>
                  </a:cubicBezTo>
                  <a:cubicBezTo>
                    <a:pt x="24502" y="6941"/>
                    <a:pt x="25141" y="6859"/>
                    <a:pt x="25816" y="6666"/>
                  </a:cubicBezTo>
                  <a:lnTo>
                    <a:pt x="25816" y="6666"/>
                  </a:lnTo>
                  <a:cubicBezTo>
                    <a:pt x="26227" y="12783"/>
                    <a:pt x="25108" y="18832"/>
                    <a:pt x="23305" y="24721"/>
                  </a:cubicBezTo>
                  <a:cubicBezTo>
                    <a:pt x="23511" y="22164"/>
                    <a:pt x="23282" y="19471"/>
                    <a:pt x="22963" y="16846"/>
                  </a:cubicBezTo>
                  <a:cubicBezTo>
                    <a:pt x="22689" y="14586"/>
                    <a:pt x="22278" y="12190"/>
                    <a:pt x="20794" y="10455"/>
                  </a:cubicBezTo>
                  <a:cubicBezTo>
                    <a:pt x="20156" y="9694"/>
                    <a:pt x="19222" y="9062"/>
                    <a:pt x="18241" y="9062"/>
                  </a:cubicBezTo>
                  <a:cubicBezTo>
                    <a:pt x="18134" y="9062"/>
                    <a:pt x="18026" y="9070"/>
                    <a:pt x="17918" y="9085"/>
                  </a:cubicBezTo>
                  <a:cubicBezTo>
                    <a:pt x="16709" y="9268"/>
                    <a:pt x="15841" y="10478"/>
                    <a:pt x="15750" y="11710"/>
                  </a:cubicBezTo>
                  <a:cubicBezTo>
                    <a:pt x="15659" y="12920"/>
                    <a:pt x="16184" y="14130"/>
                    <a:pt x="16891" y="15111"/>
                  </a:cubicBezTo>
                  <a:cubicBezTo>
                    <a:pt x="17599" y="16115"/>
                    <a:pt x="18489" y="16983"/>
                    <a:pt x="19265" y="17919"/>
                  </a:cubicBezTo>
                  <a:cubicBezTo>
                    <a:pt x="21548" y="20795"/>
                    <a:pt x="22575" y="24584"/>
                    <a:pt x="22164" y="28213"/>
                  </a:cubicBezTo>
                  <a:cubicBezTo>
                    <a:pt x="21548" y="30039"/>
                    <a:pt x="20863" y="31842"/>
                    <a:pt x="20155" y="33622"/>
                  </a:cubicBezTo>
                  <a:cubicBezTo>
                    <a:pt x="17416" y="40607"/>
                    <a:pt x="14335" y="47523"/>
                    <a:pt x="12440" y="54759"/>
                  </a:cubicBezTo>
                  <a:cubicBezTo>
                    <a:pt x="11276" y="44350"/>
                    <a:pt x="18968" y="34079"/>
                    <a:pt x="16640" y="23899"/>
                  </a:cubicBezTo>
                  <a:cubicBezTo>
                    <a:pt x="16435" y="22963"/>
                    <a:pt x="16092" y="21982"/>
                    <a:pt x="15248" y="21525"/>
                  </a:cubicBezTo>
                  <a:cubicBezTo>
                    <a:pt x="14967" y="21367"/>
                    <a:pt x="14673" y="21296"/>
                    <a:pt x="14381" y="21296"/>
                  </a:cubicBezTo>
                  <a:cubicBezTo>
                    <a:pt x="13106" y="21296"/>
                    <a:pt x="11841" y="22644"/>
                    <a:pt x="11619" y="24036"/>
                  </a:cubicBezTo>
                  <a:cubicBezTo>
                    <a:pt x="11345" y="25748"/>
                    <a:pt x="11984" y="27437"/>
                    <a:pt x="12121" y="29172"/>
                  </a:cubicBezTo>
                  <a:cubicBezTo>
                    <a:pt x="12326" y="31796"/>
                    <a:pt x="11322" y="34353"/>
                    <a:pt x="10683" y="36909"/>
                  </a:cubicBezTo>
                  <a:cubicBezTo>
                    <a:pt x="9176" y="42935"/>
                    <a:pt x="9770" y="49486"/>
                    <a:pt x="12326" y="55147"/>
                  </a:cubicBezTo>
                  <a:cubicBezTo>
                    <a:pt x="11938" y="56699"/>
                    <a:pt x="11596" y="58274"/>
                    <a:pt x="11322" y="59872"/>
                  </a:cubicBezTo>
                  <a:cubicBezTo>
                    <a:pt x="10660" y="63706"/>
                    <a:pt x="10477" y="67678"/>
                    <a:pt x="10911" y="71558"/>
                  </a:cubicBezTo>
                  <a:cubicBezTo>
                    <a:pt x="10477" y="71056"/>
                    <a:pt x="10044" y="70577"/>
                    <a:pt x="9633" y="70074"/>
                  </a:cubicBezTo>
                  <a:lnTo>
                    <a:pt x="9633" y="70074"/>
                  </a:lnTo>
                  <a:cubicBezTo>
                    <a:pt x="9998" y="70599"/>
                    <a:pt x="10432" y="71124"/>
                    <a:pt x="10934" y="71649"/>
                  </a:cubicBezTo>
                  <a:cubicBezTo>
                    <a:pt x="11527" y="76990"/>
                    <a:pt x="13330" y="82103"/>
                    <a:pt x="16686" y="86280"/>
                  </a:cubicBezTo>
                  <a:cubicBezTo>
                    <a:pt x="17234" y="85664"/>
                    <a:pt x="16709" y="84705"/>
                    <a:pt x="16229" y="84021"/>
                  </a:cubicBezTo>
                  <a:cubicBezTo>
                    <a:pt x="11025" y="76694"/>
                    <a:pt x="10546" y="66879"/>
                    <a:pt x="12486" y="58091"/>
                  </a:cubicBezTo>
                  <a:cubicBezTo>
                    <a:pt x="13604" y="52955"/>
                    <a:pt x="15476" y="48025"/>
                    <a:pt x="17507" y="43163"/>
                  </a:cubicBezTo>
                  <a:cubicBezTo>
                    <a:pt x="24857" y="39626"/>
                    <a:pt x="30815" y="33645"/>
                    <a:pt x="34421" y="26455"/>
                  </a:cubicBezTo>
                  <a:cubicBezTo>
                    <a:pt x="34923" y="25428"/>
                    <a:pt x="35403" y="24355"/>
                    <a:pt x="35357" y="23214"/>
                  </a:cubicBezTo>
                  <a:cubicBezTo>
                    <a:pt x="35311" y="22073"/>
                    <a:pt x="34604" y="20886"/>
                    <a:pt x="33485" y="20658"/>
                  </a:cubicBezTo>
                  <a:cubicBezTo>
                    <a:pt x="33343" y="20628"/>
                    <a:pt x="33201" y="20614"/>
                    <a:pt x="33061" y="20614"/>
                  </a:cubicBezTo>
                  <a:cubicBezTo>
                    <a:pt x="32236" y="20614"/>
                    <a:pt x="31458" y="21096"/>
                    <a:pt x="30815" y="21662"/>
                  </a:cubicBezTo>
                  <a:cubicBezTo>
                    <a:pt x="28943" y="23328"/>
                    <a:pt x="27893" y="25725"/>
                    <a:pt x="26797" y="28007"/>
                  </a:cubicBezTo>
                  <a:cubicBezTo>
                    <a:pt x="24446" y="32801"/>
                    <a:pt x="21548" y="37366"/>
                    <a:pt x="18192" y="41520"/>
                  </a:cubicBezTo>
                  <a:cubicBezTo>
                    <a:pt x="19425" y="38621"/>
                    <a:pt x="20680" y="35745"/>
                    <a:pt x="21867" y="32824"/>
                  </a:cubicBezTo>
                  <a:cubicBezTo>
                    <a:pt x="23602" y="28464"/>
                    <a:pt x="25177" y="23945"/>
                    <a:pt x="26135" y="19357"/>
                  </a:cubicBezTo>
                  <a:cubicBezTo>
                    <a:pt x="29468" y="14084"/>
                    <a:pt x="35197" y="10432"/>
                    <a:pt x="39739" y="5867"/>
                  </a:cubicBezTo>
                  <a:cubicBezTo>
                    <a:pt x="40219" y="5388"/>
                    <a:pt x="40698" y="4863"/>
                    <a:pt x="40835" y="4201"/>
                  </a:cubicBezTo>
                  <a:cubicBezTo>
                    <a:pt x="41109" y="2877"/>
                    <a:pt x="39716" y="1667"/>
                    <a:pt x="38347" y="1621"/>
                  </a:cubicBezTo>
                  <a:cubicBezTo>
                    <a:pt x="38309" y="1620"/>
                    <a:pt x="38271" y="1620"/>
                    <a:pt x="38233" y="1620"/>
                  </a:cubicBezTo>
                  <a:cubicBezTo>
                    <a:pt x="36930" y="1620"/>
                    <a:pt x="35715" y="2376"/>
                    <a:pt x="34672" y="3196"/>
                  </a:cubicBezTo>
                  <a:cubicBezTo>
                    <a:pt x="31317" y="5821"/>
                    <a:pt x="28669" y="9314"/>
                    <a:pt x="27003" y="13240"/>
                  </a:cubicBezTo>
                  <a:cubicBezTo>
                    <a:pt x="27163" y="11025"/>
                    <a:pt x="27140" y="8811"/>
                    <a:pt x="26866" y="6597"/>
                  </a:cubicBezTo>
                  <a:cubicBezTo>
                    <a:pt x="28715" y="5730"/>
                    <a:pt x="30153" y="4018"/>
                    <a:pt x="30678" y="2055"/>
                  </a:cubicBezTo>
                  <a:cubicBezTo>
                    <a:pt x="30532" y="2031"/>
                    <a:pt x="30386" y="2019"/>
                    <a:pt x="30239" y="2019"/>
                  </a:cubicBezTo>
                  <a:cubicBezTo>
                    <a:pt x="29283" y="2019"/>
                    <a:pt x="28339" y="2522"/>
                    <a:pt x="27824" y="3333"/>
                  </a:cubicBezTo>
                  <a:cubicBezTo>
                    <a:pt x="28395" y="2329"/>
                    <a:pt x="28372" y="1005"/>
                    <a:pt x="2775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2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5"/>
          <p:cNvSpPr txBox="1"/>
          <p:nvPr>
            <p:ph hasCustomPrompt="1" type="title"/>
          </p:nvPr>
        </p:nvSpPr>
        <p:spPr>
          <a:xfrm>
            <a:off x="944738" y="1744731"/>
            <a:ext cx="9573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39" name="Google Shape;239;p25"/>
          <p:cNvSpPr txBox="1"/>
          <p:nvPr>
            <p:ph idx="1" type="subTitle"/>
          </p:nvPr>
        </p:nvSpPr>
        <p:spPr>
          <a:xfrm>
            <a:off x="1982563" y="2002896"/>
            <a:ext cx="2071200" cy="713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0" name="Google Shape;240;p25"/>
          <p:cNvSpPr txBox="1"/>
          <p:nvPr>
            <p:ph hasCustomPrompt="1" idx="2" type="title"/>
          </p:nvPr>
        </p:nvSpPr>
        <p:spPr>
          <a:xfrm flipH="1">
            <a:off x="7320586" y="1744731"/>
            <a:ext cx="9573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1" name="Google Shape;241;p25"/>
          <p:cNvSpPr txBox="1"/>
          <p:nvPr>
            <p:ph idx="3" type="subTitle"/>
          </p:nvPr>
        </p:nvSpPr>
        <p:spPr>
          <a:xfrm flipH="1">
            <a:off x="5166520" y="2002896"/>
            <a:ext cx="2075700" cy="713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2" name="Google Shape;242;p25"/>
          <p:cNvSpPr txBox="1"/>
          <p:nvPr>
            <p:ph hasCustomPrompt="1" idx="4" type="title"/>
          </p:nvPr>
        </p:nvSpPr>
        <p:spPr>
          <a:xfrm>
            <a:off x="944738" y="3474706"/>
            <a:ext cx="9573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3" name="Google Shape;243;p25"/>
          <p:cNvSpPr txBox="1"/>
          <p:nvPr>
            <p:ph idx="5" type="subTitle"/>
          </p:nvPr>
        </p:nvSpPr>
        <p:spPr>
          <a:xfrm>
            <a:off x="1982563" y="3737425"/>
            <a:ext cx="2071200" cy="713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25"/>
          <p:cNvSpPr txBox="1"/>
          <p:nvPr>
            <p:ph hasCustomPrompt="1" idx="6" type="title"/>
          </p:nvPr>
        </p:nvSpPr>
        <p:spPr>
          <a:xfrm flipH="1">
            <a:off x="7320586" y="3474706"/>
            <a:ext cx="9573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5" name="Google Shape;245;p25"/>
          <p:cNvSpPr txBox="1"/>
          <p:nvPr>
            <p:ph idx="7" type="subTitle"/>
          </p:nvPr>
        </p:nvSpPr>
        <p:spPr>
          <a:xfrm flipH="1">
            <a:off x="5166520" y="3737425"/>
            <a:ext cx="2075700" cy="713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25"/>
          <p:cNvSpPr txBox="1"/>
          <p:nvPr>
            <p:ph idx="8"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47" name="Google Shape;247;p25"/>
          <p:cNvSpPr txBox="1"/>
          <p:nvPr>
            <p:ph idx="9" type="subTitle"/>
          </p:nvPr>
        </p:nvSpPr>
        <p:spPr>
          <a:xfrm>
            <a:off x="1978213" y="1444350"/>
            <a:ext cx="2071200" cy="7134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48" name="Google Shape;248;p25"/>
          <p:cNvSpPr txBox="1"/>
          <p:nvPr>
            <p:ph idx="13" type="subTitle"/>
          </p:nvPr>
        </p:nvSpPr>
        <p:spPr>
          <a:xfrm flipH="1">
            <a:off x="5166522" y="1444350"/>
            <a:ext cx="2075700" cy="7134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49" name="Google Shape;249;p25"/>
          <p:cNvSpPr txBox="1"/>
          <p:nvPr>
            <p:ph idx="14" type="subTitle"/>
          </p:nvPr>
        </p:nvSpPr>
        <p:spPr>
          <a:xfrm>
            <a:off x="1978213" y="3174323"/>
            <a:ext cx="2071200" cy="7134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50" name="Google Shape;250;p25"/>
          <p:cNvSpPr txBox="1"/>
          <p:nvPr>
            <p:ph idx="15" type="subTitle"/>
          </p:nvPr>
        </p:nvSpPr>
        <p:spPr>
          <a:xfrm flipH="1">
            <a:off x="5166522" y="3174323"/>
            <a:ext cx="2075700" cy="7134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51" name="Google Shape;251;p25"/>
          <p:cNvSpPr/>
          <p:nvPr/>
        </p:nvSpPr>
        <p:spPr>
          <a:xfrm>
            <a:off x="8755466" y="2157738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5"/>
          <p:cNvSpPr/>
          <p:nvPr/>
        </p:nvSpPr>
        <p:spPr>
          <a:xfrm rot="6816878">
            <a:off x="8475106" y="274161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5"/>
          <p:cNvSpPr/>
          <p:nvPr/>
        </p:nvSpPr>
        <p:spPr>
          <a:xfrm rot="-3524071">
            <a:off x="8627848" y="4718507"/>
            <a:ext cx="122996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25"/>
          <p:cNvSpPr/>
          <p:nvPr/>
        </p:nvSpPr>
        <p:spPr>
          <a:xfrm flipH="1">
            <a:off x="272981" y="2582721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5"/>
          <p:cNvSpPr/>
          <p:nvPr/>
        </p:nvSpPr>
        <p:spPr>
          <a:xfrm flipH="1" rot="1531528">
            <a:off x="529457" y="567083"/>
            <a:ext cx="174638" cy="113415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25"/>
          <p:cNvSpPr/>
          <p:nvPr/>
        </p:nvSpPr>
        <p:spPr>
          <a:xfrm>
            <a:off x="8511300" y="1084123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25"/>
          <p:cNvSpPr/>
          <p:nvPr/>
        </p:nvSpPr>
        <p:spPr>
          <a:xfrm flipH="1" rot="5651252">
            <a:off x="453091" y="4787187"/>
            <a:ext cx="164594" cy="54658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5"/>
          <p:cNvSpPr/>
          <p:nvPr/>
        </p:nvSpPr>
        <p:spPr>
          <a:xfrm flipH="1" rot="-570776">
            <a:off x="43562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25"/>
          <p:cNvSpPr/>
          <p:nvPr/>
        </p:nvSpPr>
        <p:spPr>
          <a:xfrm rot="570776">
            <a:off x="388355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5"/>
          <p:cNvSpPr/>
          <p:nvPr/>
        </p:nvSpPr>
        <p:spPr>
          <a:xfrm flipH="1">
            <a:off x="7422948" y="220730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1">
  <p:cSld name="BLANK_1_2_1_1"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6">
            <a:hlinkClick/>
          </p:cNvPr>
          <p:cNvSpPr txBox="1"/>
          <p:nvPr>
            <p:ph hasCustomPrompt="1" type="title"/>
          </p:nvPr>
        </p:nvSpPr>
        <p:spPr>
          <a:xfrm>
            <a:off x="712100" y="1500752"/>
            <a:ext cx="957300" cy="46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63" name="Google Shape;263;p26">
            <a:hlinkClick/>
          </p:cNvPr>
          <p:cNvSpPr txBox="1"/>
          <p:nvPr>
            <p:ph idx="1" type="subTitle"/>
          </p:nvPr>
        </p:nvSpPr>
        <p:spPr>
          <a:xfrm>
            <a:off x="712100" y="2219679"/>
            <a:ext cx="24882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4" name="Google Shape;264;p26">
            <a:hlinkClick/>
          </p:cNvPr>
          <p:cNvSpPr txBox="1"/>
          <p:nvPr>
            <p:ph hasCustomPrompt="1" idx="2" type="title"/>
          </p:nvPr>
        </p:nvSpPr>
        <p:spPr>
          <a:xfrm flipH="1">
            <a:off x="5943700" y="1500752"/>
            <a:ext cx="957300" cy="46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65" name="Google Shape;265;p26">
            <a:hlinkClick/>
          </p:cNvPr>
          <p:cNvSpPr txBox="1"/>
          <p:nvPr>
            <p:ph idx="3" type="subTitle"/>
          </p:nvPr>
        </p:nvSpPr>
        <p:spPr>
          <a:xfrm flipH="1">
            <a:off x="5943700" y="2219665"/>
            <a:ext cx="24882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26">
            <a:hlinkClick/>
          </p:cNvPr>
          <p:cNvSpPr txBox="1"/>
          <p:nvPr>
            <p:ph hasCustomPrompt="1" idx="4" type="title"/>
          </p:nvPr>
        </p:nvSpPr>
        <p:spPr>
          <a:xfrm>
            <a:off x="3327900" y="1500752"/>
            <a:ext cx="957300" cy="46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67" name="Google Shape;267;p26">
            <a:hlinkClick/>
          </p:cNvPr>
          <p:cNvSpPr txBox="1"/>
          <p:nvPr>
            <p:ph idx="5" type="subTitle"/>
          </p:nvPr>
        </p:nvSpPr>
        <p:spPr>
          <a:xfrm>
            <a:off x="3327900" y="2219665"/>
            <a:ext cx="24882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26">
            <a:hlinkClick/>
          </p:cNvPr>
          <p:cNvSpPr txBox="1"/>
          <p:nvPr>
            <p:ph hasCustomPrompt="1" idx="6" type="title"/>
          </p:nvPr>
        </p:nvSpPr>
        <p:spPr>
          <a:xfrm flipH="1">
            <a:off x="712100" y="2872352"/>
            <a:ext cx="957300" cy="46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69" name="Google Shape;269;p26">
            <a:hlinkClick/>
          </p:cNvPr>
          <p:cNvSpPr txBox="1"/>
          <p:nvPr>
            <p:ph idx="7" type="subTitle"/>
          </p:nvPr>
        </p:nvSpPr>
        <p:spPr>
          <a:xfrm flipH="1">
            <a:off x="712200" y="3591272"/>
            <a:ext cx="24882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0" name="Google Shape;270;p26"/>
          <p:cNvSpPr txBox="1"/>
          <p:nvPr>
            <p:ph idx="8"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71" name="Google Shape;271;p26">
            <a:hlinkClick/>
          </p:cNvPr>
          <p:cNvSpPr txBox="1"/>
          <p:nvPr>
            <p:ph idx="9" type="subTitle"/>
          </p:nvPr>
        </p:nvSpPr>
        <p:spPr>
          <a:xfrm>
            <a:off x="712100" y="2014925"/>
            <a:ext cx="2488200" cy="358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72" name="Google Shape;272;p26">
            <a:hlinkClick/>
          </p:cNvPr>
          <p:cNvSpPr txBox="1"/>
          <p:nvPr>
            <p:ph idx="13" type="subTitle"/>
          </p:nvPr>
        </p:nvSpPr>
        <p:spPr>
          <a:xfrm flipH="1">
            <a:off x="5943700" y="2014925"/>
            <a:ext cx="2488200" cy="358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73" name="Google Shape;273;p26">
            <a:hlinkClick/>
          </p:cNvPr>
          <p:cNvSpPr txBox="1"/>
          <p:nvPr>
            <p:ph idx="14" type="subTitle"/>
          </p:nvPr>
        </p:nvSpPr>
        <p:spPr>
          <a:xfrm>
            <a:off x="3327900" y="2014925"/>
            <a:ext cx="2488200" cy="358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74" name="Google Shape;274;p26">
            <a:hlinkClick/>
          </p:cNvPr>
          <p:cNvSpPr txBox="1"/>
          <p:nvPr>
            <p:ph idx="15" type="subTitle"/>
          </p:nvPr>
        </p:nvSpPr>
        <p:spPr>
          <a:xfrm flipH="1">
            <a:off x="712200" y="3386532"/>
            <a:ext cx="2488200" cy="358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75" name="Google Shape;275;p26">
            <a:hlinkClick/>
          </p:cNvPr>
          <p:cNvSpPr txBox="1"/>
          <p:nvPr>
            <p:ph hasCustomPrompt="1" idx="16" type="title"/>
          </p:nvPr>
        </p:nvSpPr>
        <p:spPr>
          <a:xfrm flipH="1">
            <a:off x="5943700" y="2872352"/>
            <a:ext cx="957300" cy="46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76" name="Google Shape;276;p26">
            <a:hlinkClick/>
          </p:cNvPr>
          <p:cNvSpPr txBox="1"/>
          <p:nvPr>
            <p:ph idx="17" type="subTitle"/>
          </p:nvPr>
        </p:nvSpPr>
        <p:spPr>
          <a:xfrm flipH="1">
            <a:off x="5943700" y="3591272"/>
            <a:ext cx="24882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7" name="Google Shape;277;p26">
            <a:hlinkClick/>
          </p:cNvPr>
          <p:cNvSpPr txBox="1"/>
          <p:nvPr>
            <p:ph hasCustomPrompt="1" idx="18" type="title"/>
          </p:nvPr>
        </p:nvSpPr>
        <p:spPr>
          <a:xfrm>
            <a:off x="3327900" y="2872352"/>
            <a:ext cx="957300" cy="46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78" name="Google Shape;278;p26">
            <a:hlinkClick/>
          </p:cNvPr>
          <p:cNvSpPr txBox="1"/>
          <p:nvPr>
            <p:ph idx="19" type="subTitle"/>
          </p:nvPr>
        </p:nvSpPr>
        <p:spPr>
          <a:xfrm>
            <a:off x="3327900" y="3591272"/>
            <a:ext cx="24882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26">
            <a:hlinkClick/>
          </p:cNvPr>
          <p:cNvSpPr txBox="1"/>
          <p:nvPr>
            <p:ph idx="20" type="subTitle"/>
          </p:nvPr>
        </p:nvSpPr>
        <p:spPr>
          <a:xfrm flipH="1">
            <a:off x="5943700" y="3386532"/>
            <a:ext cx="2488200" cy="358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80" name="Google Shape;280;p26">
            <a:hlinkClick/>
          </p:cNvPr>
          <p:cNvSpPr txBox="1"/>
          <p:nvPr>
            <p:ph idx="21" type="subTitle"/>
          </p:nvPr>
        </p:nvSpPr>
        <p:spPr>
          <a:xfrm>
            <a:off x="3327900" y="3386532"/>
            <a:ext cx="2488200" cy="358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grpSp>
        <p:nvGrpSpPr>
          <p:cNvPr id="281" name="Google Shape;281;p26"/>
          <p:cNvGrpSpPr/>
          <p:nvPr/>
        </p:nvGrpSpPr>
        <p:grpSpPr>
          <a:xfrm rot="-1755061">
            <a:off x="3059821" y="4477859"/>
            <a:ext cx="225579" cy="284872"/>
            <a:chOff x="3311031" y="3025663"/>
            <a:chExt cx="308584" cy="389695"/>
          </a:xfrm>
        </p:grpSpPr>
        <p:sp>
          <p:nvSpPr>
            <p:cNvPr id="282" name="Google Shape;282;p26"/>
            <p:cNvSpPr/>
            <p:nvPr/>
          </p:nvSpPr>
          <p:spPr>
            <a:xfrm flipH="1">
              <a:off x="3311031" y="3025663"/>
              <a:ext cx="308584" cy="389695"/>
            </a:xfrm>
            <a:custGeom>
              <a:rect b="b" l="l" r="r" t="t"/>
              <a:pathLst>
                <a:path extrusionOk="0" h="19458" w="15408">
                  <a:moveTo>
                    <a:pt x="11748" y="0"/>
                  </a:moveTo>
                  <a:cubicBezTo>
                    <a:pt x="11325" y="0"/>
                    <a:pt x="10903" y="69"/>
                    <a:pt x="10501" y="209"/>
                  </a:cubicBezTo>
                  <a:cubicBezTo>
                    <a:pt x="8789" y="802"/>
                    <a:pt x="7716" y="2445"/>
                    <a:pt x="6757" y="3998"/>
                  </a:cubicBezTo>
                  <a:cubicBezTo>
                    <a:pt x="4771" y="7239"/>
                    <a:pt x="2786" y="10503"/>
                    <a:pt x="777" y="13744"/>
                  </a:cubicBezTo>
                  <a:cubicBezTo>
                    <a:pt x="1" y="15022"/>
                    <a:pt x="161" y="17008"/>
                    <a:pt x="1279" y="18263"/>
                  </a:cubicBezTo>
                  <a:cubicBezTo>
                    <a:pt x="1958" y="19027"/>
                    <a:pt x="2996" y="19458"/>
                    <a:pt x="4019" y="19458"/>
                  </a:cubicBezTo>
                  <a:cubicBezTo>
                    <a:pt x="4647" y="19458"/>
                    <a:pt x="5269" y="19295"/>
                    <a:pt x="5799" y="18948"/>
                  </a:cubicBezTo>
                  <a:cubicBezTo>
                    <a:pt x="6278" y="18629"/>
                    <a:pt x="6666" y="18218"/>
                    <a:pt x="7031" y="17761"/>
                  </a:cubicBezTo>
                  <a:cubicBezTo>
                    <a:pt x="7579" y="17099"/>
                    <a:pt x="8058" y="16392"/>
                    <a:pt x="8538" y="15661"/>
                  </a:cubicBezTo>
                  <a:cubicBezTo>
                    <a:pt x="10683" y="12443"/>
                    <a:pt x="12852" y="9225"/>
                    <a:pt x="14586" y="5755"/>
                  </a:cubicBezTo>
                  <a:cubicBezTo>
                    <a:pt x="14906" y="5116"/>
                    <a:pt x="15225" y="4431"/>
                    <a:pt x="15294" y="3701"/>
                  </a:cubicBezTo>
                  <a:cubicBezTo>
                    <a:pt x="15408" y="2537"/>
                    <a:pt x="14837" y="1327"/>
                    <a:pt x="13879" y="642"/>
                  </a:cubicBezTo>
                  <a:cubicBezTo>
                    <a:pt x="13250" y="218"/>
                    <a:pt x="12500" y="0"/>
                    <a:pt x="117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26"/>
            <p:cNvSpPr/>
            <p:nvPr/>
          </p:nvSpPr>
          <p:spPr>
            <a:xfrm flipH="1">
              <a:off x="3311033" y="3038519"/>
              <a:ext cx="285712" cy="376837"/>
            </a:xfrm>
            <a:custGeom>
              <a:rect b="b" l="l" r="r" t="t"/>
              <a:pathLst>
                <a:path extrusionOk="0" h="18816" w="14266">
                  <a:moveTo>
                    <a:pt x="12737" y="0"/>
                  </a:moveTo>
                  <a:cubicBezTo>
                    <a:pt x="12737" y="0"/>
                    <a:pt x="13262" y="2306"/>
                    <a:pt x="11641" y="4816"/>
                  </a:cubicBezTo>
                  <a:cubicBezTo>
                    <a:pt x="10020" y="7327"/>
                    <a:pt x="5181" y="15156"/>
                    <a:pt x="3903" y="16571"/>
                  </a:cubicBezTo>
                  <a:cubicBezTo>
                    <a:pt x="3155" y="17401"/>
                    <a:pt x="1970" y="17599"/>
                    <a:pt x="1100" y="17599"/>
                  </a:cubicBezTo>
                  <a:cubicBezTo>
                    <a:pt x="510" y="17599"/>
                    <a:pt x="65" y="17508"/>
                    <a:pt x="0" y="17462"/>
                  </a:cubicBezTo>
                  <a:lnTo>
                    <a:pt x="0" y="17462"/>
                  </a:lnTo>
                  <a:cubicBezTo>
                    <a:pt x="46" y="17507"/>
                    <a:pt x="91" y="17553"/>
                    <a:pt x="137" y="17621"/>
                  </a:cubicBezTo>
                  <a:cubicBezTo>
                    <a:pt x="816" y="18385"/>
                    <a:pt x="1854" y="18816"/>
                    <a:pt x="2877" y="18816"/>
                  </a:cubicBezTo>
                  <a:cubicBezTo>
                    <a:pt x="3505" y="18816"/>
                    <a:pt x="4127" y="18653"/>
                    <a:pt x="4657" y="18306"/>
                  </a:cubicBezTo>
                  <a:cubicBezTo>
                    <a:pt x="5136" y="17987"/>
                    <a:pt x="5524" y="17576"/>
                    <a:pt x="5889" y="17119"/>
                  </a:cubicBezTo>
                  <a:cubicBezTo>
                    <a:pt x="6414" y="16457"/>
                    <a:pt x="6916" y="15750"/>
                    <a:pt x="7396" y="15019"/>
                  </a:cubicBezTo>
                  <a:cubicBezTo>
                    <a:pt x="9541" y="11801"/>
                    <a:pt x="11710" y="8583"/>
                    <a:pt x="13444" y="5113"/>
                  </a:cubicBezTo>
                  <a:cubicBezTo>
                    <a:pt x="13764" y="4474"/>
                    <a:pt x="14083" y="3789"/>
                    <a:pt x="14152" y="3059"/>
                  </a:cubicBezTo>
                  <a:cubicBezTo>
                    <a:pt x="14266" y="1895"/>
                    <a:pt x="13695" y="685"/>
                    <a:pt x="12737" y="0"/>
                  </a:cubicBezTo>
                  <a:close/>
                </a:path>
              </a:pathLst>
            </a:custGeom>
            <a:solidFill>
              <a:schemeClr val="dk1">
                <a:alpha val="297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26"/>
            <p:cNvSpPr/>
            <p:nvPr/>
          </p:nvSpPr>
          <p:spPr>
            <a:xfrm flipH="1">
              <a:off x="3397429" y="3183403"/>
              <a:ext cx="222185" cy="231938"/>
            </a:xfrm>
            <a:custGeom>
              <a:rect b="b" l="l" r="r" t="t"/>
              <a:pathLst>
                <a:path extrusionOk="0" h="11581" w="11094">
                  <a:moveTo>
                    <a:pt x="4383" y="1"/>
                  </a:moveTo>
                  <a:cubicBezTo>
                    <a:pt x="3174" y="1964"/>
                    <a:pt x="1987" y="3927"/>
                    <a:pt x="777" y="5867"/>
                  </a:cubicBezTo>
                  <a:cubicBezTo>
                    <a:pt x="1" y="7145"/>
                    <a:pt x="161" y="9131"/>
                    <a:pt x="1279" y="10386"/>
                  </a:cubicBezTo>
                  <a:cubicBezTo>
                    <a:pt x="1958" y="11150"/>
                    <a:pt x="2996" y="11581"/>
                    <a:pt x="4019" y="11581"/>
                  </a:cubicBezTo>
                  <a:cubicBezTo>
                    <a:pt x="4647" y="11581"/>
                    <a:pt x="5269" y="11418"/>
                    <a:pt x="5799" y="11071"/>
                  </a:cubicBezTo>
                  <a:cubicBezTo>
                    <a:pt x="6278" y="10752"/>
                    <a:pt x="6666" y="10341"/>
                    <a:pt x="7031" y="9884"/>
                  </a:cubicBezTo>
                  <a:cubicBezTo>
                    <a:pt x="7579" y="9222"/>
                    <a:pt x="8058" y="8515"/>
                    <a:pt x="8538" y="7784"/>
                  </a:cubicBezTo>
                  <a:cubicBezTo>
                    <a:pt x="9382" y="6506"/>
                    <a:pt x="10249" y="5228"/>
                    <a:pt x="11094" y="3927"/>
                  </a:cubicBezTo>
                  <a:lnTo>
                    <a:pt x="11094" y="3927"/>
                  </a:lnTo>
                  <a:cubicBezTo>
                    <a:pt x="10803" y="3978"/>
                    <a:pt x="10510" y="4002"/>
                    <a:pt x="10218" y="4002"/>
                  </a:cubicBezTo>
                  <a:cubicBezTo>
                    <a:pt x="9207" y="4002"/>
                    <a:pt x="8203" y="3718"/>
                    <a:pt x="7282" y="3311"/>
                  </a:cubicBezTo>
                  <a:cubicBezTo>
                    <a:pt x="6575" y="2991"/>
                    <a:pt x="5890" y="2603"/>
                    <a:pt x="5365" y="2055"/>
                  </a:cubicBezTo>
                  <a:cubicBezTo>
                    <a:pt x="4817" y="1507"/>
                    <a:pt x="4429" y="777"/>
                    <a:pt x="440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26"/>
            <p:cNvSpPr/>
            <p:nvPr/>
          </p:nvSpPr>
          <p:spPr>
            <a:xfrm flipH="1">
              <a:off x="3397432" y="3259740"/>
              <a:ext cx="199314" cy="155594"/>
            </a:xfrm>
            <a:custGeom>
              <a:rect b="b" l="l" r="r" t="t"/>
              <a:pathLst>
                <a:path extrusionOk="0" h="7769" w="9952">
                  <a:moveTo>
                    <a:pt x="7669" y="1"/>
                  </a:moveTo>
                  <a:cubicBezTo>
                    <a:pt x="6095" y="2489"/>
                    <a:pt x="4542" y="4817"/>
                    <a:pt x="3903" y="5524"/>
                  </a:cubicBezTo>
                  <a:cubicBezTo>
                    <a:pt x="3155" y="6354"/>
                    <a:pt x="1970" y="6552"/>
                    <a:pt x="1100" y="6552"/>
                  </a:cubicBezTo>
                  <a:cubicBezTo>
                    <a:pt x="510" y="6552"/>
                    <a:pt x="65" y="6461"/>
                    <a:pt x="0" y="6415"/>
                  </a:cubicBezTo>
                  <a:lnTo>
                    <a:pt x="0" y="6415"/>
                  </a:lnTo>
                  <a:cubicBezTo>
                    <a:pt x="46" y="6460"/>
                    <a:pt x="91" y="6506"/>
                    <a:pt x="137" y="6574"/>
                  </a:cubicBezTo>
                  <a:cubicBezTo>
                    <a:pt x="816" y="7338"/>
                    <a:pt x="1854" y="7769"/>
                    <a:pt x="2877" y="7769"/>
                  </a:cubicBezTo>
                  <a:cubicBezTo>
                    <a:pt x="3505" y="7769"/>
                    <a:pt x="4127" y="7606"/>
                    <a:pt x="4657" y="7259"/>
                  </a:cubicBezTo>
                  <a:cubicBezTo>
                    <a:pt x="5136" y="6940"/>
                    <a:pt x="5524" y="6529"/>
                    <a:pt x="5889" y="6072"/>
                  </a:cubicBezTo>
                  <a:cubicBezTo>
                    <a:pt x="6437" y="5410"/>
                    <a:pt x="6916" y="4703"/>
                    <a:pt x="7396" y="3972"/>
                  </a:cubicBezTo>
                  <a:cubicBezTo>
                    <a:pt x="8240" y="2694"/>
                    <a:pt x="9107" y="1416"/>
                    <a:pt x="9952" y="115"/>
                  </a:cubicBezTo>
                  <a:lnTo>
                    <a:pt x="9952" y="115"/>
                  </a:lnTo>
                  <a:cubicBezTo>
                    <a:pt x="9679" y="164"/>
                    <a:pt x="9403" y="187"/>
                    <a:pt x="9126" y="187"/>
                  </a:cubicBezTo>
                  <a:cubicBezTo>
                    <a:pt x="8639" y="187"/>
                    <a:pt x="8150" y="117"/>
                    <a:pt x="76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86" name="Google Shape;286;p26"/>
          <p:cNvGrpSpPr/>
          <p:nvPr/>
        </p:nvGrpSpPr>
        <p:grpSpPr>
          <a:xfrm rot="-2700000">
            <a:off x="8391510" y="2762987"/>
            <a:ext cx="596197" cy="517831"/>
            <a:chOff x="3338300" y="3103725"/>
            <a:chExt cx="374500" cy="325275"/>
          </a:xfrm>
        </p:grpSpPr>
        <p:sp>
          <p:nvSpPr>
            <p:cNvPr id="287" name="Google Shape;287;p26"/>
            <p:cNvSpPr/>
            <p:nvPr/>
          </p:nvSpPr>
          <p:spPr>
            <a:xfrm>
              <a:off x="3507800" y="3108800"/>
              <a:ext cx="146900" cy="106250"/>
            </a:xfrm>
            <a:custGeom>
              <a:rect b="b" l="l" r="r" t="t"/>
              <a:pathLst>
                <a:path extrusionOk="0" h="4250" w="5876">
                  <a:moveTo>
                    <a:pt x="1754" y="0"/>
                  </a:moveTo>
                  <a:cubicBezTo>
                    <a:pt x="1700" y="0"/>
                    <a:pt x="1646" y="3"/>
                    <a:pt x="1591" y="10"/>
                  </a:cubicBezTo>
                  <a:cubicBezTo>
                    <a:pt x="1202" y="54"/>
                    <a:pt x="826" y="271"/>
                    <a:pt x="531" y="621"/>
                  </a:cubicBezTo>
                  <a:cubicBezTo>
                    <a:pt x="295" y="901"/>
                    <a:pt x="139" y="1223"/>
                    <a:pt x="1" y="1507"/>
                  </a:cubicBezTo>
                  <a:lnTo>
                    <a:pt x="779" y="1884"/>
                  </a:lnTo>
                  <a:cubicBezTo>
                    <a:pt x="899" y="1634"/>
                    <a:pt x="1025" y="1374"/>
                    <a:pt x="1191" y="1179"/>
                  </a:cubicBezTo>
                  <a:cubicBezTo>
                    <a:pt x="1341" y="1000"/>
                    <a:pt x="1523" y="887"/>
                    <a:pt x="1689" y="868"/>
                  </a:cubicBezTo>
                  <a:cubicBezTo>
                    <a:pt x="1711" y="866"/>
                    <a:pt x="1732" y="864"/>
                    <a:pt x="1755" y="864"/>
                  </a:cubicBezTo>
                  <a:cubicBezTo>
                    <a:pt x="1896" y="864"/>
                    <a:pt x="2055" y="911"/>
                    <a:pt x="2197" y="956"/>
                  </a:cubicBezTo>
                  <a:cubicBezTo>
                    <a:pt x="3091" y="1240"/>
                    <a:pt x="3918" y="1677"/>
                    <a:pt x="4656" y="2252"/>
                  </a:cubicBezTo>
                  <a:cubicBezTo>
                    <a:pt x="4761" y="2334"/>
                    <a:pt x="4877" y="2429"/>
                    <a:pt x="4920" y="2521"/>
                  </a:cubicBezTo>
                  <a:cubicBezTo>
                    <a:pt x="4975" y="2640"/>
                    <a:pt x="4942" y="2843"/>
                    <a:pt x="4828" y="3064"/>
                  </a:cubicBezTo>
                  <a:cubicBezTo>
                    <a:pt x="4782" y="3155"/>
                    <a:pt x="4726" y="3247"/>
                    <a:pt x="4667" y="3345"/>
                  </a:cubicBezTo>
                  <a:cubicBezTo>
                    <a:pt x="4552" y="3535"/>
                    <a:pt x="4433" y="3732"/>
                    <a:pt x="4351" y="3966"/>
                  </a:cubicBezTo>
                  <a:lnTo>
                    <a:pt x="5168" y="4249"/>
                  </a:lnTo>
                  <a:cubicBezTo>
                    <a:pt x="5220" y="4101"/>
                    <a:pt x="5311" y="3950"/>
                    <a:pt x="5407" y="3791"/>
                  </a:cubicBezTo>
                  <a:cubicBezTo>
                    <a:pt x="5471" y="3686"/>
                    <a:pt x="5537" y="3575"/>
                    <a:pt x="5597" y="3457"/>
                  </a:cubicBezTo>
                  <a:cubicBezTo>
                    <a:pt x="5838" y="2987"/>
                    <a:pt x="5875" y="2524"/>
                    <a:pt x="5703" y="2154"/>
                  </a:cubicBezTo>
                  <a:cubicBezTo>
                    <a:pt x="5579" y="1890"/>
                    <a:pt x="5371" y="1714"/>
                    <a:pt x="5186" y="1571"/>
                  </a:cubicBezTo>
                  <a:cubicBezTo>
                    <a:pt x="4368" y="932"/>
                    <a:pt x="3450" y="448"/>
                    <a:pt x="2460" y="134"/>
                  </a:cubicBezTo>
                  <a:cubicBezTo>
                    <a:pt x="2239" y="63"/>
                    <a:pt x="2003" y="0"/>
                    <a:pt x="17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26"/>
            <p:cNvSpPr/>
            <p:nvPr/>
          </p:nvSpPr>
          <p:spPr>
            <a:xfrm>
              <a:off x="3338300" y="3103725"/>
              <a:ext cx="374500" cy="325275"/>
            </a:xfrm>
            <a:custGeom>
              <a:rect b="b" l="l" r="r" t="t"/>
              <a:pathLst>
                <a:path extrusionOk="0" h="13011" w="14980">
                  <a:moveTo>
                    <a:pt x="4163" y="0"/>
                  </a:moveTo>
                  <a:cubicBezTo>
                    <a:pt x="4134" y="0"/>
                    <a:pt x="4105" y="2"/>
                    <a:pt x="4076" y="5"/>
                  </a:cubicBezTo>
                  <a:cubicBezTo>
                    <a:pt x="3646" y="56"/>
                    <a:pt x="3362" y="463"/>
                    <a:pt x="3141" y="834"/>
                  </a:cubicBezTo>
                  <a:cubicBezTo>
                    <a:pt x="2338" y="2176"/>
                    <a:pt x="1596" y="3554"/>
                    <a:pt x="916" y="4963"/>
                  </a:cubicBezTo>
                  <a:cubicBezTo>
                    <a:pt x="738" y="5330"/>
                    <a:pt x="459" y="5824"/>
                    <a:pt x="229" y="6343"/>
                  </a:cubicBezTo>
                  <a:cubicBezTo>
                    <a:pt x="111" y="6610"/>
                    <a:pt x="1" y="6933"/>
                    <a:pt x="160" y="7179"/>
                  </a:cubicBezTo>
                  <a:cubicBezTo>
                    <a:pt x="233" y="7293"/>
                    <a:pt x="353" y="7366"/>
                    <a:pt x="469" y="7437"/>
                  </a:cubicBezTo>
                  <a:cubicBezTo>
                    <a:pt x="1995" y="8357"/>
                    <a:pt x="3520" y="9276"/>
                    <a:pt x="5045" y="10196"/>
                  </a:cubicBezTo>
                  <a:cubicBezTo>
                    <a:pt x="5994" y="10768"/>
                    <a:pt x="6942" y="11340"/>
                    <a:pt x="7910" y="11876"/>
                  </a:cubicBezTo>
                  <a:cubicBezTo>
                    <a:pt x="8625" y="12272"/>
                    <a:pt x="9354" y="12651"/>
                    <a:pt x="10135" y="12893"/>
                  </a:cubicBezTo>
                  <a:cubicBezTo>
                    <a:pt x="10340" y="12957"/>
                    <a:pt x="10557" y="13010"/>
                    <a:pt x="10770" y="13010"/>
                  </a:cubicBezTo>
                  <a:cubicBezTo>
                    <a:pt x="10878" y="13010"/>
                    <a:pt x="10986" y="12996"/>
                    <a:pt x="11091" y="12963"/>
                  </a:cubicBezTo>
                  <a:cubicBezTo>
                    <a:pt x="11522" y="12822"/>
                    <a:pt x="11779" y="12390"/>
                    <a:pt x="11995" y="11991"/>
                  </a:cubicBezTo>
                  <a:cubicBezTo>
                    <a:pt x="12878" y="10369"/>
                    <a:pt x="13761" y="8746"/>
                    <a:pt x="14644" y="7124"/>
                  </a:cubicBezTo>
                  <a:cubicBezTo>
                    <a:pt x="14808" y="6820"/>
                    <a:pt x="14980" y="6472"/>
                    <a:pt x="14877" y="6141"/>
                  </a:cubicBezTo>
                  <a:cubicBezTo>
                    <a:pt x="14787" y="5850"/>
                    <a:pt x="14514" y="5662"/>
                    <a:pt x="14256" y="5498"/>
                  </a:cubicBezTo>
                  <a:cubicBezTo>
                    <a:pt x="11222" y="3570"/>
                    <a:pt x="8082" y="1805"/>
                    <a:pt x="4855" y="217"/>
                  </a:cubicBezTo>
                  <a:cubicBezTo>
                    <a:pt x="4637" y="110"/>
                    <a:pt x="4403" y="0"/>
                    <a:pt x="41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26"/>
            <p:cNvSpPr/>
            <p:nvPr/>
          </p:nvSpPr>
          <p:spPr>
            <a:xfrm>
              <a:off x="3436200" y="3185200"/>
              <a:ext cx="167150" cy="167150"/>
            </a:xfrm>
            <a:custGeom>
              <a:rect b="b" l="l" r="r" t="t"/>
              <a:pathLst>
                <a:path extrusionOk="0" h="6686" w="6686">
                  <a:moveTo>
                    <a:pt x="3698" y="1"/>
                  </a:moveTo>
                  <a:lnTo>
                    <a:pt x="2833" y="1559"/>
                  </a:lnTo>
                  <a:lnTo>
                    <a:pt x="1275" y="693"/>
                  </a:lnTo>
                  <a:lnTo>
                    <a:pt x="1" y="2988"/>
                  </a:lnTo>
                  <a:lnTo>
                    <a:pt x="1560" y="3853"/>
                  </a:lnTo>
                  <a:lnTo>
                    <a:pt x="693" y="5411"/>
                  </a:lnTo>
                  <a:lnTo>
                    <a:pt x="2987" y="6685"/>
                  </a:lnTo>
                  <a:lnTo>
                    <a:pt x="3853" y="5127"/>
                  </a:lnTo>
                  <a:lnTo>
                    <a:pt x="5412" y="5992"/>
                  </a:lnTo>
                  <a:lnTo>
                    <a:pt x="6685" y="3699"/>
                  </a:lnTo>
                  <a:lnTo>
                    <a:pt x="5128" y="2832"/>
                  </a:lnTo>
                  <a:lnTo>
                    <a:pt x="5993" y="1274"/>
                  </a:lnTo>
                  <a:lnTo>
                    <a:pt x="369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90" name="Google Shape;290;p26"/>
          <p:cNvGrpSpPr/>
          <p:nvPr/>
        </p:nvGrpSpPr>
        <p:grpSpPr>
          <a:xfrm>
            <a:off x="387927" y="2792374"/>
            <a:ext cx="150927" cy="143533"/>
            <a:chOff x="3716290" y="4256524"/>
            <a:chExt cx="150927" cy="143533"/>
          </a:xfrm>
        </p:grpSpPr>
        <p:sp>
          <p:nvSpPr>
            <p:cNvPr id="291" name="Google Shape;291;p26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26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26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94" name="Google Shape;294;p26"/>
          <p:cNvSpPr/>
          <p:nvPr/>
        </p:nvSpPr>
        <p:spPr>
          <a:xfrm flipH="1">
            <a:off x="7827748" y="4339475"/>
            <a:ext cx="1206047" cy="993661"/>
          </a:xfrm>
          <a:custGeom>
            <a:rect b="b" l="l" r="r" t="t"/>
            <a:pathLst>
              <a:path extrusionOk="0" h="29503" w="35809">
                <a:moveTo>
                  <a:pt x="15987" y="1"/>
                </a:moveTo>
                <a:cubicBezTo>
                  <a:pt x="15307" y="1"/>
                  <a:pt x="14281" y="3232"/>
                  <a:pt x="14368" y="6973"/>
                </a:cubicBezTo>
                <a:cubicBezTo>
                  <a:pt x="14458" y="10828"/>
                  <a:pt x="15190" y="13875"/>
                  <a:pt x="15404" y="14690"/>
                </a:cubicBezTo>
                <a:cubicBezTo>
                  <a:pt x="14257" y="15585"/>
                  <a:pt x="13139" y="16472"/>
                  <a:pt x="12154" y="17278"/>
                </a:cubicBezTo>
                <a:cubicBezTo>
                  <a:pt x="12377" y="15499"/>
                  <a:pt x="13438" y="6337"/>
                  <a:pt x="11926" y="5049"/>
                </a:cubicBezTo>
                <a:cubicBezTo>
                  <a:pt x="11844" y="4980"/>
                  <a:pt x="11771" y="4947"/>
                  <a:pt x="11706" y="4947"/>
                </a:cubicBezTo>
                <a:cubicBezTo>
                  <a:pt x="10531" y="4947"/>
                  <a:pt x="11858" y="15586"/>
                  <a:pt x="12085" y="17335"/>
                </a:cubicBezTo>
                <a:cubicBezTo>
                  <a:pt x="11392" y="17902"/>
                  <a:pt x="10768" y="18428"/>
                  <a:pt x="10252" y="18884"/>
                </a:cubicBezTo>
                <a:cubicBezTo>
                  <a:pt x="9784" y="19295"/>
                  <a:pt x="9290" y="19737"/>
                  <a:pt x="8781" y="20197"/>
                </a:cubicBezTo>
                <a:cubicBezTo>
                  <a:pt x="8837" y="19388"/>
                  <a:pt x="8963" y="17101"/>
                  <a:pt x="8739" y="15321"/>
                </a:cubicBezTo>
                <a:cubicBezTo>
                  <a:pt x="8461" y="13121"/>
                  <a:pt x="8054" y="9892"/>
                  <a:pt x="7037" y="8882"/>
                </a:cubicBezTo>
                <a:cubicBezTo>
                  <a:pt x="6947" y="8793"/>
                  <a:pt x="6865" y="8751"/>
                  <a:pt x="6789" y="8751"/>
                </a:cubicBezTo>
                <a:cubicBezTo>
                  <a:pt x="6001" y="8751"/>
                  <a:pt x="5945" y="13255"/>
                  <a:pt x="6706" y="16066"/>
                </a:cubicBezTo>
                <a:cubicBezTo>
                  <a:pt x="7376" y="18540"/>
                  <a:pt x="8293" y="19896"/>
                  <a:pt x="8628" y="20336"/>
                </a:cubicBezTo>
                <a:cubicBezTo>
                  <a:pt x="7462" y="21390"/>
                  <a:pt x="6232" y="22525"/>
                  <a:pt x="5096" y="23580"/>
                </a:cubicBezTo>
                <a:cubicBezTo>
                  <a:pt x="4742" y="21933"/>
                  <a:pt x="2590" y="12171"/>
                  <a:pt x="1305" y="11870"/>
                </a:cubicBezTo>
                <a:cubicBezTo>
                  <a:pt x="1249" y="11856"/>
                  <a:pt x="1196" y="11850"/>
                  <a:pt x="1148" y="11850"/>
                </a:cubicBezTo>
                <a:cubicBezTo>
                  <a:pt x="0" y="11850"/>
                  <a:pt x="1144" y="15497"/>
                  <a:pt x="2010" y="18541"/>
                </a:cubicBezTo>
                <a:cubicBezTo>
                  <a:pt x="2773" y="21225"/>
                  <a:pt x="4488" y="23142"/>
                  <a:pt x="5000" y="23669"/>
                </a:cubicBezTo>
                <a:cubicBezTo>
                  <a:pt x="2665" y="25843"/>
                  <a:pt x="761" y="27656"/>
                  <a:pt x="729" y="27687"/>
                </a:cubicBezTo>
                <a:cubicBezTo>
                  <a:pt x="645" y="27766"/>
                  <a:pt x="643" y="27898"/>
                  <a:pt x="722" y="27982"/>
                </a:cubicBezTo>
                <a:cubicBezTo>
                  <a:pt x="763" y="28024"/>
                  <a:pt x="818" y="28046"/>
                  <a:pt x="873" y="28046"/>
                </a:cubicBezTo>
                <a:cubicBezTo>
                  <a:pt x="924" y="28046"/>
                  <a:pt x="976" y="28027"/>
                  <a:pt x="1015" y="27989"/>
                </a:cubicBezTo>
                <a:cubicBezTo>
                  <a:pt x="1044" y="27961"/>
                  <a:pt x="2508" y="26567"/>
                  <a:pt x="4438" y="24762"/>
                </a:cubicBezTo>
                <a:cubicBezTo>
                  <a:pt x="4937" y="25299"/>
                  <a:pt x="7022" y="27416"/>
                  <a:pt x="9822" y="28442"/>
                </a:cubicBezTo>
                <a:cubicBezTo>
                  <a:pt x="11569" y="29082"/>
                  <a:pt x="13043" y="29502"/>
                  <a:pt x="13944" y="29502"/>
                </a:cubicBezTo>
                <a:cubicBezTo>
                  <a:pt x="14706" y="29502"/>
                  <a:pt x="15060" y="29202"/>
                  <a:pt x="14824" y="28481"/>
                </a:cubicBezTo>
                <a:cubicBezTo>
                  <a:pt x="14353" y="27037"/>
                  <a:pt x="5935" y="25011"/>
                  <a:pt x="4525" y="24682"/>
                </a:cubicBezTo>
                <a:cubicBezTo>
                  <a:pt x="5736" y="23550"/>
                  <a:pt x="7122" y="22265"/>
                  <a:pt x="8453" y="21056"/>
                </a:cubicBezTo>
                <a:cubicBezTo>
                  <a:pt x="9028" y="21495"/>
                  <a:pt x="11038" y="22939"/>
                  <a:pt x="13519" y="23705"/>
                </a:cubicBezTo>
                <a:cubicBezTo>
                  <a:pt x="14917" y="24137"/>
                  <a:pt x="16280" y="24373"/>
                  <a:pt x="17219" y="24373"/>
                </a:cubicBezTo>
                <a:cubicBezTo>
                  <a:pt x="18262" y="24373"/>
                  <a:pt x="18784" y="24082"/>
                  <a:pt x="18253" y="23442"/>
                </a:cubicBezTo>
                <a:cubicBezTo>
                  <a:pt x="17346" y="22351"/>
                  <a:pt x="10041" y="21192"/>
                  <a:pt x="8551" y="20966"/>
                </a:cubicBezTo>
                <a:cubicBezTo>
                  <a:pt x="9238" y="20343"/>
                  <a:pt x="9907" y="19742"/>
                  <a:pt x="10527" y="19194"/>
                </a:cubicBezTo>
                <a:cubicBezTo>
                  <a:pt x="11026" y="18755"/>
                  <a:pt x="11626" y="18249"/>
                  <a:pt x="12292" y="17703"/>
                </a:cubicBezTo>
                <a:cubicBezTo>
                  <a:pt x="13223" y="18361"/>
                  <a:pt x="17658" y="21405"/>
                  <a:pt x="20039" y="21405"/>
                </a:cubicBezTo>
                <a:cubicBezTo>
                  <a:pt x="20668" y="21405"/>
                  <a:pt x="21154" y="21192"/>
                  <a:pt x="21393" y="20666"/>
                </a:cubicBezTo>
                <a:cubicBezTo>
                  <a:pt x="22518" y="18195"/>
                  <a:pt x="14163" y="17671"/>
                  <a:pt x="12429" y="17590"/>
                </a:cubicBezTo>
                <a:cubicBezTo>
                  <a:pt x="13473" y="16737"/>
                  <a:pt x="14669" y="15789"/>
                  <a:pt x="15889" y="14839"/>
                </a:cubicBezTo>
                <a:cubicBezTo>
                  <a:pt x="16572" y="15469"/>
                  <a:pt x="21288" y="19753"/>
                  <a:pt x="23143" y="19753"/>
                </a:cubicBezTo>
                <a:cubicBezTo>
                  <a:pt x="23456" y="19753"/>
                  <a:pt x="23687" y="19631"/>
                  <a:pt x="23804" y="19349"/>
                </a:cubicBezTo>
                <a:cubicBezTo>
                  <a:pt x="24607" y="17414"/>
                  <a:pt x="17037" y="15122"/>
                  <a:pt x="15939" y="14801"/>
                </a:cubicBezTo>
                <a:cubicBezTo>
                  <a:pt x="16884" y="14064"/>
                  <a:pt x="17842" y="13326"/>
                  <a:pt x="18753" y="12632"/>
                </a:cubicBezTo>
                <a:cubicBezTo>
                  <a:pt x="19677" y="13167"/>
                  <a:pt x="23672" y="15409"/>
                  <a:pt x="25766" y="15409"/>
                </a:cubicBezTo>
                <a:cubicBezTo>
                  <a:pt x="26368" y="15409"/>
                  <a:pt x="26812" y="15224"/>
                  <a:pt x="26983" y="14760"/>
                </a:cubicBezTo>
                <a:cubicBezTo>
                  <a:pt x="27726" y="12728"/>
                  <a:pt x="20565" y="12536"/>
                  <a:pt x="18900" y="12519"/>
                </a:cubicBezTo>
                <a:cubicBezTo>
                  <a:pt x="19594" y="11990"/>
                  <a:pt x="20257" y="11488"/>
                  <a:pt x="20864" y="11030"/>
                </a:cubicBezTo>
                <a:cubicBezTo>
                  <a:pt x="21653" y="11329"/>
                  <a:pt x="24365" y="12297"/>
                  <a:pt x="26536" y="12297"/>
                </a:cubicBezTo>
                <a:cubicBezTo>
                  <a:pt x="27567" y="12297"/>
                  <a:pt x="28476" y="12079"/>
                  <a:pt x="29000" y="11468"/>
                </a:cubicBezTo>
                <a:cubicBezTo>
                  <a:pt x="29730" y="10616"/>
                  <a:pt x="28546" y="10360"/>
                  <a:pt x="26858" y="10360"/>
                </a:cubicBezTo>
                <a:cubicBezTo>
                  <a:pt x="24844" y="10360"/>
                  <a:pt x="22113" y="10725"/>
                  <a:pt x="21068" y="10877"/>
                </a:cubicBezTo>
                <a:cubicBezTo>
                  <a:pt x="22154" y="10058"/>
                  <a:pt x="23038" y="9398"/>
                  <a:pt x="23557" y="9010"/>
                </a:cubicBezTo>
                <a:cubicBezTo>
                  <a:pt x="24913" y="8524"/>
                  <a:pt x="28112" y="7282"/>
                  <a:pt x="30457" y="5643"/>
                </a:cubicBezTo>
                <a:cubicBezTo>
                  <a:pt x="33505" y="3511"/>
                  <a:pt x="35808" y="1748"/>
                  <a:pt x="34285" y="1564"/>
                </a:cubicBezTo>
                <a:cubicBezTo>
                  <a:pt x="34255" y="1560"/>
                  <a:pt x="34222" y="1558"/>
                  <a:pt x="34187" y="1558"/>
                </a:cubicBezTo>
                <a:cubicBezTo>
                  <a:pt x="32630" y="1558"/>
                  <a:pt x="26873" y="5224"/>
                  <a:pt x="23715" y="8376"/>
                </a:cubicBezTo>
                <a:cubicBezTo>
                  <a:pt x="23400" y="8610"/>
                  <a:pt x="22367" y="9377"/>
                  <a:pt x="20979" y="10423"/>
                </a:cubicBezTo>
                <a:cubicBezTo>
                  <a:pt x="22252" y="8480"/>
                  <a:pt x="26568" y="1726"/>
                  <a:pt x="25050" y="1726"/>
                </a:cubicBezTo>
                <a:cubicBezTo>
                  <a:pt x="24989" y="1726"/>
                  <a:pt x="24920" y="1736"/>
                  <a:pt x="24840" y="1758"/>
                </a:cubicBezTo>
                <a:cubicBezTo>
                  <a:pt x="22704" y="2355"/>
                  <a:pt x="21055" y="9093"/>
                  <a:pt x="20705" y="10630"/>
                </a:cubicBezTo>
                <a:cubicBezTo>
                  <a:pt x="19973" y="11182"/>
                  <a:pt x="19154" y="11802"/>
                  <a:pt x="18298" y="12456"/>
                </a:cubicBezTo>
                <a:cubicBezTo>
                  <a:pt x="18846" y="10632"/>
                  <a:pt x="21322" y="2040"/>
                  <a:pt x="19462" y="1752"/>
                </a:cubicBezTo>
                <a:cubicBezTo>
                  <a:pt x="19433" y="1747"/>
                  <a:pt x="19404" y="1745"/>
                  <a:pt x="19376" y="1745"/>
                </a:cubicBezTo>
                <a:cubicBezTo>
                  <a:pt x="17577" y="1745"/>
                  <a:pt x="18076" y="10917"/>
                  <a:pt x="18179" y="12548"/>
                </a:cubicBezTo>
                <a:cubicBezTo>
                  <a:pt x="17325" y="13200"/>
                  <a:pt x="16438" y="13884"/>
                  <a:pt x="15563" y="14566"/>
                </a:cubicBezTo>
                <a:cubicBezTo>
                  <a:pt x="15836" y="13622"/>
                  <a:pt x="16579" y="10903"/>
                  <a:pt x="16774" y="8720"/>
                </a:cubicBezTo>
                <a:cubicBezTo>
                  <a:pt x="17014" y="6033"/>
                  <a:pt x="16925" y="2211"/>
                  <a:pt x="16353" y="444"/>
                </a:cubicBezTo>
                <a:cubicBezTo>
                  <a:pt x="16255" y="140"/>
                  <a:pt x="16128" y="1"/>
                  <a:pt x="15987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6"/>
          <p:cNvSpPr/>
          <p:nvPr/>
        </p:nvSpPr>
        <p:spPr>
          <a:xfrm rot="3067261">
            <a:off x="4241395" y="4506156"/>
            <a:ext cx="567740" cy="841173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96" name="Google Shape;296;p26"/>
          <p:cNvGrpSpPr/>
          <p:nvPr/>
        </p:nvGrpSpPr>
        <p:grpSpPr>
          <a:xfrm rot="-1238826">
            <a:off x="15617" y="3758973"/>
            <a:ext cx="909285" cy="1855405"/>
            <a:chOff x="8154826" y="3096390"/>
            <a:chExt cx="1299652" cy="2651951"/>
          </a:xfrm>
        </p:grpSpPr>
        <p:sp>
          <p:nvSpPr>
            <p:cNvPr id="297" name="Google Shape;297;p26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26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99" name="Google Shape;299;p26"/>
          <p:cNvGrpSpPr/>
          <p:nvPr/>
        </p:nvGrpSpPr>
        <p:grpSpPr>
          <a:xfrm rot="-3218148">
            <a:off x="8335606" y="3855474"/>
            <a:ext cx="1166915" cy="1217934"/>
            <a:chOff x="605375" y="4131238"/>
            <a:chExt cx="897150" cy="936375"/>
          </a:xfrm>
        </p:grpSpPr>
        <p:sp>
          <p:nvSpPr>
            <p:cNvPr id="300" name="Google Shape;300;p26"/>
            <p:cNvSpPr/>
            <p:nvPr/>
          </p:nvSpPr>
          <p:spPr>
            <a:xfrm>
              <a:off x="653325" y="4131238"/>
              <a:ext cx="849200" cy="918625"/>
            </a:xfrm>
            <a:custGeom>
              <a:rect b="b" l="l" r="r" t="t"/>
              <a:pathLst>
                <a:path extrusionOk="0" h="36745" w="33968">
                  <a:moveTo>
                    <a:pt x="31854" y="1"/>
                  </a:moveTo>
                  <a:cubicBezTo>
                    <a:pt x="31319" y="1"/>
                    <a:pt x="30695" y="232"/>
                    <a:pt x="30275" y="327"/>
                  </a:cubicBezTo>
                  <a:cubicBezTo>
                    <a:pt x="26911" y="1089"/>
                    <a:pt x="23573" y="1902"/>
                    <a:pt x="20420" y="3359"/>
                  </a:cubicBezTo>
                  <a:cubicBezTo>
                    <a:pt x="20242" y="3441"/>
                    <a:pt x="20056" y="3534"/>
                    <a:pt x="19959" y="3701"/>
                  </a:cubicBezTo>
                  <a:cubicBezTo>
                    <a:pt x="19854" y="3883"/>
                    <a:pt x="19885" y="4106"/>
                    <a:pt x="19919" y="4310"/>
                  </a:cubicBezTo>
                  <a:cubicBezTo>
                    <a:pt x="20130" y="5594"/>
                    <a:pt x="20227" y="6955"/>
                    <a:pt x="20711" y="8155"/>
                  </a:cubicBezTo>
                  <a:cubicBezTo>
                    <a:pt x="20880" y="8575"/>
                    <a:pt x="21080" y="8904"/>
                    <a:pt x="20882" y="9391"/>
                  </a:cubicBezTo>
                  <a:cubicBezTo>
                    <a:pt x="20753" y="9706"/>
                    <a:pt x="20577" y="9860"/>
                    <a:pt x="20400" y="9860"/>
                  </a:cubicBezTo>
                  <a:cubicBezTo>
                    <a:pt x="20218" y="9860"/>
                    <a:pt x="20035" y="9698"/>
                    <a:pt x="19904" y="9383"/>
                  </a:cubicBezTo>
                  <a:cubicBezTo>
                    <a:pt x="19371" y="8104"/>
                    <a:pt x="19103" y="6489"/>
                    <a:pt x="18330" y="5343"/>
                  </a:cubicBezTo>
                  <a:cubicBezTo>
                    <a:pt x="18228" y="5191"/>
                    <a:pt x="18098" y="5041"/>
                    <a:pt x="17918" y="4995"/>
                  </a:cubicBezTo>
                  <a:cubicBezTo>
                    <a:pt x="17878" y="4984"/>
                    <a:pt x="17837" y="4980"/>
                    <a:pt x="17797" y="4980"/>
                  </a:cubicBezTo>
                  <a:cubicBezTo>
                    <a:pt x="17603" y="4980"/>
                    <a:pt x="17410" y="5086"/>
                    <a:pt x="17238" y="5191"/>
                  </a:cubicBezTo>
                  <a:cubicBezTo>
                    <a:pt x="15765" y="6084"/>
                    <a:pt x="14343" y="7060"/>
                    <a:pt x="12983" y="8114"/>
                  </a:cubicBezTo>
                  <a:cubicBezTo>
                    <a:pt x="12758" y="8289"/>
                    <a:pt x="12521" y="8484"/>
                    <a:pt x="12448" y="8754"/>
                  </a:cubicBezTo>
                  <a:cubicBezTo>
                    <a:pt x="12354" y="9098"/>
                    <a:pt x="12553" y="9441"/>
                    <a:pt x="12727" y="9748"/>
                  </a:cubicBezTo>
                  <a:cubicBezTo>
                    <a:pt x="13508" y="11129"/>
                    <a:pt x="14139" y="12785"/>
                    <a:pt x="14284" y="14374"/>
                  </a:cubicBezTo>
                  <a:cubicBezTo>
                    <a:pt x="14319" y="14768"/>
                    <a:pt x="14308" y="15202"/>
                    <a:pt x="14054" y="15516"/>
                  </a:cubicBezTo>
                  <a:cubicBezTo>
                    <a:pt x="13965" y="15628"/>
                    <a:pt x="13843" y="15719"/>
                    <a:pt x="13702" y="15749"/>
                  </a:cubicBezTo>
                  <a:cubicBezTo>
                    <a:pt x="13668" y="15756"/>
                    <a:pt x="13635" y="15759"/>
                    <a:pt x="13603" y="15759"/>
                  </a:cubicBezTo>
                  <a:cubicBezTo>
                    <a:pt x="13369" y="15759"/>
                    <a:pt x="13153" y="15596"/>
                    <a:pt x="12987" y="15426"/>
                  </a:cubicBezTo>
                  <a:cubicBezTo>
                    <a:pt x="12059" y="14467"/>
                    <a:pt x="11758" y="13094"/>
                    <a:pt x="11260" y="11861"/>
                  </a:cubicBezTo>
                  <a:cubicBezTo>
                    <a:pt x="11146" y="11581"/>
                    <a:pt x="11005" y="11286"/>
                    <a:pt x="10736" y="11140"/>
                  </a:cubicBezTo>
                  <a:cubicBezTo>
                    <a:pt x="10614" y="11074"/>
                    <a:pt x="10468" y="11046"/>
                    <a:pt x="10308" y="11046"/>
                  </a:cubicBezTo>
                  <a:cubicBezTo>
                    <a:pt x="9695" y="11046"/>
                    <a:pt x="8877" y="11454"/>
                    <a:pt x="8448" y="11687"/>
                  </a:cubicBezTo>
                  <a:cubicBezTo>
                    <a:pt x="7424" y="12245"/>
                    <a:pt x="6450" y="12984"/>
                    <a:pt x="5694" y="13866"/>
                  </a:cubicBezTo>
                  <a:cubicBezTo>
                    <a:pt x="4587" y="15154"/>
                    <a:pt x="3235" y="16674"/>
                    <a:pt x="2515" y="18215"/>
                  </a:cubicBezTo>
                  <a:cubicBezTo>
                    <a:pt x="1842" y="19657"/>
                    <a:pt x="2963" y="20683"/>
                    <a:pt x="3924" y="21592"/>
                  </a:cubicBezTo>
                  <a:cubicBezTo>
                    <a:pt x="4398" y="22043"/>
                    <a:pt x="5454" y="23244"/>
                    <a:pt x="5464" y="23960"/>
                  </a:cubicBezTo>
                  <a:cubicBezTo>
                    <a:pt x="5470" y="24387"/>
                    <a:pt x="5162" y="24539"/>
                    <a:pt x="4792" y="24539"/>
                  </a:cubicBezTo>
                  <a:cubicBezTo>
                    <a:pt x="4484" y="24539"/>
                    <a:pt x="4133" y="24434"/>
                    <a:pt x="3884" y="24295"/>
                  </a:cubicBezTo>
                  <a:cubicBezTo>
                    <a:pt x="3571" y="24119"/>
                    <a:pt x="1571" y="22854"/>
                    <a:pt x="1704" y="22449"/>
                  </a:cubicBezTo>
                  <a:lnTo>
                    <a:pt x="1704" y="22449"/>
                  </a:lnTo>
                  <a:cubicBezTo>
                    <a:pt x="409" y="26391"/>
                    <a:pt x="1" y="30565"/>
                    <a:pt x="443" y="34638"/>
                  </a:cubicBezTo>
                  <a:cubicBezTo>
                    <a:pt x="620" y="36272"/>
                    <a:pt x="1533" y="36611"/>
                    <a:pt x="3008" y="36692"/>
                  </a:cubicBezTo>
                  <a:cubicBezTo>
                    <a:pt x="3590" y="36724"/>
                    <a:pt x="4169" y="36745"/>
                    <a:pt x="4748" y="36745"/>
                  </a:cubicBezTo>
                  <a:cubicBezTo>
                    <a:pt x="5878" y="36745"/>
                    <a:pt x="7004" y="36665"/>
                    <a:pt x="8129" y="36430"/>
                  </a:cubicBezTo>
                  <a:cubicBezTo>
                    <a:pt x="10330" y="35970"/>
                    <a:pt x="12499" y="35342"/>
                    <a:pt x="14602" y="34539"/>
                  </a:cubicBezTo>
                  <a:cubicBezTo>
                    <a:pt x="15867" y="34055"/>
                    <a:pt x="26484" y="28959"/>
                    <a:pt x="25288" y="27570"/>
                  </a:cubicBezTo>
                  <a:cubicBezTo>
                    <a:pt x="25063" y="27308"/>
                    <a:pt x="24679" y="27252"/>
                    <a:pt x="24330" y="27202"/>
                  </a:cubicBezTo>
                  <a:cubicBezTo>
                    <a:pt x="23565" y="27092"/>
                    <a:pt x="22809" y="26925"/>
                    <a:pt x="22073" y="26704"/>
                  </a:cubicBezTo>
                  <a:cubicBezTo>
                    <a:pt x="21827" y="26631"/>
                    <a:pt x="21574" y="26546"/>
                    <a:pt x="21390" y="26372"/>
                  </a:cubicBezTo>
                  <a:cubicBezTo>
                    <a:pt x="21204" y="26199"/>
                    <a:pt x="21104" y="25914"/>
                    <a:pt x="21221" y="25685"/>
                  </a:cubicBezTo>
                  <a:cubicBezTo>
                    <a:pt x="21317" y="25500"/>
                    <a:pt x="21523" y="25398"/>
                    <a:pt x="21723" y="25332"/>
                  </a:cubicBezTo>
                  <a:cubicBezTo>
                    <a:pt x="22112" y="25202"/>
                    <a:pt x="22518" y="25162"/>
                    <a:pt x="22930" y="25162"/>
                  </a:cubicBezTo>
                  <a:cubicBezTo>
                    <a:pt x="23636" y="25162"/>
                    <a:pt x="24362" y="25281"/>
                    <a:pt x="25059" y="25281"/>
                  </a:cubicBezTo>
                  <a:cubicBezTo>
                    <a:pt x="25586" y="25281"/>
                    <a:pt x="26097" y="25213"/>
                    <a:pt x="26571" y="24973"/>
                  </a:cubicBezTo>
                  <a:cubicBezTo>
                    <a:pt x="27073" y="24720"/>
                    <a:pt x="27466" y="24300"/>
                    <a:pt x="27823" y="23870"/>
                  </a:cubicBezTo>
                  <a:cubicBezTo>
                    <a:pt x="29155" y="22261"/>
                    <a:pt x="30120" y="20402"/>
                    <a:pt x="31075" y="18558"/>
                  </a:cubicBezTo>
                  <a:cubicBezTo>
                    <a:pt x="31584" y="17575"/>
                    <a:pt x="32092" y="16593"/>
                    <a:pt x="32600" y="15609"/>
                  </a:cubicBezTo>
                  <a:cubicBezTo>
                    <a:pt x="32662" y="15492"/>
                    <a:pt x="32724" y="15371"/>
                    <a:pt x="32742" y="15240"/>
                  </a:cubicBezTo>
                  <a:cubicBezTo>
                    <a:pt x="32789" y="14878"/>
                    <a:pt x="32468" y="14556"/>
                    <a:pt x="32110" y="14465"/>
                  </a:cubicBezTo>
                  <a:cubicBezTo>
                    <a:pt x="31998" y="14437"/>
                    <a:pt x="31884" y="14426"/>
                    <a:pt x="31768" y="14426"/>
                  </a:cubicBezTo>
                  <a:cubicBezTo>
                    <a:pt x="31515" y="14426"/>
                    <a:pt x="31256" y="14481"/>
                    <a:pt x="31005" y="14537"/>
                  </a:cubicBezTo>
                  <a:cubicBezTo>
                    <a:pt x="29982" y="14766"/>
                    <a:pt x="28959" y="14994"/>
                    <a:pt x="27935" y="15223"/>
                  </a:cubicBezTo>
                  <a:cubicBezTo>
                    <a:pt x="27721" y="15271"/>
                    <a:pt x="27498" y="15319"/>
                    <a:pt x="27280" y="15319"/>
                  </a:cubicBezTo>
                  <a:cubicBezTo>
                    <a:pt x="27177" y="15319"/>
                    <a:pt x="27074" y="15308"/>
                    <a:pt x="26973" y="15281"/>
                  </a:cubicBezTo>
                  <a:cubicBezTo>
                    <a:pt x="26663" y="15196"/>
                    <a:pt x="26390" y="14902"/>
                    <a:pt x="26453" y="14589"/>
                  </a:cubicBezTo>
                  <a:cubicBezTo>
                    <a:pt x="26492" y="14392"/>
                    <a:pt x="26649" y="14238"/>
                    <a:pt x="26808" y="14112"/>
                  </a:cubicBezTo>
                  <a:cubicBezTo>
                    <a:pt x="28965" y="12387"/>
                    <a:pt x="32323" y="12436"/>
                    <a:pt x="33482" y="9593"/>
                  </a:cubicBezTo>
                  <a:cubicBezTo>
                    <a:pt x="33968" y="8402"/>
                    <a:pt x="33928" y="7084"/>
                    <a:pt x="33794" y="5820"/>
                  </a:cubicBezTo>
                  <a:cubicBezTo>
                    <a:pt x="33684" y="4789"/>
                    <a:pt x="33515" y="3766"/>
                    <a:pt x="33305" y="2751"/>
                  </a:cubicBezTo>
                  <a:cubicBezTo>
                    <a:pt x="33166" y="2081"/>
                    <a:pt x="33114" y="684"/>
                    <a:pt x="32542" y="210"/>
                  </a:cubicBezTo>
                  <a:cubicBezTo>
                    <a:pt x="32357" y="56"/>
                    <a:pt x="32116" y="1"/>
                    <a:pt x="3185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26"/>
            <p:cNvSpPr/>
            <p:nvPr/>
          </p:nvSpPr>
          <p:spPr>
            <a:xfrm>
              <a:off x="605375" y="4228588"/>
              <a:ext cx="831350" cy="839025"/>
            </a:xfrm>
            <a:custGeom>
              <a:rect b="b" l="l" r="r" t="t"/>
              <a:pathLst>
                <a:path extrusionOk="0" h="33561" w="33254">
                  <a:moveTo>
                    <a:pt x="31538" y="0"/>
                  </a:moveTo>
                  <a:cubicBezTo>
                    <a:pt x="31461" y="0"/>
                    <a:pt x="31385" y="38"/>
                    <a:pt x="31330" y="129"/>
                  </a:cubicBezTo>
                  <a:cubicBezTo>
                    <a:pt x="29983" y="2345"/>
                    <a:pt x="28588" y="4535"/>
                    <a:pt x="27132" y="6687"/>
                  </a:cubicBezTo>
                  <a:cubicBezTo>
                    <a:pt x="27016" y="5099"/>
                    <a:pt x="26935" y="3509"/>
                    <a:pt x="26906" y="1916"/>
                  </a:cubicBezTo>
                  <a:cubicBezTo>
                    <a:pt x="26903" y="1752"/>
                    <a:pt x="26787" y="1678"/>
                    <a:pt x="26659" y="1678"/>
                  </a:cubicBezTo>
                  <a:cubicBezTo>
                    <a:pt x="26499" y="1678"/>
                    <a:pt x="26322" y="1794"/>
                    <a:pt x="26326" y="1996"/>
                  </a:cubicBezTo>
                  <a:cubicBezTo>
                    <a:pt x="26359" y="3823"/>
                    <a:pt x="26451" y="5646"/>
                    <a:pt x="26597" y="7465"/>
                  </a:cubicBezTo>
                  <a:cubicBezTo>
                    <a:pt x="26207" y="8031"/>
                    <a:pt x="25818" y="8597"/>
                    <a:pt x="25419" y="9157"/>
                  </a:cubicBezTo>
                  <a:cubicBezTo>
                    <a:pt x="24201" y="10868"/>
                    <a:pt x="22931" y="12547"/>
                    <a:pt x="21614" y="14189"/>
                  </a:cubicBezTo>
                  <a:cubicBezTo>
                    <a:pt x="21883" y="12186"/>
                    <a:pt x="22337" y="10208"/>
                    <a:pt x="22981" y="8279"/>
                  </a:cubicBezTo>
                  <a:cubicBezTo>
                    <a:pt x="23055" y="8056"/>
                    <a:pt x="22863" y="7888"/>
                    <a:pt x="22683" y="7888"/>
                  </a:cubicBezTo>
                  <a:cubicBezTo>
                    <a:pt x="22582" y="7888"/>
                    <a:pt x="22484" y="7942"/>
                    <a:pt x="22441" y="8069"/>
                  </a:cubicBezTo>
                  <a:cubicBezTo>
                    <a:pt x="21683" y="10342"/>
                    <a:pt x="21175" y="12679"/>
                    <a:pt x="20925" y="15046"/>
                  </a:cubicBezTo>
                  <a:cubicBezTo>
                    <a:pt x="19654" y="16598"/>
                    <a:pt x="18329" y="18107"/>
                    <a:pt x="16956" y="19574"/>
                  </a:cubicBezTo>
                  <a:cubicBezTo>
                    <a:pt x="16846" y="17445"/>
                    <a:pt x="16915" y="15311"/>
                    <a:pt x="17171" y="13185"/>
                  </a:cubicBezTo>
                  <a:cubicBezTo>
                    <a:pt x="17195" y="12984"/>
                    <a:pt x="17033" y="12873"/>
                    <a:pt x="16874" y="12873"/>
                  </a:cubicBezTo>
                  <a:cubicBezTo>
                    <a:pt x="16742" y="12873"/>
                    <a:pt x="16612" y="12950"/>
                    <a:pt x="16592" y="13116"/>
                  </a:cubicBezTo>
                  <a:cubicBezTo>
                    <a:pt x="16311" y="15460"/>
                    <a:pt x="16251" y="17819"/>
                    <a:pt x="16406" y="20164"/>
                  </a:cubicBezTo>
                  <a:cubicBezTo>
                    <a:pt x="15253" y="21371"/>
                    <a:pt x="14064" y="22548"/>
                    <a:pt x="12835" y="23682"/>
                  </a:cubicBezTo>
                  <a:cubicBezTo>
                    <a:pt x="12322" y="24155"/>
                    <a:pt x="11801" y="24620"/>
                    <a:pt x="11275" y="25079"/>
                  </a:cubicBezTo>
                  <a:cubicBezTo>
                    <a:pt x="11282" y="25040"/>
                    <a:pt x="11289" y="25005"/>
                    <a:pt x="11291" y="24978"/>
                  </a:cubicBezTo>
                  <a:cubicBezTo>
                    <a:pt x="11708" y="21207"/>
                    <a:pt x="12294" y="17451"/>
                    <a:pt x="13038" y="13722"/>
                  </a:cubicBezTo>
                  <a:cubicBezTo>
                    <a:pt x="13078" y="13523"/>
                    <a:pt x="12923" y="13413"/>
                    <a:pt x="12763" y="13413"/>
                  </a:cubicBezTo>
                  <a:cubicBezTo>
                    <a:pt x="12630" y="13413"/>
                    <a:pt x="12492" y="13489"/>
                    <a:pt x="12459" y="13653"/>
                  </a:cubicBezTo>
                  <a:cubicBezTo>
                    <a:pt x="12099" y="15458"/>
                    <a:pt x="11775" y="17269"/>
                    <a:pt x="11490" y="19084"/>
                  </a:cubicBezTo>
                  <a:cubicBezTo>
                    <a:pt x="11240" y="20688"/>
                    <a:pt x="11018" y="22296"/>
                    <a:pt x="10827" y="23907"/>
                  </a:cubicBezTo>
                  <a:cubicBezTo>
                    <a:pt x="10777" y="24333"/>
                    <a:pt x="10728" y="24758"/>
                    <a:pt x="10682" y="25184"/>
                  </a:cubicBezTo>
                  <a:cubicBezTo>
                    <a:pt x="10667" y="25322"/>
                    <a:pt x="10645" y="25473"/>
                    <a:pt x="10651" y="25617"/>
                  </a:cubicBezTo>
                  <a:cubicBezTo>
                    <a:pt x="9454" y="26636"/>
                    <a:pt x="8224" y="27618"/>
                    <a:pt x="6960" y="28554"/>
                  </a:cubicBezTo>
                  <a:cubicBezTo>
                    <a:pt x="6952" y="28512"/>
                    <a:pt x="6944" y="28468"/>
                    <a:pt x="6937" y="28419"/>
                  </a:cubicBezTo>
                  <a:cubicBezTo>
                    <a:pt x="6681" y="26589"/>
                    <a:pt x="6666" y="24728"/>
                    <a:pt x="6860" y="22883"/>
                  </a:cubicBezTo>
                  <a:cubicBezTo>
                    <a:pt x="6881" y="22682"/>
                    <a:pt x="6718" y="22571"/>
                    <a:pt x="6559" y="22571"/>
                  </a:cubicBezTo>
                  <a:cubicBezTo>
                    <a:pt x="6427" y="22571"/>
                    <a:pt x="6299" y="22648"/>
                    <a:pt x="6281" y="22814"/>
                  </a:cubicBezTo>
                  <a:cubicBezTo>
                    <a:pt x="6170" y="23885"/>
                    <a:pt x="6125" y="24958"/>
                    <a:pt x="6155" y="26031"/>
                  </a:cubicBezTo>
                  <a:cubicBezTo>
                    <a:pt x="6169" y="26554"/>
                    <a:pt x="6201" y="27077"/>
                    <a:pt x="6251" y="27598"/>
                  </a:cubicBezTo>
                  <a:cubicBezTo>
                    <a:pt x="6293" y="28026"/>
                    <a:pt x="6300" y="28523"/>
                    <a:pt x="6437" y="28939"/>
                  </a:cubicBezTo>
                  <a:cubicBezTo>
                    <a:pt x="4377" y="30435"/>
                    <a:pt x="2230" y="31810"/>
                    <a:pt x="0" y="33046"/>
                  </a:cubicBezTo>
                  <a:cubicBezTo>
                    <a:pt x="83" y="33218"/>
                    <a:pt x="166" y="33389"/>
                    <a:pt x="248" y="33561"/>
                  </a:cubicBezTo>
                  <a:cubicBezTo>
                    <a:pt x="2402" y="32371"/>
                    <a:pt x="4483" y="31052"/>
                    <a:pt x="6480" y="29618"/>
                  </a:cubicBezTo>
                  <a:cubicBezTo>
                    <a:pt x="6578" y="29548"/>
                    <a:pt x="6674" y="29475"/>
                    <a:pt x="6773" y="29403"/>
                  </a:cubicBezTo>
                  <a:cubicBezTo>
                    <a:pt x="6918" y="29494"/>
                    <a:pt x="7092" y="29545"/>
                    <a:pt x="7285" y="29582"/>
                  </a:cubicBezTo>
                  <a:cubicBezTo>
                    <a:pt x="7865" y="29694"/>
                    <a:pt x="8450" y="29780"/>
                    <a:pt x="9033" y="29878"/>
                  </a:cubicBezTo>
                  <a:cubicBezTo>
                    <a:pt x="10228" y="30081"/>
                    <a:pt x="11424" y="30284"/>
                    <a:pt x="12621" y="30487"/>
                  </a:cubicBezTo>
                  <a:cubicBezTo>
                    <a:pt x="12641" y="30490"/>
                    <a:pt x="12659" y="30492"/>
                    <a:pt x="12677" y="30492"/>
                  </a:cubicBezTo>
                  <a:cubicBezTo>
                    <a:pt x="12998" y="30492"/>
                    <a:pt x="13051" y="29977"/>
                    <a:pt x="12703" y="29919"/>
                  </a:cubicBezTo>
                  <a:cubicBezTo>
                    <a:pt x="11660" y="29741"/>
                    <a:pt x="10617" y="29565"/>
                    <a:pt x="9574" y="29388"/>
                  </a:cubicBezTo>
                  <a:cubicBezTo>
                    <a:pt x="9084" y="29305"/>
                    <a:pt x="8593" y="29222"/>
                    <a:pt x="8102" y="29138"/>
                  </a:cubicBezTo>
                  <a:cubicBezTo>
                    <a:pt x="7866" y="29099"/>
                    <a:pt x="7592" y="29088"/>
                    <a:pt x="7366" y="29014"/>
                  </a:cubicBezTo>
                  <a:cubicBezTo>
                    <a:pt x="7352" y="29008"/>
                    <a:pt x="7340" y="29003"/>
                    <a:pt x="7326" y="28998"/>
                  </a:cubicBezTo>
                  <a:cubicBezTo>
                    <a:pt x="8572" y="28072"/>
                    <a:pt x="9784" y="27105"/>
                    <a:pt x="10964" y="26100"/>
                  </a:cubicBezTo>
                  <a:cubicBezTo>
                    <a:pt x="11059" y="26134"/>
                    <a:pt x="11167" y="26146"/>
                    <a:pt x="11280" y="26150"/>
                  </a:cubicBezTo>
                  <a:cubicBezTo>
                    <a:pt x="11676" y="26170"/>
                    <a:pt x="12073" y="26170"/>
                    <a:pt x="12468" y="26176"/>
                  </a:cubicBezTo>
                  <a:cubicBezTo>
                    <a:pt x="12749" y="26179"/>
                    <a:pt x="13029" y="26181"/>
                    <a:pt x="13310" y="26181"/>
                  </a:cubicBezTo>
                  <a:cubicBezTo>
                    <a:pt x="16223" y="26181"/>
                    <a:pt x="19137" y="26000"/>
                    <a:pt x="22036" y="25641"/>
                  </a:cubicBezTo>
                  <a:cubicBezTo>
                    <a:pt x="22396" y="25596"/>
                    <a:pt x="22344" y="25071"/>
                    <a:pt x="22009" y="25071"/>
                  </a:cubicBezTo>
                  <a:cubicBezTo>
                    <a:pt x="21996" y="25071"/>
                    <a:pt x="21981" y="25072"/>
                    <a:pt x="21967" y="25074"/>
                  </a:cubicBezTo>
                  <a:cubicBezTo>
                    <a:pt x="20088" y="25306"/>
                    <a:pt x="18202" y="25467"/>
                    <a:pt x="16312" y="25548"/>
                  </a:cubicBezTo>
                  <a:cubicBezTo>
                    <a:pt x="15327" y="25590"/>
                    <a:pt x="14342" y="25612"/>
                    <a:pt x="13356" y="25612"/>
                  </a:cubicBezTo>
                  <a:cubicBezTo>
                    <a:pt x="13331" y="25612"/>
                    <a:pt x="13305" y="25612"/>
                    <a:pt x="13280" y="25612"/>
                  </a:cubicBezTo>
                  <a:cubicBezTo>
                    <a:pt x="12854" y="25611"/>
                    <a:pt x="12428" y="25606"/>
                    <a:pt x="12002" y="25598"/>
                  </a:cubicBezTo>
                  <a:cubicBezTo>
                    <a:pt x="12000" y="25598"/>
                    <a:pt x="11998" y="25598"/>
                    <a:pt x="11996" y="25598"/>
                  </a:cubicBezTo>
                  <a:cubicBezTo>
                    <a:pt x="11924" y="25598"/>
                    <a:pt x="11706" y="25616"/>
                    <a:pt x="11528" y="25616"/>
                  </a:cubicBezTo>
                  <a:cubicBezTo>
                    <a:pt x="13243" y="24125"/>
                    <a:pt x="14889" y="22556"/>
                    <a:pt x="16466" y="20925"/>
                  </a:cubicBezTo>
                  <a:cubicBezTo>
                    <a:pt x="16493" y="21064"/>
                    <a:pt x="16625" y="21145"/>
                    <a:pt x="16762" y="21145"/>
                  </a:cubicBezTo>
                  <a:cubicBezTo>
                    <a:pt x="16769" y="21145"/>
                    <a:pt x="16777" y="21145"/>
                    <a:pt x="16784" y="21144"/>
                  </a:cubicBezTo>
                  <a:lnTo>
                    <a:pt x="23148" y="20736"/>
                  </a:lnTo>
                  <a:cubicBezTo>
                    <a:pt x="23517" y="20712"/>
                    <a:pt x="23453" y="20168"/>
                    <a:pt x="23100" y="20168"/>
                  </a:cubicBezTo>
                  <a:cubicBezTo>
                    <a:pt x="23093" y="20168"/>
                    <a:pt x="23085" y="20168"/>
                    <a:pt x="23078" y="20169"/>
                  </a:cubicBezTo>
                  <a:cubicBezTo>
                    <a:pt x="21059" y="20298"/>
                    <a:pt x="19039" y="20428"/>
                    <a:pt x="17020" y="20557"/>
                  </a:cubicBezTo>
                  <a:cubicBezTo>
                    <a:pt x="17015" y="20492"/>
                    <a:pt x="17010" y="20426"/>
                    <a:pt x="17006" y="20360"/>
                  </a:cubicBezTo>
                  <a:cubicBezTo>
                    <a:pt x="18278" y="19020"/>
                    <a:pt x="19508" y="17641"/>
                    <a:pt x="20692" y="16228"/>
                  </a:cubicBezTo>
                  <a:cubicBezTo>
                    <a:pt x="20856" y="16032"/>
                    <a:pt x="21013" y="15833"/>
                    <a:pt x="21176" y="15637"/>
                  </a:cubicBezTo>
                  <a:cubicBezTo>
                    <a:pt x="21188" y="15637"/>
                    <a:pt x="21199" y="15641"/>
                    <a:pt x="21211" y="15641"/>
                  </a:cubicBezTo>
                  <a:cubicBezTo>
                    <a:pt x="21214" y="15641"/>
                    <a:pt x="21216" y="15641"/>
                    <a:pt x="21219" y="15640"/>
                  </a:cubicBezTo>
                  <a:cubicBezTo>
                    <a:pt x="23635" y="15208"/>
                    <a:pt x="26014" y="14579"/>
                    <a:pt x="28331" y="13762"/>
                  </a:cubicBezTo>
                  <a:cubicBezTo>
                    <a:pt x="28651" y="13649"/>
                    <a:pt x="28505" y="13218"/>
                    <a:pt x="28217" y="13218"/>
                  </a:cubicBezTo>
                  <a:cubicBezTo>
                    <a:pt x="28183" y="13218"/>
                    <a:pt x="28147" y="13224"/>
                    <a:pt x="28110" y="13237"/>
                  </a:cubicBezTo>
                  <a:cubicBezTo>
                    <a:pt x="26028" y="13971"/>
                    <a:pt x="23897" y="14539"/>
                    <a:pt x="21732" y="14957"/>
                  </a:cubicBezTo>
                  <a:cubicBezTo>
                    <a:pt x="23600" y="12652"/>
                    <a:pt x="25362" y="10271"/>
                    <a:pt x="27039" y="7833"/>
                  </a:cubicBezTo>
                  <a:cubicBezTo>
                    <a:pt x="27107" y="7837"/>
                    <a:pt x="27175" y="7840"/>
                    <a:pt x="27243" y="7840"/>
                  </a:cubicBezTo>
                  <a:cubicBezTo>
                    <a:pt x="28084" y="7840"/>
                    <a:pt x="28912" y="7504"/>
                    <a:pt x="29703" y="7249"/>
                  </a:cubicBezTo>
                  <a:cubicBezTo>
                    <a:pt x="30779" y="6904"/>
                    <a:pt x="31854" y="6558"/>
                    <a:pt x="32929" y="6212"/>
                  </a:cubicBezTo>
                  <a:cubicBezTo>
                    <a:pt x="33254" y="6108"/>
                    <a:pt x="33103" y="5671"/>
                    <a:pt x="32808" y="5671"/>
                  </a:cubicBezTo>
                  <a:cubicBezTo>
                    <a:pt x="32776" y="5671"/>
                    <a:pt x="32743" y="5676"/>
                    <a:pt x="32708" y="5687"/>
                  </a:cubicBezTo>
                  <a:lnTo>
                    <a:pt x="32709" y="5687"/>
                  </a:lnTo>
                  <a:cubicBezTo>
                    <a:pt x="31711" y="6008"/>
                    <a:pt x="30715" y="6328"/>
                    <a:pt x="29717" y="6649"/>
                  </a:cubicBezTo>
                  <a:cubicBezTo>
                    <a:pt x="28994" y="6882"/>
                    <a:pt x="28207" y="7222"/>
                    <a:pt x="27429" y="7264"/>
                  </a:cubicBezTo>
                  <a:cubicBezTo>
                    <a:pt x="28945" y="5036"/>
                    <a:pt x="30397" y="2766"/>
                    <a:pt x="31794" y="466"/>
                  </a:cubicBezTo>
                  <a:cubicBezTo>
                    <a:pt x="31931" y="239"/>
                    <a:pt x="31733" y="0"/>
                    <a:pt x="315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02" name="Google Shape;302;p26"/>
          <p:cNvSpPr/>
          <p:nvPr/>
        </p:nvSpPr>
        <p:spPr>
          <a:xfrm>
            <a:off x="463349" y="4523228"/>
            <a:ext cx="890570" cy="733666"/>
          </a:xfrm>
          <a:custGeom>
            <a:rect b="b" l="l" r="r" t="t"/>
            <a:pathLst>
              <a:path extrusionOk="0" h="29503" w="35809">
                <a:moveTo>
                  <a:pt x="15987" y="1"/>
                </a:moveTo>
                <a:cubicBezTo>
                  <a:pt x="15307" y="1"/>
                  <a:pt x="14281" y="3232"/>
                  <a:pt x="14368" y="6973"/>
                </a:cubicBezTo>
                <a:cubicBezTo>
                  <a:pt x="14458" y="10828"/>
                  <a:pt x="15190" y="13875"/>
                  <a:pt x="15404" y="14690"/>
                </a:cubicBezTo>
                <a:cubicBezTo>
                  <a:pt x="14257" y="15585"/>
                  <a:pt x="13139" y="16472"/>
                  <a:pt x="12154" y="17278"/>
                </a:cubicBezTo>
                <a:cubicBezTo>
                  <a:pt x="12377" y="15499"/>
                  <a:pt x="13438" y="6337"/>
                  <a:pt x="11926" y="5049"/>
                </a:cubicBezTo>
                <a:cubicBezTo>
                  <a:pt x="11844" y="4980"/>
                  <a:pt x="11771" y="4947"/>
                  <a:pt x="11706" y="4947"/>
                </a:cubicBezTo>
                <a:cubicBezTo>
                  <a:pt x="10531" y="4947"/>
                  <a:pt x="11858" y="15586"/>
                  <a:pt x="12085" y="17335"/>
                </a:cubicBezTo>
                <a:cubicBezTo>
                  <a:pt x="11392" y="17902"/>
                  <a:pt x="10768" y="18428"/>
                  <a:pt x="10252" y="18884"/>
                </a:cubicBezTo>
                <a:cubicBezTo>
                  <a:pt x="9784" y="19295"/>
                  <a:pt x="9290" y="19737"/>
                  <a:pt x="8781" y="20197"/>
                </a:cubicBezTo>
                <a:cubicBezTo>
                  <a:pt x="8837" y="19388"/>
                  <a:pt x="8963" y="17101"/>
                  <a:pt x="8739" y="15321"/>
                </a:cubicBezTo>
                <a:cubicBezTo>
                  <a:pt x="8461" y="13121"/>
                  <a:pt x="8054" y="9892"/>
                  <a:pt x="7037" y="8882"/>
                </a:cubicBezTo>
                <a:cubicBezTo>
                  <a:pt x="6947" y="8793"/>
                  <a:pt x="6865" y="8751"/>
                  <a:pt x="6789" y="8751"/>
                </a:cubicBezTo>
                <a:cubicBezTo>
                  <a:pt x="6001" y="8751"/>
                  <a:pt x="5945" y="13255"/>
                  <a:pt x="6706" y="16066"/>
                </a:cubicBezTo>
                <a:cubicBezTo>
                  <a:pt x="7376" y="18540"/>
                  <a:pt x="8293" y="19896"/>
                  <a:pt x="8628" y="20336"/>
                </a:cubicBezTo>
                <a:cubicBezTo>
                  <a:pt x="7462" y="21390"/>
                  <a:pt x="6232" y="22525"/>
                  <a:pt x="5096" y="23580"/>
                </a:cubicBezTo>
                <a:cubicBezTo>
                  <a:pt x="4742" y="21933"/>
                  <a:pt x="2590" y="12171"/>
                  <a:pt x="1305" y="11870"/>
                </a:cubicBezTo>
                <a:cubicBezTo>
                  <a:pt x="1249" y="11856"/>
                  <a:pt x="1196" y="11850"/>
                  <a:pt x="1148" y="11850"/>
                </a:cubicBezTo>
                <a:cubicBezTo>
                  <a:pt x="0" y="11850"/>
                  <a:pt x="1144" y="15497"/>
                  <a:pt x="2010" y="18541"/>
                </a:cubicBezTo>
                <a:cubicBezTo>
                  <a:pt x="2773" y="21225"/>
                  <a:pt x="4488" y="23142"/>
                  <a:pt x="5000" y="23669"/>
                </a:cubicBezTo>
                <a:cubicBezTo>
                  <a:pt x="2665" y="25843"/>
                  <a:pt x="761" y="27656"/>
                  <a:pt x="729" y="27687"/>
                </a:cubicBezTo>
                <a:cubicBezTo>
                  <a:pt x="645" y="27766"/>
                  <a:pt x="643" y="27898"/>
                  <a:pt x="722" y="27982"/>
                </a:cubicBezTo>
                <a:cubicBezTo>
                  <a:pt x="763" y="28024"/>
                  <a:pt x="818" y="28046"/>
                  <a:pt x="873" y="28046"/>
                </a:cubicBezTo>
                <a:cubicBezTo>
                  <a:pt x="924" y="28046"/>
                  <a:pt x="976" y="28027"/>
                  <a:pt x="1015" y="27989"/>
                </a:cubicBezTo>
                <a:cubicBezTo>
                  <a:pt x="1044" y="27961"/>
                  <a:pt x="2508" y="26567"/>
                  <a:pt x="4438" y="24762"/>
                </a:cubicBezTo>
                <a:cubicBezTo>
                  <a:pt x="4937" y="25299"/>
                  <a:pt x="7022" y="27416"/>
                  <a:pt x="9822" y="28442"/>
                </a:cubicBezTo>
                <a:cubicBezTo>
                  <a:pt x="11569" y="29082"/>
                  <a:pt x="13043" y="29502"/>
                  <a:pt x="13944" y="29502"/>
                </a:cubicBezTo>
                <a:cubicBezTo>
                  <a:pt x="14706" y="29502"/>
                  <a:pt x="15060" y="29202"/>
                  <a:pt x="14824" y="28481"/>
                </a:cubicBezTo>
                <a:cubicBezTo>
                  <a:pt x="14353" y="27037"/>
                  <a:pt x="5935" y="25011"/>
                  <a:pt x="4525" y="24682"/>
                </a:cubicBezTo>
                <a:cubicBezTo>
                  <a:pt x="5736" y="23550"/>
                  <a:pt x="7122" y="22265"/>
                  <a:pt x="8453" y="21056"/>
                </a:cubicBezTo>
                <a:cubicBezTo>
                  <a:pt x="9028" y="21495"/>
                  <a:pt x="11038" y="22939"/>
                  <a:pt x="13519" y="23705"/>
                </a:cubicBezTo>
                <a:cubicBezTo>
                  <a:pt x="14917" y="24137"/>
                  <a:pt x="16280" y="24373"/>
                  <a:pt x="17219" y="24373"/>
                </a:cubicBezTo>
                <a:cubicBezTo>
                  <a:pt x="18262" y="24373"/>
                  <a:pt x="18784" y="24082"/>
                  <a:pt x="18253" y="23442"/>
                </a:cubicBezTo>
                <a:cubicBezTo>
                  <a:pt x="17346" y="22351"/>
                  <a:pt x="10041" y="21192"/>
                  <a:pt x="8551" y="20966"/>
                </a:cubicBezTo>
                <a:cubicBezTo>
                  <a:pt x="9238" y="20343"/>
                  <a:pt x="9907" y="19742"/>
                  <a:pt x="10527" y="19194"/>
                </a:cubicBezTo>
                <a:cubicBezTo>
                  <a:pt x="11026" y="18755"/>
                  <a:pt x="11626" y="18249"/>
                  <a:pt x="12292" y="17703"/>
                </a:cubicBezTo>
                <a:cubicBezTo>
                  <a:pt x="13223" y="18361"/>
                  <a:pt x="17658" y="21405"/>
                  <a:pt x="20039" y="21405"/>
                </a:cubicBezTo>
                <a:cubicBezTo>
                  <a:pt x="20668" y="21405"/>
                  <a:pt x="21154" y="21192"/>
                  <a:pt x="21393" y="20666"/>
                </a:cubicBezTo>
                <a:cubicBezTo>
                  <a:pt x="22518" y="18195"/>
                  <a:pt x="14163" y="17671"/>
                  <a:pt x="12429" y="17590"/>
                </a:cubicBezTo>
                <a:cubicBezTo>
                  <a:pt x="13473" y="16737"/>
                  <a:pt x="14669" y="15789"/>
                  <a:pt x="15889" y="14839"/>
                </a:cubicBezTo>
                <a:cubicBezTo>
                  <a:pt x="16572" y="15469"/>
                  <a:pt x="21288" y="19753"/>
                  <a:pt x="23143" y="19753"/>
                </a:cubicBezTo>
                <a:cubicBezTo>
                  <a:pt x="23456" y="19753"/>
                  <a:pt x="23687" y="19631"/>
                  <a:pt x="23804" y="19349"/>
                </a:cubicBezTo>
                <a:cubicBezTo>
                  <a:pt x="24607" y="17414"/>
                  <a:pt x="17037" y="15122"/>
                  <a:pt x="15939" y="14801"/>
                </a:cubicBezTo>
                <a:cubicBezTo>
                  <a:pt x="16884" y="14064"/>
                  <a:pt x="17842" y="13326"/>
                  <a:pt x="18753" y="12632"/>
                </a:cubicBezTo>
                <a:cubicBezTo>
                  <a:pt x="19677" y="13167"/>
                  <a:pt x="23672" y="15409"/>
                  <a:pt x="25766" y="15409"/>
                </a:cubicBezTo>
                <a:cubicBezTo>
                  <a:pt x="26368" y="15409"/>
                  <a:pt x="26812" y="15224"/>
                  <a:pt x="26983" y="14760"/>
                </a:cubicBezTo>
                <a:cubicBezTo>
                  <a:pt x="27726" y="12728"/>
                  <a:pt x="20565" y="12536"/>
                  <a:pt x="18900" y="12519"/>
                </a:cubicBezTo>
                <a:cubicBezTo>
                  <a:pt x="19594" y="11990"/>
                  <a:pt x="20257" y="11488"/>
                  <a:pt x="20864" y="11030"/>
                </a:cubicBezTo>
                <a:cubicBezTo>
                  <a:pt x="21653" y="11329"/>
                  <a:pt x="24365" y="12297"/>
                  <a:pt x="26536" y="12297"/>
                </a:cubicBezTo>
                <a:cubicBezTo>
                  <a:pt x="27567" y="12297"/>
                  <a:pt x="28476" y="12079"/>
                  <a:pt x="29000" y="11468"/>
                </a:cubicBezTo>
                <a:cubicBezTo>
                  <a:pt x="29730" y="10616"/>
                  <a:pt x="28546" y="10360"/>
                  <a:pt x="26858" y="10360"/>
                </a:cubicBezTo>
                <a:cubicBezTo>
                  <a:pt x="24844" y="10360"/>
                  <a:pt x="22113" y="10725"/>
                  <a:pt x="21068" y="10877"/>
                </a:cubicBezTo>
                <a:cubicBezTo>
                  <a:pt x="22154" y="10058"/>
                  <a:pt x="23038" y="9398"/>
                  <a:pt x="23557" y="9010"/>
                </a:cubicBezTo>
                <a:cubicBezTo>
                  <a:pt x="24913" y="8524"/>
                  <a:pt x="28112" y="7282"/>
                  <a:pt x="30457" y="5643"/>
                </a:cubicBezTo>
                <a:cubicBezTo>
                  <a:pt x="33505" y="3511"/>
                  <a:pt x="35808" y="1748"/>
                  <a:pt x="34285" y="1564"/>
                </a:cubicBezTo>
                <a:cubicBezTo>
                  <a:pt x="34255" y="1560"/>
                  <a:pt x="34222" y="1558"/>
                  <a:pt x="34187" y="1558"/>
                </a:cubicBezTo>
                <a:cubicBezTo>
                  <a:pt x="32630" y="1558"/>
                  <a:pt x="26873" y="5224"/>
                  <a:pt x="23715" y="8376"/>
                </a:cubicBezTo>
                <a:cubicBezTo>
                  <a:pt x="23400" y="8610"/>
                  <a:pt x="22367" y="9377"/>
                  <a:pt x="20979" y="10423"/>
                </a:cubicBezTo>
                <a:cubicBezTo>
                  <a:pt x="22252" y="8480"/>
                  <a:pt x="26568" y="1726"/>
                  <a:pt x="25050" y="1726"/>
                </a:cubicBezTo>
                <a:cubicBezTo>
                  <a:pt x="24989" y="1726"/>
                  <a:pt x="24920" y="1736"/>
                  <a:pt x="24840" y="1758"/>
                </a:cubicBezTo>
                <a:cubicBezTo>
                  <a:pt x="22704" y="2355"/>
                  <a:pt x="21055" y="9093"/>
                  <a:pt x="20705" y="10630"/>
                </a:cubicBezTo>
                <a:cubicBezTo>
                  <a:pt x="19973" y="11182"/>
                  <a:pt x="19154" y="11802"/>
                  <a:pt x="18298" y="12456"/>
                </a:cubicBezTo>
                <a:cubicBezTo>
                  <a:pt x="18846" y="10632"/>
                  <a:pt x="21322" y="2040"/>
                  <a:pt x="19462" y="1752"/>
                </a:cubicBezTo>
                <a:cubicBezTo>
                  <a:pt x="19433" y="1747"/>
                  <a:pt x="19404" y="1745"/>
                  <a:pt x="19376" y="1745"/>
                </a:cubicBezTo>
                <a:cubicBezTo>
                  <a:pt x="17577" y="1745"/>
                  <a:pt x="18076" y="10917"/>
                  <a:pt x="18179" y="12548"/>
                </a:cubicBezTo>
                <a:cubicBezTo>
                  <a:pt x="17325" y="13200"/>
                  <a:pt x="16438" y="13884"/>
                  <a:pt x="15563" y="14566"/>
                </a:cubicBezTo>
                <a:cubicBezTo>
                  <a:pt x="15836" y="13622"/>
                  <a:pt x="16579" y="10903"/>
                  <a:pt x="16774" y="8720"/>
                </a:cubicBezTo>
                <a:cubicBezTo>
                  <a:pt x="17014" y="6033"/>
                  <a:pt x="16925" y="2211"/>
                  <a:pt x="16353" y="444"/>
                </a:cubicBezTo>
                <a:cubicBezTo>
                  <a:pt x="16255" y="140"/>
                  <a:pt x="16128" y="1"/>
                  <a:pt x="15987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26"/>
          <p:cNvSpPr/>
          <p:nvPr/>
        </p:nvSpPr>
        <p:spPr>
          <a:xfrm rot="3716763">
            <a:off x="5876249" y="4633975"/>
            <a:ext cx="111774" cy="105399"/>
          </a:xfrm>
          <a:custGeom>
            <a:rect b="b" l="l" r="r" t="t"/>
            <a:pathLst>
              <a:path extrusionOk="0" h="4216" w="4471">
                <a:moveTo>
                  <a:pt x="2432" y="1"/>
                </a:moveTo>
                <a:cubicBezTo>
                  <a:pt x="2379" y="1"/>
                  <a:pt x="2332" y="37"/>
                  <a:pt x="2320" y="92"/>
                </a:cubicBezTo>
                <a:lnTo>
                  <a:pt x="1960" y="1746"/>
                </a:lnTo>
                <a:cubicBezTo>
                  <a:pt x="1364" y="1561"/>
                  <a:pt x="761" y="1402"/>
                  <a:pt x="152" y="1271"/>
                </a:cubicBezTo>
                <a:cubicBezTo>
                  <a:pt x="143" y="1269"/>
                  <a:pt x="135" y="1268"/>
                  <a:pt x="126" y="1268"/>
                </a:cubicBezTo>
                <a:cubicBezTo>
                  <a:pt x="73" y="1268"/>
                  <a:pt x="26" y="1305"/>
                  <a:pt x="15" y="1359"/>
                </a:cubicBezTo>
                <a:cubicBezTo>
                  <a:pt x="1" y="1422"/>
                  <a:pt x="40" y="1482"/>
                  <a:pt x="103" y="1496"/>
                </a:cubicBezTo>
                <a:cubicBezTo>
                  <a:pt x="712" y="1627"/>
                  <a:pt x="1315" y="1787"/>
                  <a:pt x="1911" y="1972"/>
                </a:cubicBezTo>
                <a:lnTo>
                  <a:pt x="1454" y="4076"/>
                </a:lnTo>
                <a:cubicBezTo>
                  <a:pt x="1440" y="4137"/>
                  <a:pt x="1481" y="4199"/>
                  <a:pt x="1543" y="4213"/>
                </a:cubicBezTo>
                <a:cubicBezTo>
                  <a:pt x="1551" y="4215"/>
                  <a:pt x="1559" y="4215"/>
                  <a:pt x="1567" y="4215"/>
                </a:cubicBezTo>
                <a:cubicBezTo>
                  <a:pt x="1620" y="4215"/>
                  <a:pt x="1668" y="4178"/>
                  <a:pt x="1681" y="4125"/>
                </a:cubicBezTo>
                <a:lnTo>
                  <a:pt x="2132" y="2041"/>
                </a:lnTo>
                <a:cubicBezTo>
                  <a:pt x="2867" y="2278"/>
                  <a:pt x="3589" y="2554"/>
                  <a:pt x="4292" y="2870"/>
                </a:cubicBezTo>
                <a:cubicBezTo>
                  <a:pt x="4307" y="2876"/>
                  <a:pt x="4323" y="2880"/>
                  <a:pt x="4338" y="2880"/>
                </a:cubicBezTo>
                <a:cubicBezTo>
                  <a:pt x="4382" y="2880"/>
                  <a:pt x="4425" y="2854"/>
                  <a:pt x="4443" y="2812"/>
                </a:cubicBezTo>
                <a:cubicBezTo>
                  <a:pt x="4470" y="2754"/>
                  <a:pt x="4443" y="2685"/>
                  <a:pt x="4385" y="2660"/>
                </a:cubicBezTo>
                <a:cubicBezTo>
                  <a:pt x="3669" y="2337"/>
                  <a:pt x="2931" y="2056"/>
                  <a:pt x="2182" y="1815"/>
                </a:cubicBezTo>
                <a:lnTo>
                  <a:pt x="2546" y="140"/>
                </a:lnTo>
                <a:cubicBezTo>
                  <a:pt x="2559" y="78"/>
                  <a:pt x="2519" y="16"/>
                  <a:pt x="2457" y="3"/>
                </a:cubicBezTo>
                <a:cubicBezTo>
                  <a:pt x="2448" y="1"/>
                  <a:pt x="2440" y="1"/>
                  <a:pt x="243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26"/>
          <p:cNvSpPr/>
          <p:nvPr/>
        </p:nvSpPr>
        <p:spPr>
          <a:xfrm rot="3432077">
            <a:off x="1679833" y="289671"/>
            <a:ext cx="241811" cy="131393"/>
          </a:xfrm>
          <a:custGeom>
            <a:rect b="b" l="l" r="r" t="t"/>
            <a:pathLst>
              <a:path extrusionOk="0" h="5669" w="10433">
                <a:moveTo>
                  <a:pt x="3622" y="2187"/>
                </a:moveTo>
                <a:cubicBezTo>
                  <a:pt x="4122" y="2187"/>
                  <a:pt x="4610" y="2289"/>
                  <a:pt x="5046" y="2496"/>
                </a:cubicBezTo>
                <a:cubicBezTo>
                  <a:pt x="5440" y="2683"/>
                  <a:pt x="5699" y="2904"/>
                  <a:pt x="5838" y="3172"/>
                </a:cubicBezTo>
                <a:cubicBezTo>
                  <a:pt x="5979" y="3446"/>
                  <a:pt x="6004" y="3802"/>
                  <a:pt x="5906" y="4173"/>
                </a:cubicBezTo>
                <a:cubicBezTo>
                  <a:pt x="5763" y="4715"/>
                  <a:pt x="5399" y="5162"/>
                  <a:pt x="4936" y="5368"/>
                </a:cubicBezTo>
                <a:cubicBezTo>
                  <a:pt x="4751" y="5450"/>
                  <a:pt x="4550" y="5490"/>
                  <a:pt x="4352" y="5490"/>
                </a:cubicBezTo>
                <a:cubicBezTo>
                  <a:pt x="4022" y="5490"/>
                  <a:pt x="3699" y="5380"/>
                  <a:pt x="3467" y="5171"/>
                </a:cubicBezTo>
                <a:cubicBezTo>
                  <a:pt x="3041" y="4788"/>
                  <a:pt x="2893" y="4104"/>
                  <a:pt x="3069" y="3341"/>
                </a:cubicBezTo>
                <a:cubicBezTo>
                  <a:pt x="3163" y="2932"/>
                  <a:pt x="3330" y="2544"/>
                  <a:pt x="3556" y="2188"/>
                </a:cubicBezTo>
                <a:cubicBezTo>
                  <a:pt x="3578" y="2187"/>
                  <a:pt x="3600" y="2187"/>
                  <a:pt x="3622" y="2187"/>
                </a:cubicBezTo>
                <a:close/>
                <a:moveTo>
                  <a:pt x="7372" y="1"/>
                </a:moveTo>
                <a:cubicBezTo>
                  <a:pt x="6895" y="1"/>
                  <a:pt x="6425" y="64"/>
                  <a:pt x="5976" y="193"/>
                </a:cubicBezTo>
                <a:cubicBezTo>
                  <a:pt x="4925" y="494"/>
                  <a:pt x="4027" y="1159"/>
                  <a:pt x="3458" y="2012"/>
                </a:cubicBezTo>
                <a:cubicBezTo>
                  <a:pt x="3026" y="2032"/>
                  <a:pt x="2588" y="2124"/>
                  <a:pt x="2163" y="2290"/>
                </a:cubicBezTo>
                <a:cubicBezTo>
                  <a:pt x="1166" y="2679"/>
                  <a:pt x="383" y="3422"/>
                  <a:pt x="19" y="4328"/>
                </a:cubicBezTo>
                <a:cubicBezTo>
                  <a:pt x="0" y="4373"/>
                  <a:pt x="22" y="4425"/>
                  <a:pt x="67" y="4444"/>
                </a:cubicBezTo>
                <a:cubicBezTo>
                  <a:pt x="78" y="4448"/>
                  <a:pt x="90" y="4450"/>
                  <a:pt x="101" y="4450"/>
                </a:cubicBezTo>
                <a:cubicBezTo>
                  <a:pt x="136" y="4450"/>
                  <a:pt x="169" y="4429"/>
                  <a:pt x="183" y="4394"/>
                </a:cubicBezTo>
                <a:cubicBezTo>
                  <a:pt x="530" y="3534"/>
                  <a:pt x="1276" y="2828"/>
                  <a:pt x="2228" y="2456"/>
                </a:cubicBezTo>
                <a:cubicBezTo>
                  <a:pt x="2594" y="2313"/>
                  <a:pt x="2969" y="2227"/>
                  <a:pt x="3341" y="2198"/>
                </a:cubicBezTo>
                <a:lnTo>
                  <a:pt x="3341" y="2198"/>
                </a:lnTo>
                <a:cubicBezTo>
                  <a:pt x="3136" y="2543"/>
                  <a:pt x="2985" y="2913"/>
                  <a:pt x="2896" y="3300"/>
                </a:cubicBezTo>
                <a:cubicBezTo>
                  <a:pt x="2705" y="4128"/>
                  <a:pt x="2874" y="4876"/>
                  <a:pt x="3348" y="5303"/>
                </a:cubicBezTo>
                <a:cubicBezTo>
                  <a:pt x="3612" y="5542"/>
                  <a:pt x="3980" y="5667"/>
                  <a:pt x="4353" y="5667"/>
                </a:cubicBezTo>
                <a:lnTo>
                  <a:pt x="4353" y="5668"/>
                </a:lnTo>
                <a:cubicBezTo>
                  <a:pt x="4576" y="5668"/>
                  <a:pt x="4801" y="5623"/>
                  <a:pt x="5009" y="5532"/>
                </a:cubicBezTo>
                <a:cubicBezTo>
                  <a:pt x="5521" y="5303"/>
                  <a:pt x="5921" y="4812"/>
                  <a:pt x="6078" y="4220"/>
                </a:cubicBezTo>
                <a:cubicBezTo>
                  <a:pt x="6188" y="3805"/>
                  <a:pt x="6158" y="3403"/>
                  <a:pt x="5996" y="3090"/>
                </a:cubicBezTo>
                <a:cubicBezTo>
                  <a:pt x="5839" y="2786"/>
                  <a:pt x="5553" y="2539"/>
                  <a:pt x="5123" y="2335"/>
                </a:cubicBezTo>
                <a:cubicBezTo>
                  <a:pt x="4678" y="2125"/>
                  <a:pt x="4185" y="2016"/>
                  <a:pt x="3676" y="2009"/>
                </a:cubicBezTo>
                <a:cubicBezTo>
                  <a:pt x="4224" y="1239"/>
                  <a:pt x="5056" y="641"/>
                  <a:pt x="6025" y="364"/>
                </a:cubicBezTo>
                <a:cubicBezTo>
                  <a:pt x="6458" y="240"/>
                  <a:pt x="6912" y="179"/>
                  <a:pt x="7373" y="179"/>
                </a:cubicBezTo>
                <a:cubicBezTo>
                  <a:pt x="8352" y="179"/>
                  <a:pt x="9365" y="454"/>
                  <a:pt x="10286" y="986"/>
                </a:cubicBezTo>
                <a:cubicBezTo>
                  <a:pt x="10300" y="994"/>
                  <a:pt x="10315" y="998"/>
                  <a:pt x="10330" y="998"/>
                </a:cubicBezTo>
                <a:cubicBezTo>
                  <a:pt x="10360" y="998"/>
                  <a:pt x="10391" y="982"/>
                  <a:pt x="10408" y="953"/>
                </a:cubicBezTo>
                <a:cubicBezTo>
                  <a:pt x="10432" y="912"/>
                  <a:pt x="10417" y="857"/>
                  <a:pt x="10374" y="832"/>
                </a:cubicBezTo>
                <a:cubicBezTo>
                  <a:pt x="9426" y="284"/>
                  <a:pt x="8382" y="1"/>
                  <a:pt x="737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05" name="Google Shape;305;p26"/>
          <p:cNvGrpSpPr/>
          <p:nvPr/>
        </p:nvGrpSpPr>
        <p:grpSpPr>
          <a:xfrm>
            <a:off x="7011506" y="4503507"/>
            <a:ext cx="232270" cy="233551"/>
            <a:chOff x="4433075" y="2974400"/>
            <a:chExt cx="267500" cy="268975"/>
          </a:xfrm>
        </p:grpSpPr>
        <p:sp>
          <p:nvSpPr>
            <p:cNvPr id="306" name="Google Shape;306;p26"/>
            <p:cNvSpPr/>
            <p:nvPr/>
          </p:nvSpPr>
          <p:spPr>
            <a:xfrm>
              <a:off x="4433100" y="2974400"/>
              <a:ext cx="267475" cy="268975"/>
            </a:xfrm>
            <a:custGeom>
              <a:rect b="b" l="l" r="r" t="t"/>
              <a:pathLst>
                <a:path extrusionOk="0" h="10759" w="10699">
                  <a:moveTo>
                    <a:pt x="5364" y="1"/>
                  </a:moveTo>
                  <a:cubicBezTo>
                    <a:pt x="3726" y="1"/>
                    <a:pt x="1999" y="523"/>
                    <a:pt x="1153" y="1896"/>
                  </a:cubicBezTo>
                  <a:cubicBezTo>
                    <a:pt x="552" y="2872"/>
                    <a:pt x="11" y="4319"/>
                    <a:pt x="5" y="5798"/>
                  </a:cubicBezTo>
                  <a:cubicBezTo>
                    <a:pt x="0" y="6899"/>
                    <a:pt x="278" y="8028"/>
                    <a:pt x="948" y="8904"/>
                  </a:cubicBezTo>
                  <a:cubicBezTo>
                    <a:pt x="1639" y="9807"/>
                    <a:pt x="2705" y="10378"/>
                    <a:pt x="3816" y="10624"/>
                  </a:cubicBezTo>
                  <a:cubicBezTo>
                    <a:pt x="4225" y="10714"/>
                    <a:pt x="4644" y="10759"/>
                    <a:pt x="5063" y="10759"/>
                  </a:cubicBezTo>
                  <a:cubicBezTo>
                    <a:pt x="6897" y="10759"/>
                    <a:pt x="8740" y="9913"/>
                    <a:pt x="9738" y="8381"/>
                  </a:cubicBezTo>
                  <a:cubicBezTo>
                    <a:pt x="10377" y="7399"/>
                    <a:pt x="10650" y="6212"/>
                    <a:pt x="10673" y="5040"/>
                  </a:cubicBezTo>
                  <a:cubicBezTo>
                    <a:pt x="10698" y="3802"/>
                    <a:pt x="10429" y="2502"/>
                    <a:pt x="9616" y="1570"/>
                  </a:cubicBezTo>
                  <a:cubicBezTo>
                    <a:pt x="8704" y="527"/>
                    <a:pt x="7259" y="109"/>
                    <a:pt x="5876" y="18"/>
                  </a:cubicBezTo>
                  <a:cubicBezTo>
                    <a:pt x="5707" y="6"/>
                    <a:pt x="5536" y="1"/>
                    <a:pt x="53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p26"/>
            <p:cNvSpPr/>
            <p:nvPr/>
          </p:nvSpPr>
          <p:spPr>
            <a:xfrm>
              <a:off x="4433075" y="3026600"/>
              <a:ext cx="262000" cy="216775"/>
            </a:xfrm>
            <a:custGeom>
              <a:rect b="b" l="l" r="r" t="t"/>
              <a:pathLst>
                <a:path extrusionOk="0" h="8671" w="10480">
                  <a:moveTo>
                    <a:pt x="1039" y="0"/>
                  </a:moveTo>
                  <a:lnTo>
                    <a:pt x="1039" y="0"/>
                  </a:lnTo>
                  <a:cubicBezTo>
                    <a:pt x="486" y="969"/>
                    <a:pt x="12" y="2325"/>
                    <a:pt x="5" y="3710"/>
                  </a:cubicBezTo>
                  <a:cubicBezTo>
                    <a:pt x="0" y="4811"/>
                    <a:pt x="279" y="5940"/>
                    <a:pt x="949" y="6816"/>
                  </a:cubicBezTo>
                  <a:cubicBezTo>
                    <a:pt x="1640" y="7719"/>
                    <a:pt x="2706" y="8290"/>
                    <a:pt x="3817" y="8536"/>
                  </a:cubicBezTo>
                  <a:cubicBezTo>
                    <a:pt x="4226" y="8626"/>
                    <a:pt x="4645" y="8671"/>
                    <a:pt x="5064" y="8671"/>
                  </a:cubicBezTo>
                  <a:cubicBezTo>
                    <a:pt x="6898" y="8671"/>
                    <a:pt x="8741" y="7825"/>
                    <a:pt x="9739" y="6293"/>
                  </a:cubicBezTo>
                  <a:cubicBezTo>
                    <a:pt x="10090" y="5752"/>
                    <a:pt x="10330" y="5148"/>
                    <a:pt x="10480" y="4519"/>
                  </a:cubicBezTo>
                  <a:lnTo>
                    <a:pt x="10480" y="4519"/>
                  </a:lnTo>
                  <a:cubicBezTo>
                    <a:pt x="10020" y="4716"/>
                    <a:pt x="9590" y="5092"/>
                    <a:pt x="9152" y="5362"/>
                  </a:cubicBezTo>
                  <a:cubicBezTo>
                    <a:pt x="8471" y="5781"/>
                    <a:pt x="7676" y="5950"/>
                    <a:pt x="6871" y="5950"/>
                  </a:cubicBezTo>
                  <a:cubicBezTo>
                    <a:pt x="6406" y="5950"/>
                    <a:pt x="5938" y="5894"/>
                    <a:pt x="5487" y="5796"/>
                  </a:cubicBezTo>
                  <a:cubicBezTo>
                    <a:pt x="3938" y="5461"/>
                    <a:pt x="2448" y="4622"/>
                    <a:pt x="1595" y="3286"/>
                  </a:cubicBezTo>
                  <a:cubicBezTo>
                    <a:pt x="981" y="2325"/>
                    <a:pt x="763" y="1092"/>
                    <a:pt x="103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08" name="Google Shape;308;p26"/>
          <p:cNvSpPr/>
          <p:nvPr/>
        </p:nvSpPr>
        <p:spPr>
          <a:xfrm flipH="1" rot="8517656">
            <a:off x="1570209" y="4785078"/>
            <a:ext cx="150934" cy="184018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6"/>
          <p:cNvSpPr/>
          <p:nvPr/>
        </p:nvSpPr>
        <p:spPr>
          <a:xfrm flipH="1">
            <a:off x="258217" y="525762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7"/>
          <p:cNvSpPr/>
          <p:nvPr/>
        </p:nvSpPr>
        <p:spPr>
          <a:xfrm flipH="1" rot="10800000">
            <a:off x="-13048" y="0"/>
            <a:ext cx="9170088" cy="3115067"/>
          </a:xfrm>
          <a:custGeom>
            <a:rect b="b" l="l" r="r" t="t"/>
            <a:pathLst>
              <a:path extrusionOk="0" h="115437" w="285317">
                <a:moveTo>
                  <a:pt x="1114" y="1"/>
                </a:moveTo>
                <a:cubicBezTo>
                  <a:pt x="743" y="1"/>
                  <a:pt x="371" y="4"/>
                  <a:pt x="0" y="10"/>
                </a:cubicBezTo>
                <a:lnTo>
                  <a:pt x="0" y="115437"/>
                </a:lnTo>
                <a:lnTo>
                  <a:pt x="285316" y="115437"/>
                </a:lnTo>
                <a:lnTo>
                  <a:pt x="285316" y="16649"/>
                </a:lnTo>
                <a:cubicBezTo>
                  <a:pt x="275981" y="17517"/>
                  <a:pt x="266737" y="22219"/>
                  <a:pt x="260505" y="29363"/>
                </a:cubicBezTo>
                <a:cubicBezTo>
                  <a:pt x="255233" y="35366"/>
                  <a:pt x="250873" y="43355"/>
                  <a:pt x="243067" y="45021"/>
                </a:cubicBezTo>
                <a:cubicBezTo>
                  <a:pt x="241949" y="45253"/>
                  <a:pt x="240817" y="45339"/>
                  <a:pt x="239680" y="45339"/>
                </a:cubicBezTo>
                <a:cubicBezTo>
                  <a:pt x="237914" y="45339"/>
                  <a:pt x="236134" y="45133"/>
                  <a:pt x="234370" y="44952"/>
                </a:cubicBezTo>
                <a:cubicBezTo>
                  <a:pt x="231734" y="44685"/>
                  <a:pt x="229019" y="44498"/>
                  <a:pt x="226316" y="44498"/>
                </a:cubicBezTo>
                <a:cubicBezTo>
                  <a:pt x="219329" y="44498"/>
                  <a:pt x="212416" y="45750"/>
                  <a:pt x="207117" y="50111"/>
                </a:cubicBezTo>
                <a:cubicBezTo>
                  <a:pt x="200087" y="55886"/>
                  <a:pt x="197850" y="65495"/>
                  <a:pt x="194997" y="74169"/>
                </a:cubicBezTo>
                <a:cubicBezTo>
                  <a:pt x="192166" y="82842"/>
                  <a:pt x="187168" y="92178"/>
                  <a:pt x="178288" y="94255"/>
                </a:cubicBezTo>
                <a:cubicBezTo>
                  <a:pt x="177041" y="94543"/>
                  <a:pt x="175796" y="94669"/>
                  <a:pt x="174551" y="94669"/>
                </a:cubicBezTo>
                <a:cubicBezTo>
                  <a:pt x="165708" y="94669"/>
                  <a:pt x="156917" y="88301"/>
                  <a:pt x="148045" y="88301"/>
                </a:cubicBezTo>
                <a:cubicBezTo>
                  <a:pt x="146875" y="88301"/>
                  <a:pt x="145703" y="88412"/>
                  <a:pt x="144530" y="88663"/>
                </a:cubicBezTo>
                <a:cubicBezTo>
                  <a:pt x="141060" y="89393"/>
                  <a:pt x="137956" y="91333"/>
                  <a:pt x="134646" y="92612"/>
                </a:cubicBezTo>
                <a:cubicBezTo>
                  <a:pt x="131720" y="93737"/>
                  <a:pt x="128631" y="94264"/>
                  <a:pt x="125532" y="94264"/>
                </a:cubicBezTo>
                <a:cubicBezTo>
                  <a:pt x="113985" y="94264"/>
                  <a:pt x="102305" y="86940"/>
                  <a:pt x="98400" y="75926"/>
                </a:cubicBezTo>
                <a:cubicBezTo>
                  <a:pt x="97190" y="72525"/>
                  <a:pt x="96642" y="68873"/>
                  <a:pt x="94930" y="65678"/>
                </a:cubicBezTo>
                <a:cubicBezTo>
                  <a:pt x="90993" y="58324"/>
                  <a:pt x="81998" y="55419"/>
                  <a:pt x="73534" y="55419"/>
                </a:cubicBezTo>
                <a:cubicBezTo>
                  <a:pt x="72724" y="55419"/>
                  <a:pt x="71919" y="55446"/>
                  <a:pt x="71124" y="55498"/>
                </a:cubicBezTo>
                <a:cubicBezTo>
                  <a:pt x="62016" y="56114"/>
                  <a:pt x="53160" y="59195"/>
                  <a:pt x="44030" y="59264"/>
                </a:cubicBezTo>
                <a:cubicBezTo>
                  <a:pt x="43906" y="59265"/>
                  <a:pt x="43782" y="59266"/>
                  <a:pt x="43658" y="59266"/>
                </a:cubicBezTo>
                <a:cubicBezTo>
                  <a:pt x="41834" y="59266"/>
                  <a:pt x="39970" y="59093"/>
                  <a:pt x="38347" y="58260"/>
                </a:cubicBezTo>
                <a:cubicBezTo>
                  <a:pt x="34261" y="56205"/>
                  <a:pt x="33120" y="50727"/>
                  <a:pt x="33964" y="46208"/>
                </a:cubicBezTo>
                <a:cubicBezTo>
                  <a:pt x="34809" y="41688"/>
                  <a:pt x="37091" y="37557"/>
                  <a:pt x="37958" y="33038"/>
                </a:cubicBezTo>
                <a:cubicBezTo>
                  <a:pt x="40241" y="21169"/>
                  <a:pt x="31864" y="9117"/>
                  <a:pt x="20908" y="3981"/>
                </a:cubicBezTo>
                <a:cubicBezTo>
                  <a:pt x="14632" y="1016"/>
                  <a:pt x="7904" y="1"/>
                  <a:pt x="1114" y="1"/>
                </a:cubicBezTo>
                <a:close/>
              </a:path>
            </a:pathLst>
          </a:custGeom>
          <a:solidFill>
            <a:schemeClr val="lt1">
              <a:alpha val="4024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7"/>
          <p:cNvSpPr txBox="1"/>
          <p:nvPr>
            <p:ph type="title"/>
          </p:nvPr>
        </p:nvSpPr>
        <p:spPr>
          <a:xfrm>
            <a:off x="1658400" y="3330250"/>
            <a:ext cx="5827200" cy="82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13" name="Google Shape;313;p27"/>
          <p:cNvSpPr txBox="1"/>
          <p:nvPr>
            <p:ph hasCustomPrompt="1" idx="2" type="title"/>
          </p:nvPr>
        </p:nvSpPr>
        <p:spPr>
          <a:xfrm>
            <a:off x="3906150" y="2237405"/>
            <a:ext cx="1331700" cy="82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9pPr>
          </a:lstStyle>
          <a:p>
            <a:r>
              <a:t>xx%</a:t>
            </a:r>
          </a:p>
        </p:txBody>
      </p:sp>
      <p:sp>
        <p:nvSpPr>
          <p:cNvPr id="314" name="Google Shape;314;p27"/>
          <p:cNvSpPr txBox="1"/>
          <p:nvPr>
            <p:ph idx="1" type="subTitle"/>
          </p:nvPr>
        </p:nvSpPr>
        <p:spPr>
          <a:xfrm>
            <a:off x="1658400" y="4148350"/>
            <a:ext cx="5827200" cy="39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15" name="Google Shape;315;p27"/>
          <p:cNvGrpSpPr/>
          <p:nvPr/>
        </p:nvGrpSpPr>
        <p:grpSpPr>
          <a:xfrm rot="-2987543">
            <a:off x="444438" y="589172"/>
            <a:ext cx="268724" cy="214878"/>
            <a:chOff x="2858987" y="3108507"/>
            <a:chExt cx="186655" cy="149254"/>
          </a:xfrm>
        </p:grpSpPr>
        <p:sp>
          <p:nvSpPr>
            <p:cNvPr id="316" name="Google Shape;316;p27"/>
            <p:cNvSpPr/>
            <p:nvPr/>
          </p:nvSpPr>
          <p:spPr>
            <a:xfrm>
              <a:off x="2870698" y="3108507"/>
              <a:ext cx="174944" cy="127045"/>
            </a:xfrm>
            <a:custGeom>
              <a:rect b="b" l="l" r="r" t="t"/>
              <a:pathLst>
                <a:path extrusionOk="0" h="4708" w="6483">
                  <a:moveTo>
                    <a:pt x="1852" y="0"/>
                  </a:moveTo>
                  <a:cubicBezTo>
                    <a:pt x="1698" y="0"/>
                    <a:pt x="1545" y="16"/>
                    <a:pt x="1393" y="51"/>
                  </a:cubicBezTo>
                  <a:cubicBezTo>
                    <a:pt x="799" y="165"/>
                    <a:pt x="251" y="644"/>
                    <a:pt x="206" y="1238"/>
                  </a:cubicBezTo>
                  <a:cubicBezTo>
                    <a:pt x="0" y="1512"/>
                    <a:pt x="137" y="2128"/>
                    <a:pt x="434" y="2584"/>
                  </a:cubicBezTo>
                  <a:cubicBezTo>
                    <a:pt x="754" y="3041"/>
                    <a:pt x="1233" y="3360"/>
                    <a:pt x="1712" y="3634"/>
                  </a:cubicBezTo>
                  <a:cubicBezTo>
                    <a:pt x="2648" y="4205"/>
                    <a:pt x="3698" y="4684"/>
                    <a:pt x="4817" y="4707"/>
                  </a:cubicBezTo>
                  <a:cubicBezTo>
                    <a:pt x="5273" y="4707"/>
                    <a:pt x="5775" y="4616"/>
                    <a:pt x="6072" y="4296"/>
                  </a:cubicBezTo>
                  <a:cubicBezTo>
                    <a:pt x="6414" y="3931"/>
                    <a:pt x="6483" y="3383"/>
                    <a:pt x="6323" y="2904"/>
                  </a:cubicBezTo>
                  <a:cubicBezTo>
                    <a:pt x="6140" y="2447"/>
                    <a:pt x="5821" y="2059"/>
                    <a:pt x="5456" y="1740"/>
                  </a:cubicBezTo>
                  <a:cubicBezTo>
                    <a:pt x="4771" y="1124"/>
                    <a:pt x="4018" y="644"/>
                    <a:pt x="3173" y="302"/>
                  </a:cubicBezTo>
                  <a:cubicBezTo>
                    <a:pt x="2749" y="132"/>
                    <a:pt x="2299" y="0"/>
                    <a:pt x="185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27"/>
            <p:cNvSpPr/>
            <p:nvPr/>
          </p:nvSpPr>
          <p:spPr>
            <a:xfrm>
              <a:off x="2858987" y="3135114"/>
              <a:ext cx="175564" cy="122647"/>
            </a:xfrm>
            <a:custGeom>
              <a:rect b="b" l="l" r="r" t="t"/>
              <a:pathLst>
                <a:path extrusionOk="0" h="4545" w="6506">
                  <a:moveTo>
                    <a:pt x="685" y="1"/>
                  </a:moveTo>
                  <a:lnTo>
                    <a:pt x="685" y="1"/>
                  </a:lnTo>
                  <a:cubicBezTo>
                    <a:pt x="1" y="754"/>
                    <a:pt x="206" y="2009"/>
                    <a:pt x="891" y="2785"/>
                  </a:cubicBezTo>
                  <a:cubicBezTo>
                    <a:pt x="1553" y="3538"/>
                    <a:pt x="2557" y="3927"/>
                    <a:pt x="3516" y="4246"/>
                  </a:cubicBezTo>
                  <a:cubicBezTo>
                    <a:pt x="3982" y="4395"/>
                    <a:pt x="4463" y="4544"/>
                    <a:pt x="4947" y="4544"/>
                  </a:cubicBezTo>
                  <a:cubicBezTo>
                    <a:pt x="5056" y="4544"/>
                    <a:pt x="5164" y="4537"/>
                    <a:pt x="5273" y="4520"/>
                  </a:cubicBezTo>
                  <a:cubicBezTo>
                    <a:pt x="5867" y="4429"/>
                    <a:pt x="6460" y="3972"/>
                    <a:pt x="6506" y="3379"/>
                  </a:cubicBezTo>
                  <a:cubicBezTo>
                    <a:pt x="6506" y="3356"/>
                    <a:pt x="6506" y="3333"/>
                    <a:pt x="6506" y="3333"/>
                  </a:cubicBezTo>
                  <a:cubicBezTo>
                    <a:pt x="6186" y="3630"/>
                    <a:pt x="5707" y="3721"/>
                    <a:pt x="5251" y="3721"/>
                  </a:cubicBezTo>
                  <a:cubicBezTo>
                    <a:pt x="4132" y="3698"/>
                    <a:pt x="3082" y="3219"/>
                    <a:pt x="2146" y="2648"/>
                  </a:cubicBezTo>
                  <a:cubicBezTo>
                    <a:pt x="1667" y="2374"/>
                    <a:pt x="1188" y="2055"/>
                    <a:pt x="868" y="1598"/>
                  </a:cubicBezTo>
                  <a:cubicBezTo>
                    <a:pt x="571" y="1142"/>
                    <a:pt x="434" y="526"/>
                    <a:pt x="640" y="252"/>
                  </a:cubicBezTo>
                  <a:cubicBezTo>
                    <a:pt x="640" y="160"/>
                    <a:pt x="663" y="92"/>
                    <a:pt x="6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27"/>
            <p:cNvSpPr/>
            <p:nvPr/>
          </p:nvSpPr>
          <p:spPr>
            <a:xfrm>
              <a:off x="2908261" y="3140052"/>
              <a:ext cx="104756" cy="65708"/>
            </a:xfrm>
            <a:custGeom>
              <a:rect b="b" l="l" r="r" t="t"/>
              <a:pathLst>
                <a:path extrusionOk="0" h="2435" w="3882">
                  <a:moveTo>
                    <a:pt x="1" y="0"/>
                  </a:moveTo>
                  <a:cubicBezTo>
                    <a:pt x="1119" y="799"/>
                    <a:pt x="2306" y="1552"/>
                    <a:pt x="3493" y="2306"/>
                  </a:cubicBezTo>
                  <a:cubicBezTo>
                    <a:pt x="3582" y="2377"/>
                    <a:pt x="3699" y="2434"/>
                    <a:pt x="3800" y="2434"/>
                  </a:cubicBezTo>
                  <a:cubicBezTo>
                    <a:pt x="3829" y="2434"/>
                    <a:pt x="3856" y="2430"/>
                    <a:pt x="3881" y="2420"/>
                  </a:cubicBezTo>
                  <a:cubicBezTo>
                    <a:pt x="3858" y="1940"/>
                    <a:pt x="3470" y="1575"/>
                    <a:pt x="3082" y="1301"/>
                  </a:cubicBezTo>
                  <a:cubicBezTo>
                    <a:pt x="2169" y="639"/>
                    <a:pt x="1119" y="183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19" name="Google Shape;319;p27"/>
          <p:cNvSpPr/>
          <p:nvPr/>
        </p:nvSpPr>
        <p:spPr>
          <a:xfrm rot="10800000">
            <a:off x="7190450" y="213925"/>
            <a:ext cx="260825" cy="141725"/>
          </a:xfrm>
          <a:custGeom>
            <a:rect b="b" l="l" r="r" t="t"/>
            <a:pathLst>
              <a:path extrusionOk="0" h="5669" w="10433">
                <a:moveTo>
                  <a:pt x="3622" y="2187"/>
                </a:moveTo>
                <a:cubicBezTo>
                  <a:pt x="4122" y="2187"/>
                  <a:pt x="4610" y="2289"/>
                  <a:pt x="5046" y="2496"/>
                </a:cubicBezTo>
                <a:cubicBezTo>
                  <a:pt x="5440" y="2683"/>
                  <a:pt x="5699" y="2904"/>
                  <a:pt x="5838" y="3172"/>
                </a:cubicBezTo>
                <a:cubicBezTo>
                  <a:pt x="5979" y="3446"/>
                  <a:pt x="6004" y="3802"/>
                  <a:pt x="5906" y="4173"/>
                </a:cubicBezTo>
                <a:cubicBezTo>
                  <a:pt x="5763" y="4715"/>
                  <a:pt x="5399" y="5162"/>
                  <a:pt x="4936" y="5368"/>
                </a:cubicBezTo>
                <a:cubicBezTo>
                  <a:pt x="4751" y="5450"/>
                  <a:pt x="4550" y="5490"/>
                  <a:pt x="4352" y="5490"/>
                </a:cubicBezTo>
                <a:cubicBezTo>
                  <a:pt x="4022" y="5490"/>
                  <a:pt x="3699" y="5380"/>
                  <a:pt x="3467" y="5171"/>
                </a:cubicBezTo>
                <a:cubicBezTo>
                  <a:pt x="3041" y="4788"/>
                  <a:pt x="2893" y="4104"/>
                  <a:pt x="3069" y="3341"/>
                </a:cubicBezTo>
                <a:cubicBezTo>
                  <a:pt x="3163" y="2932"/>
                  <a:pt x="3330" y="2544"/>
                  <a:pt x="3556" y="2188"/>
                </a:cubicBezTo>
                <a:cubicBezTo>
                  <a:pt x="3578" y="2187"/>
                  <a:pt x="3600" y="2187"/>
                  <a:pt x="3622" y="2187"/>
                </a:cubicBezTo>
                <a:close/>
                <a:moveTo>
                  <a:pt x="7372" y="1"/>
                </a:moveTo>
                <a:cubicBezTo>
                  <a:pt x="6895" y="1"/>
                  <a:pt x="6425" y="64"/>
                  <a:pt x="5976" y="193"/>
                </a:cubicBezTo>
                <a:cubicBezTo>
                  <a:pt x="4925" y="494"/>
                  <a:pt x="4027" y="1159"/>
                  <a:pt x="3458" y="2012"/>
                </a:cubicBezTo>
                <a:cubicBezTo>
                  <a:pt x="3026" y="2032"/>
                  <a:pt x="2588" y="2124"/>
                  <a:pt x="2163" y="2290"/>
                </a:cubicBezTo>
                <a:cubicBezTo>
                  <a:pt x="1166" y="2679"/>
                  <a:pt x="383" y="3422"/>
                  <a:pt x="19" y="4328"/>
                </a:cubicBezTo>
                <a:cubicBezTo>
                  <a:pt x="0" y="4373"/>
                  <a:pt x="22" y="4425"/>
                  <a:pt x="67" y="4444"/>
                </a:cubicBezTo>
                <a:cubicBezTo>
                  <a:pt x="78" y="4448"/>
                  <a:pt x="90" y="4450"/>
                  <a:pt x="101" y="4450"/>
                </a:cubicBezTo>
                <a:cubicBezTo>
                  <a:pt x="136" y="4450"/>
                  <a:pt x="169" y="4429"/>
                  <a:pt x="183" y="4394"/>
                </a:cubicBezTo>
                <a:cubicBezTo>
                  <a:pt x="530" y="3534"/>
                  <a:pt x="1276" y="2828"/>
                  <a:pt x="2228" y="2456"/>
                </a:cubicBezTo>
                <a:cubicBezTo>
                  <a:pt x="2594" y="2313"/>
                  <a:pt x="2969" y="2227"/>
                  <a:pt x="3341" y="2198"/>
                </a:cubicBezTo>
                <a:lnTo>
                  <a:pt x="3341" y="2198"/>
                </a:lnTo>
                <a:cubicBezTo>
                  <a:pt x="3136" y="2543"/>
                  <a:pt x="2985" y="2913"/>
                  <a:pt x="2896" y="3300"/>
                </a:cubicBezTo>
                <a:cubicBezTo>
                  <a:pt x="2705" y="4128"/>
                  <a:pt x="2874" y="4876"/>
                  <a:pt x="3348" y="5303"/>
                </a:cubicBezTo>
                <a:cubicBezTo>
                  <a:pt x="3612" y="5542"/>
                  <a:pt x="3980" y="5667"/>
                  <a:pt x="4353" y="5667"/>
                </a:cubicBezTo>
                <a:lnTo>
                  <a:pt x="4353" y="5668"/>
                </a:lnTo>
                <a:cubicBezTo>
                  <a:pt x="4576" y="5668"/>
                  <a:pt x="4801" y="5623"/>
                  <a:pt x="5009" y="5532"/>
                </a:cubicBezTo>
                <a:cubicBezTo>
                  <a:pt x="5521" y="5303"/>
                  <a:pt x="5921" y="4812"/>
                  <a:pt x="6078" y="4220"/>
                </a:cubicBezTo>
                <a:cubicBezTo>
                  <a:pt x="6188" y="3805"/>
                  <a:pt x="6158" y="3403"/>
                  <a:pt x="5996" y="3090"/>
                </a:cubicBezTo>
                <a:cubicBezTo>
                  <a:pt x="5839" y="2786"/>
                  <a:pt x="5553" y="2539"/>
                  <a:pt x="5123" y="2335"/>
                </a:cubicBezTo>
                <a:cubicBezTo>
                  <a:pt x="4678" y="2125"/>
                  <a:pt x="4185" y="2016"/>
                  <a:pt x="3676" y="2009"/>
                </a:cubicBezTo>
                <a:cubicBezTo>
                  <a:pt x="4224" y="1239"/>
                  <a:pt x="5056" y="641"/>
                  <a:pt x="6025" y="364"/>
                </a:cubicBezTo>
                <a:cubicBezTo>
                  <a:pt x="6458" y="240"/>
                  <a:pt x="6912" y="179"/>
                  <a:pt x="7373" y="179"/>
                </a:cubicBezTo>
                <a:cubicBezTo>
                  <a:pt x="8352" y="179"/>
                  <a:pt x="9365" y="454"/>
                  <a:pt x="10286" y="986"/>
                </a:cubicBezTo>
                <a:cubicBezTo>
                  <a:pt x="10300" y="994"/>
                  <a:pt x="10315" y="998"/>
                  <a:pt x="10330" y="998"/>
                </a:cubicBezTo>
                <a:cubicBezTo>
                  <a:pt x="10360" y="998"/>
                  <a:pt x="10391" y="982"/>
                  <a:pt x="10408" y="953"/>
                </a:cubicBezTo>
                <a:cubicBezTo>
                  <a:pt x="10432" y="912"/>
                  <a:pt x="10417" y="857"/>
                  <a:pt x="10374" y="832"/>
                </a:cubicBezTo>
                <a:cubicBezTo>
                  <a:pt x="9426" y="284"/>
                  <a:pt x="8382" y="1"/>
                  <a:pt x="737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7"/>
          <p:cNvSpPr/>
          <p:nvPr/>
        </p:nvSpPr>
        <p:spPr>
          <a:xfrm rot="-8100000">
            <a:off x="149177" y="3495052"/>
            <a:ext cx="260822" cy="141724"/>
          </a:xfrm>
          <a:custGeom>
            <a:rect b="b" l="l" r="r" t="t"/>
            <a:pathLst>
              <a:path extrusionOk="0" h="5669" w="10433">
                <a:moveTo>
                  <a:pt x="3622" y="2187"/>
                </a:moveTo>
                <a:cubicBezTo>
                  <a:pt x="4122" y="2187"/>
                  <a:pt x="4610" y="2289"/>
                  <a:pt x="5046" y="2496"/>
                </a:cubicBezTo>
                <a:cubicBezTo>
                  <a:pt x="5440" y="2683"/>
                  <a:pt x="5699" y="2904"/>
                  <a:pt x="5838" y="3172"/>
                </a:cubicBezTo>
                <a:cubicBezTo>
                  <a:pt x="5979" y="3446"/>
                  <a:pt x="6004" y="3802"/>
                  <a:pt x="5906" y="4173"/>
                </a:cubicBezTo>
                <a:cubicBezTo>
                  <a:pt x="5763" y="4715"/>
                  <a:pt x="5399" y="5162"/>
                  <a:pt x="4936" y="5368"/>
                </a:cubicBezTo>
                <a:cubicBezTo>
                  <a:pt x="4751" y="5450"/>
                  <a:pt x="4550" y="5490"/>
                  <a:pt x="4352" y="5490"/>
                </a:cubicBezTo>
                <a:cubicBezTo>
                  <a:pt x="4022" y="5490"/>
                  <a:pt x="3699" y="5380"/>
                  <a:pt x="3467" y="5171"/>
                </a:cubicBezTo>
                <a:cubicBezTo>
                  <a:pt x="3041" y="4788"/>
                  <a:pt x="2893" y="4104"/>
                  <a:pt x="3069" y="3341"/>
                </a:cubicBezTo>
                <a:cubicBezTo>
                  <a:pt x="3163" y="2932"/>
                  <a:pt x="3330" y="2544"/>
                  <a:pt x="3556" y="2188"/>
                </a:cubicBezTo>
                <a:cubicBezTo>
                  <a:pt x="3578" y="2187"/>
                  <a:pt x="3600" y="2187"/>
                  <a:pt x="3622" y="2187"/>
                </a:cubicBezTo>
                <a:close/>
                <a:moveTo>
                  <a:pt x="7372" y="1"/>
                </a:moveTo>
                <a:cubicBezTo>
                  <a:pt x="6895" y="1"/>
                  <a:pt x="6425" y="64"/>
                  <a:pt x="5976" y="193"/>
                </a:cubicBezTo>
                <a:cubicBezTo>
                  <a:pt x="4925" y="494"/>
                  <a:pt x="4027" y="1159"/>
                  <a:pt x="3458" y="2012"/>
                </a:cubicBezTo>
                <a:cubicBezTo>
                  <a:pt x="3026" y="2032"/>
                  <a:pt x="2588" y="2124"/>
                  <a:pt x="2163" y="2290"/>
                </a:cubicBezTo>
                <a:cubicBezTo>
                  <a:pt x="1166" y="2679"/>
                  <a:pt x="383" y="3422"/>
                  <a:pt x="19" y="4328"/>
                </a:cubicBezTo>
                <a:cubicBezTo>
                  <a:pt x="0" y="4373"/>
                  <a:pt x="22" y="4425"/>
                  <a:pt x="67" y="4444"/>
                </a:cubicBezTo>
                <a:cubicBezTo>
                  <a:pt x="78" y="4448"/>
                  <a:pt x="90" y="4450"/>
                  <a:pt x="101" y="4450"/>
                </a:cubicBezTo>
                <a:cubicBezTo>
                  <a:pt x="136" y="4450"/>
                  <a:pt x="169" y="4429"/>
                  <a:pt x="183" y="4394"/>
                </a:cubicBezTo>
                <a:cubicBezTo>
                  <a:pt x="530" y="3534"/>
                  <a:pt x="1276" y="2828"/>
                  <a:pt x="2228" y="2456"/>
                </a:cubicBezTo>
                <a:cubicBezTo>
                  <a:pt x="2594" y="2313"/>
                  <a:pt x="2969" y="2227"/>
                  <a:pt x="3341" y="2198"/>
                </a:cubicBezTo>
                <a:lnTo>
                  <a:pt x="3341" y="2198"/>
                </a:lnTo>
                <a:cubicBezTo>
                  <a:pt x="3136" y="2543"/>
                  <a:pt x="2985" y="2913"/>
                  <a:pt x="2896" y="3300"/>
                </a:cubicBezTo>
                <a:cubicBezTo>
                  <a:pt x="2705" y="4128"/>
                  <a:pt x="2874" y="4876"/>
                  <a:pt x="3348" y="5303"/>
                </a:cubicBezTo>
                <a:cubicBezTo>
                  <a:pt x="3612" y="5542"/>
                  <a:pt x="3980" y="5667"/>
                  <a:pt x="4353" y="5667"/>
                </a:cubicBezTo>
                <a:lnTo>
                  <a:pt x="4353" y="5668"/>
                </a:lnTo>
                <a:cubicBezTo>
                  <a:pt x="4576" y="5668"/>
                  <a:pt x="4801" y="5623"/>
                  <a:pt x="5009" y="5532"/>
                </a:cubicBezTo>
                <a:cubicBezTo>
                  <a:pt x="5521" y="5303"/>
                  <a:pt x="5921" y="4812"/>
                  <a:pt x="6078" y="4220"/>
                </a:cubicBezTo>
                <a:cubicBezTo>
                  <a:pt x="6188" y="3805"/>
                  <a:pt x="6158" y="3403"/>
                  <a:pt x="5996" y="3090"/>
                </a:cubicBezTo>
                <a:cubicBezTo>
                  <a:pt x="5839" y="2786"/>
                  <a:pt x="5553" y="2539"/>
                  <a:pt x="5123" y="2335"/>
                </a:cubicBezTo>
                <a:cubicBezTo>
                  <a:pt x="4678" y="2125"/>
                  <a:pt x="4185" y="2016"/>
                  <a:pt x="3676" y="2009"/>
                </a:cubicBezTo>
                <a:cubicBezTo>
                  <a:pt x="4224" y="1239"/>
                  <a:pt x="5056" y="641"/>
                  <a:pt x="6025" y="364"/>
                </a:cubicBezTo>
                <a:cubicBezTo>
                  <a:pt x="6458" y="240"/>
                  <a:pt x="6912" y="179"/>
                  <a:pt x="7373" y="179"/>
                </a:cubicBezTo>
                <a:cubicBezTo>
                  <a:pt x="8352" y="179"/>
                  <a:pt x="9365" y="454"/>
                  <a:pt x="10286" y="986"/>
                </a:cubicBezTo>
                <a:cubicBezTo>
                  <a:pt x="10300" y="994"/>
                  <a:pt x="10315" y="998"/>
                  <a:pt x="10330" y="998"/>
                </a:cubicBezTo>
                <a:cubicBezTo>
                  <a:pt x="10360" y="998"/>
                  <a:pt x="10391" y="982"/>
                  <a:pt x="10408" y="953"/>
                </a:cubicBezTo>
                <a:cubicBezTo>
                  <a:pt x="10432" y="912"/>
                  <a:pt x="10417" y="857"/>
                  <a:pt x="10374" y="832"/>
                </a:cubicBezTo>
                <a:cubicBezTo>
                  <a:pt x="9426" y="284"/>
                  <a:pt x="8382" y="1"/>
                  <a:pt x="737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27"/>
          <p:cNvSpPr/>
          <p:nvPr/>
        </p:nvSpPr>
        <p:spPr>
          <a:xfrm flipH="1" rot="-10474309">
            <a:off x="1646686" y="220642"/>
            <a:ext cx="150932" cy="184027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27"/>
          <p:cNvSpPr/>
          <p:nvPr/>
        </p:nvSpPr>
        <p:spPr>
          <a:xfrm>
            <a:off x="3504825" y="4801925"/>
            <a:ext cx="111775" cy="105400"/>
          </a:xfrm>
          <a:custGeom>
            <a:rect b="b" l="l" r="r" t="t"/>
            <a:pathLst>
              <a:path extrusionOk="0" h="4216" w="4471">
                <a:moveTo>
                  <a:pt x="2432" y="1"/>
                </a:moveTo>
                <a:cubicBezTo>
                  <a:pt x="2379" y="1"/>
                  <a:pt x="2332" y="37"/>
                  <a:pt x="2320" y="92"/>
                </a:cubicBezTo>
                <a:lnTo>
                  <a:pt x="1960" y="1746"/>
                </a:lnTo>
                <a:cubicBezTo>
                  <a:pt x="1364" y="1561"/>
                  <a:pt x="761" y="1402"/>
                  <a:pt x="152" y="1271"/>
                </a:cubicBezTo>
                <a:cubicBezTo>
                  <a:pt x="143" y="1269"/>
                  <a:pt x="135" y="1268"/>
                  <a:pt x="126" y="1268"/>
                </a:cubicBezTo>
                <a:cubicBezTo>
                  <a:pt x="73" y="1268"/>
                  <a:pt x="26" y="1305"/>
                  <a:pt x="15" y="1359"/>
                </a:cubicBezTo>
                <a:cubicBezTo>
                  <a:pt x="1" y="1422"/>
                  <a:pt x="40" y="1482"/>
                  <a:pt x="103" y="1496"/>
                </a:cubicBezTo>
                <a:cubicBezTo>
                  <a:pt x="712" y="1627"/>
                  <a:pt x="1315" y="1787"/>
                  <a:pt x="1911" y="1972"/>
                </a:cubicBezTo>
                <a:lnTo>
                  <a:pt x="1454" y="4076"/>
                </a:lnTo>
                <a:cubicBezTo>
                  <a:pt x="1440" y="4137"/>
                  <a:pt x="1481" y="4199"/>
                  <a:pt x="1543" y="4213"/>
                </a:cubicBezTo>
                <a:cubicBezTo>
                  <a:pt x="1551" y="4215"/>
                  <a:pt x="1559" y="4215"/>
                  <a:pt x="1567" y="4215"/>
                </a:cubicBezTo>
                <a:cubicBezTo>
                  <a:pt x="1620" y="4215"/>
                  <a:pt x="1668" y="4178"/>
                  <a:pt x="1681" y="4125"/>
                </a:cubicBezTo>
                <a:lnTo>
                  <a:pt x="2132" y="2041"/>
                </a:lnTo>
                <a:cubicBezTo>
                  <a:pt x="2867" y="2278"/>
                  <a:pt x="3589" y="2554"/>
                  <a:pt x="4292" y="2870"/>
                </a:cubicBezTo>
                <a:cubicBezTo>
                  <a:pt x="4307" y="2876"/>
                  <a:pt x="4323" y="2880"/>
                  <a:pt x="4338" y="2880"/>
                </a:cubicBezTo>
                <a:cubicBezTo>
                  <a:pt x="4382" y="2880"/>
                  <a:pt x="4425" y="2854"/>
                  <a:pt x="4443" y="2812"/>
                </a:cubicBezTo>
                <a:cubicBezTo>
                  <a:pt x="4470" y="2754"/>
                  <a:pt x="4443" y="2685"/>
                  <a:pt x="4385" y="2660"/>
                </a:cubicBezTo>
                <a:cubicBezTo>
                  <a:pt x="3669" y="2337"/>
                  <a:pt x="2931" y="2056"/>
                  <a:pt x="2182" y="1815"/>
                </a:cubicBezTo>
                <a:lnTo>
                  <a:pt x="2546" y="140"/>
                </a:lnTo>
                <a:cubicBezTo>
                  <a:pt x="2559" y="78"/>
                  <a:pt x="2519" y="16"/>
                  <a:pt x="2457" y="3"/>
                </a:cubicBezTo>
                <a:cubicBezTo>
                  <a:pt x="2448" y="1"/>
                  <a:pt x="2440" y="1"/>
                  <a:pt x="243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27"/>
          <p:cNvSpPr/>
          <p:nvPr/>
        </p:nvSpPr>
        <p:spPr>
          <a:xfrm>
            <a:off x="5185399" y="228076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7"/>
          <p:cNvSpPr/>
          <p:nvPr/>
        </p:nvSpPr>
        <p:spPr>
          <a:xfrm flipH="1" rot="-4138929">
            <a:off x="6544870" y="4813353"/>
            <a:ext cx="150932" cy="184040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2"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8"/>
          <p:cNvSpPr txBox="1"/>
          <p:nvPr>
            <p:ph type="title"/>
          </p:nvPr>
        </p:nvSpPr>
        <p:spPr>
          <a:xfrm>
            <a:off x="713225" y="3019675"/>
            <a:ext cx="5460000" cy="942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27" name="Google Shape;327;p28"/>
          <p:cNvSpPr txBox="1"/>
          <p:nvPr>
            <p:ph hasCustomPrompt="1" idx="2" type="title"/>
          </p:nvPr>
        </p:nvSpPr>
        <p:spPr>
          <a:xfrm>
            <a:off x="792800" y="1956475"/>
            <a:ext cx="1298400" cy="86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28"/>
          <p:cNvSpPr txBox="1"/>
          <p:nvPr>
            <p:ph idx="1" type="subTitle"/>
          </p:nvPr>
        </p:nvSpPr>
        <p:spPr>
          <a:xfrm>
            <a:off x="713225" y="3916776"/>
            <a:ext cx="5460000" cy="46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9" name="Google Shape;329;p28"/>
          <p:cNvSpPr/>
          <p:nvPr/>
        </p:nvSpPr>
        <p:spPr>
          <a:xfrm rot="5884342">
            <a:off x="4811750" y="-586567"/>
            <a:ext cx="5249530" cy="4675136"/>
          </a:xfrm>
          <a:custGeom>
            <a:rect b="b" l="l" r="r" t="t"/>
            <a:pathLst>
              <a:path extrusionOk="0" h="32500" w="36493">
                <a:moveTo>
                  <a:pt x="28136" y="0"/>
                </a:moveTo>
                <a:cubicBezTo>
                  <a:pt x="26708" y="0"/>
                  <a:pt x="25183" y="365"/>
                  <a:pt x="23436" y="845"/>
                </a:cubicBezTo>
                <a:cubicBezTo>
                  <a:pt x="13945" y="3451"/>
                  <a:pt x="2578" y="9463"/>
                  <a:pt x="686" y="19115"/>
                </a:cubicBezTo>
                <a:cubicBezTo>
                  <a:pt x="1" y="22606"/>
                  <a:pt x="879" y="26135"/>
                  <a:pt x="3076" y="28719"/>
                </a:cubicBezTo>
                <a:cubicBezTo>
                  <a:pt x="5023" y="31008"/>
                  <a:pt x="8204" y="32500"/>
                  <a:pt x="11549" y="32500"/>
                </a:cubicBezTo>
                <a:cubicBezTo>
                  <a:pt x="12807" y="32500"/>
                  <a:pt x="14088" y="32289"/>
                  <a:pt x="15336" y="31830"/>
                </a:cubicBezTo>
                <a:cubicBezTo>
                  <a:pt x="19900" y="30151"/>
                  <a:pt x="22981" y="24659"/>
                  <a:pt x="20673" y="21257"/>
                </a:cubicBezTo>
                <a:cubicBezTo>
                  <a:pt x="19425" y="19418"/>
                  <a:pt x="14761" y="16638"/>
                  <a:pt x="17946" y="13769"/>
                </a:cubicBezTo>
                <a:cubicBezTo>
                  <a:pt x="18482" y="13286"/>
                  <a:pt x="19138" y="12965"/>
                  <a:pt x="19835" y="12776"/>
                </a:cubicBezTo>
                <a:cubicBezTo>
                  <a:pt x="20376" y="12630"/>
                  <a:pt x="20941" y="12563"/>
                  <a:pt x="21494" y="12563"/>
                </a:cubicBezTo>
                <a:cubicBezTo>
                  <a:pt x="21808" y="12563"/>
                  <a:pt x="22117" y="12585"/>
                  <a:pt x="22416" y="12625"/>
                </a:cubicBezTo>
                <a:cubicBezTo>
                  <a:pt x="23926" y="12828"/>
                  <a:pt x="25269" y="13434"/>
                  <a:pt x="26682" y="13873"/>
                </a:cubicBezTo>
                <a:cubicBezTo>
                  <a:pt x="27573" y="14151"/>
                  <a:pt x="28533" y="14362"/>
                  <a:pt x="29507" y="14362"/>
                </a:cubicBezTo>
                <a:cubicBezTo>
                  <a:pt x="30078" y="14362"/>
                  <a:pt x="30653" y="14289"/>
                  <a:pt x="31222" y="14116"/>
                </a:cubicBezTo>
                <a:cubicBezTo>
                  <a:pt x="33400" y="13451"/>
                  <a:pt x="34949" y="11427"/>
                  <a:pt x="35507" y="9440"/>
                </a:cubicBezTo>
                <a:cubicBezTo>
                  <a:pt x="36493" y="5930"/>
                  <a:pt x="34732" y="2919"/>
                  <a:pt x="31884" y="1093"/>
                </a:cubicBezTo>
                <a:cubicBezTo>
                  <a:pt x="30651" y="302"/>
                  <a:pt x="29433" y="0"/>
                  <a:pt x="28136" y="0"/>
                </a:cubicBezTo>
                <a:close/>
              </a:path>
            </a:pathLst>
          </a:custGeom>
          <a:solidFill>
            <a:srgbClr val="FFFCF2">
              <a:alpha val="4024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8"/>
          <p:cNvSpPr/>
          <p:nvPr/>
        </p:nvSpPr>
        <p:spPr>
          <a:xfrm rot="1697354">
            <a:off x="-130719" y="3198143"/>
            <a:ext cx="550066" cy="1139992"/>
          </a:xfrm>
          <a:custGeom>
            <a:rect b="b" l="l" r="r" t="t"/>
            <a:pathLst>
              <a:path extrusionOk="0" h="33862" w="16339">
                <a:moveTo>
                  <a:pt x="3138" y="679"/>
                </a:moveTo>
                <a:cubicBezTo>
                  <a:pt x="3139" y="680"/>
                  <a:pt x="3140" y="681"/>
                  <a:pt x="3141" y="683"/>
                </a:cubicBezTo>
                <a:cubicBezTo>
                  <a:pt x="3186" y="742"/>
                  <a:pt x="3227" y="795"/>
                  <a:pt x="3248" y="831"/>
                </a:cubicBezTo>
                <a:cubicBezTo>
                  <a:pt x="3407" y="1099"/>
                  <a:pt x="3540" y="1341"/>
                  <a:pt x="3657" y="1573"/>
                </a:cubicBezTo>
                <a:cubicBezTo>
                  <a:pt x="3938" y="2126"/>
                  <a:pt x="4138" y="2632"/>
                  <a:pt x="4269" y="3119"/>
                </a:cubicBezTo>
                <a:cubicBezTo>
                  <a:pt x="4361" y="3464"/>
                  <a:pt x="4397" y="3813"/>
                  <a:pt x="4380" y="4187"/>
                </a:cubicBezTo>
                <a:cubicBezTo>
                  <a:pt x="4363" y="4563"/>
                  <a:pt x="4287" y="4944"/>
                  <a:pt x="4214" y="5313"/>
                </a:cubicBezTo>
                <a:cubicBezTo>
                  <a:pt x="4153" y="5623"/>
                  <a:pt x="4090" y="5945"/>
                  <a:pt x="4060" y="6266"/>
                </a:cubicBezTo>
                <a:cubicBezTo>
                  <a:pt x="4005" y="6842"/>
                  <a:pt x="4054" y="7397"/>
                  <a:pt x="4105" y="7934"/>
                </a:cubicBezTo>
                <a:cubicBezTo>
                  <a:pt x="3799" y="7054"/>
                  <a:pt x="3602" y="6203"/>
                  <a:pt x="3529" y="5403"/>
                </a:cubicBezTo>
                <a:cubicBezTo>
                  <a:pt x="3496" y="5035"/>
                  <a:pt x="3544" y="4655"/>
                  <a:pt x="3590" y="4287"/>
                </a:cubicBezTo>
                <a:cubicBezTo>
                  <a:pt x="3665" y="3698"/>
                  <a:pt x="3742" y="3088"/>
                  <a:pt x="3503" y="2473"/>
                </a:cubicBezTo>
                <a:cubicBezTo>
                  <a:pt x="3485" y="2427"/>
                  <a:pt x="3441" y="2399"/>
                  <a:pt x="3395" y="2399"/>
                </a:cubicBezTo>
                <a:cubicBezTo>
                  <a:pt x="3381" y="2399"/>
                  <a:pt x="3367" y="2402"/>
                  <a:pt x="3353" y="2407"/>
                </a:cubicBezTo>
                <a:cubicBezTo>
                  <a:pt x="3294" y="2430"/>
                  <a:pt x="3264" y="2497"/>
                  <a:pt x="3287" y="2557"/>
                </a:cubicBezTo>
                <a:cubicBezTo>
                  <a:pt x="3505" y="3117"/>
                  <a:pt x="3435" y="3671"/>
                  <a:pt x="3360" y="4258"/>
                </a:cubicBezTo>
                <a:cubicBezTo>
                  <a:pt x="3313" y="4637"/>
                  <a:pt x="3263" y="5031"/>
                  <a:pt x="3298" y="5424"/>
                </a:cubicBezTo>
                <a:cubicBezTo>
                  <a:pt x="3370" y="6218"/>
                  <a:pt x="3559" y="7058"/>
                  <a:pt x="3856" y="7927"/>
                </a:cubicBezTo>
                <a:cubicBezTo>
                  <a:pt x="3839" y="7903"/>
                  <a:pt x="3824" y="7877"/>
                  <a:pt x="3808" y="7853"/>
                </a:cubicBezTo>
                <a:cubicBezTo>
                  <a:pt x="3714" y="7709"/>
                  <a:pt x="3620" y="7566"/>
                  <a:pt x="3532" y="7421"/>
                </a:cubicBezTo>
                <a:cubicBezTo>
                  <a:pt x="2833" y="6265"/>
                  <a:pt x="2586" y="4936"/>
                  <a:pt x="2753" y="3237"/>
                </a:cubicBezTo>
                <a:cubicBezTo>
                  <a:pt x="2794" y="2821"/>
                  <a:pt x="2870" y="2399"/>
                  <a:pt x="2942" y="1991"/>
                </a:cubicBezTo>
                <a:cubicBezTo>
                  <a:pt x="3018" y="1561"/>
                  <a:pt x="3097" y="1123"/>
                  <a:pt x="3138" y="679"/>
                </a:cubicBezTo>
                <a:close/>
                <a:moveTo>
                  <a:pt x="588" y="8057"/>
                </a:moveTo>
                <a:lnTo>
                  <a:pt x="588" y="8057"/>
                </a:lnTo>
                <a:cubicBezTo>
                  <a:pt x="854" y="8178"/>
                  <a:pt x="1125" y="8269"/>
                  <a:pt x="1183" y="8285"/>
                </a:cubicBezTo>
                <a:cubicBezTo>
                  <a:pt x="1356" y="8333"/>
                  <a:pt x="1527" y="8372"/>
                  <a:pt x="1696" y="8412"/>
                </a:cubicBezTo>
                <a:cubicBezTo>
                  <a:pt x="2086" y="8501"/>
                  <a:pt x="2455" y="8587"/>
                  <a:pt x="2818" y="8769"/>
                </a:cubicBezTo>
                <a:cubicBezTo>
                  <a:pt x="3170" y="8945"/>
                  <a:pt x="3489" y="9183"/>
                  <a:pt x="3792" y="9496"/>
                </a:cubicBezTo>
                <a:cubicBezTo>
                  <a:pt x="4167" y="9884"/>
                  <a:pt x="4466" y="10326"/>
                  <a:pt x="4818" y="10864"/>
                </a:cubicBezTo>
                <a:cubicBezTo>
                  <a:pt x="4890" y="10974"/>
                  <a:pt x="4956" y="11087"/>
                  <a:pt x="5026" y="11198"/>
                </a:cubicBezTo>
                <a:cubicBezTo>
                  <a:pt x="5100" y="11365"/>
                  <a:pt x="5177" y="11533"/>
                  <a:pt x="5264" y="11704"/>
                </a:cubicBezTo>
                <a:cubicBezTo>
                  <a:pt x="5038" y="11509"/>
                  <a:pt x="4788" y="11337"/>
                  <a:pt x="4544" y="11168"/>
                </a:cubicBezTo>
                <a:lnTo>
                  <a:pt x="4437" y="11094"/>
                </a:lnTo>
                <a:cubicBezTo>
                  <a:pt x="3560" y="10486"/>
                  <a:pt x="2720" y="9808"/>
                  <a:pt x="1941" y="9082"/>
                </a:cubicBezTo>
                <a:cubicBezTo>
                  <a:pt x="1918" y="9061"/>
                  <a:pt x="1890" y="9051"/>
                  <a:pt x="1862" y="9051"/>
                </a:cubicBezTo>
                <a:cubicBezTo>
                  <a:pt x="1830" y="9051"/>
                  <a:pt x="1799" y="9064"/>
                  <a:pt x="1776" y="9088"/>
                </a:cubicBezTo>
                <a:cubicBezTo>
                  <a:pt x="1733" y="9134"/>
                  <a:pt x="1735" y="9208"/>
                  <a:pt x="1782" y="9252"/>
                </a:cubicBezTo>
                <a:cubicBezTo>
                  <a:pt x="2571" y="9986"/>
                  <a:pt x="3418" y="10670"/>
                  <a:pt x="4305" y="11285"/>
                </a:cubicBezTo>
                <a:lnTo>
                  <a:pt x="4412" y="11359"/>
                </a:lnTo>
                <a:cubicBezTo>
                  <a:pt x="4728" y="11577"/>
                  <a:pt x="5050" y="11801"/>
                  <a:pt x="5315" y="12070"/>
                </a:cubicBezTo>
                <a:cubicBezTo>
                  <a:pt x="5280" y="12052"/>
                  <a:pt x="5250" y="12035"/>
                  <a:pt x="5224" y="12022"/>
                </a:cubicBezTo>
                <a:cubicBezTo>
                  <a:pt x="4784" y="11759"/>
                  <a:pt x="4313" y="11567"/>
                  <a:pt x="3856" y="11381"/>
                </a:cubicBezTo>
                <a:cubicBezTo>
                  <a:pt x="2985" y="11026"/>
                  <a:pt x="2161" y="10691"/>
                  <a:pt x="1552" y="9906"/>
                </a:cubicBezTo>
                <a:cubicBezTo>
                  <a:pt x="1245" y="9509"/>
                  <a:pt x="1042" y="9056"/>
                  <a:pt x="826" y="8575"/>
                </a:cubicBezTo>
                <a:cubicBezTo>
                  <a:pt x="749" y="8404"/>
                  <a:pt x="672" y="8230"/>
                  <a:pt x="588" y="8057"/>
                </a:cubicBezTo>
                <a:close/>
                <a:moveTo>
                  <a:pt x="7516" y="5870"/>
                </a:moveTo>
                <a:cubicBezTo>
                  <a:pt x="7784" y="6765"/>
                  <a:pt x="8028" y="7737"/>
                  <a:pt x="7966" y="8690"/>
                </a:cubicBezTo>
                <a:cubicBezTo>
                  <a:pt x="7917" y="9470"/>
                  <a:pt x="7666" y="10263"/>
                  <a:pt x="7240" y="10987"/>
                </a:cubicBezTo>
                <a:cubicBezTo>
                  <a:pt x="7148" y="11146"/>
                  <a:pt x="7051" y="11297"/>
                  <a:pt x="6957" y="11446"/>
                </a:cubicBezTo>
                <a:cubicBezTo>
                  <a:pt x="6831" y="11646"/>
                  <a:pt x="6708" y="11843"/>
                  <a:pt x="6597" y="12046"/>
                </a:cubicBezTo>
                <a:cubicBezTo>
                  <a:pt x="6674" y="11191"/>
                  <a:pt x="6834" y="10460"/>
                  <a:pt x="7098" y="9745"/>
                </a:cubicBezTo>
                <a:cubicBezTo>
                  <a:pt x="7384" y="8966"/>
                  <a:pt x="7647" y="8139"/>
                  <a:pt x="7447" y="7345"/>
                </a:cubicBezTo>
                <a:cubicBezTo>
                  <a:pt x="7434" y="7291"/>
                  <a:pt x="7385" y="7257"/>
                  <a:pt x="7333" y="7257"/>
                </a:cubicBezTo>
                <a:cubicBezTo>
                  <a:pt x="7324" y="7257"/>
                  <a:pt x="7315" y="7258"/>
                  <a:pt x="7306" y="7260"/>
                </a:cubicBezTo>
                <a:cubicBezTo>
                  <a:pt x="7245" y="7276"/>
                  <a:pt x="7207" y="7339"/>
                  <a:pt x="7223" y="7400"/>
                </a:cubicBezTo>
                <a:cubicBezTo>
                  <a:pt x="7407" y="8132"/>
                  <a:pt x="7166" y="8889"/>
                  <a:pt x="6881" y="9665"/>
                </a:cubicBezTo>
                <a:cubicBezTo>
                  <a:pt x="6568" y="10512"/>
                  <a:pt x="6397" y="11380"/>
                  <a:pt x="6334" y="12439"/>
                </a:cubicBezTo>
                <a:cubicBezTo>
                  <a:pt x="6234" y="11910"/>
                  <a:pt x="6138" y="11368"/>
                  <a:pt x="6129" y="10833"/>
                </a:cubicBezTo>
                <a:cubicBezTo>
                  <a:pt x="6111" y="9916"/>
                  <a:pt x="6216" y="9125"/>
                  <a:pt x="6449" y="8414"/>
                </a:cubicBezTo>
                <a:cubicBezTo>
                  <a:pt x="6590" y="7987"/>
                  <a:pt x="6787" y="7567"/>
                  <a:pt x="6976" y="7160"/>
                </a:cubicBezTo>
                <a:cubicBezTo>
                  <a:pt x="7171" y="6744"/>
                  <a:pt x="7370" y="6317"/>
                  <a:pt x="7516" y="5870"/>
                </a:cubicBezTo>
                <a:close/>
                <a:moveTo>
                  <a:pt x="11531" y="10010"/>
                </a:moveTo>
                <a:lnTo>
                  <a:pt x="11531" y="10010"/>
                </a:lnTo>
                <a:cubicBezTo>
                  <a:pt x="11517" y="10747"/>
                  <a:pt x="11471" y="11487"/>
                  <a:pt x="11394" y="12218"/>
                </a:cubicBezTo>
                <a:cubicBezTo>
                  <a:pt x="11322" y="12900"/>
                  <a:pt x="11232" y="13463"/>
                  <a:pt x="11022" y="13992"/>
                </a:cubicBezTo>
                <a:cubicBezTo>
                  <a:pt x="10748" y="14682"/>
                  <a:pt x="10269" y="15281"/>
                  <a:pt x="9881" y="15724"/>
                </a:cubicBezTo>
                <a:cubicBezTo>
                  <a:pt x="9590" y="16058"/>
                  <a:pt x="9267" y="16401"/>
                  <a:pt x="8877" y="16652"/>
                </a:cubicBezTo>
                <a:cubicBezTo>
                  <a:pt x="8834" y="16680"/>
                  <a:pt x="8799" y="16698"/>
                  <a:pt x="8769" y="16713"/>
                </a:cubicBezTo>
                <a:cubicBezTo>
                  <a:pt x="8886" y="16452"/>
                  <a:pt x="8994" y="16189"/>
                  <a:pt x="9094" y="15930"/>
                </a:cubicBezTo>
                <a:cubicBezTo>
                  <a:pt x="9269" y="15484"/>
                  <a:pt x="9450" y="15020"/>
                  <a:pt x="9699" y="14594"/>
                </a:cubicBezTo>
                <a:lnTo>
                  <a:pt x="9857" y="14327"/>
                </a:lnTo>
                <a:cubicBezTo>
                  <a:pt x="10217" y="13725"/>
                  <a:pt x="10589" y="13103"/>
                  <a:pt x="10684" y="12382"/>
                </a:cubicBezTo>
                <a:cubicBezTo>
                  <a:pt x="10692" y="12318"/>
                  <a:pt x="10647" y="12260"/>
                  <a:pt x="10584" y="12251"/>
                </a:cubicBezTo>
                <a:cubicBezTo>
                  <a:pt x="10579" y="12251"/>
                  <a:pt x="10574" y="12250"/>
                  <a:pt x="10570" y="12250"/>
                </a:cubicBezTo>
                <a:cubicBezTo>
                  <a:pt x="10512" y="12250"/>
                  <a:pt x="10462" y="12293"/>
                  <a:pt x="10454" y="12351"/>
                </a:cubicBezTo>
                <a:cubicBezTo>
                  <a:pt x="10366" y="13025"/>
                  <a:pt x="10007" y="13627"/>
                  <a:pt x="9659" y="14209"/>
                </a:cubicBezTo>
                <a:lnTo>
                  <a:pt x="9499" y="14477"/>
                </a:lnTo>
                <a:cubicBezTo>
                  <a:pt x="9240" y="14919"/>
                  <a:pt x="9057" y="15391"/>
                  <a:pt x="8878" y="15847"/>
                </a:cubicBezTo>
                <a:cubicBezTo>
                  <a:pt x="8785" y="16086"/>
                  <a:pt x="8686" y="16329"/>
                  <a:pt x="8580" y="16571"/>
                </a:cubicBezTo>
                <a:cubicBezTo>
                  <a:pt x="8573" y="16477"/>
                  <a:pt x="8573" y="16367"/>
                  <a:pt x="8573" y="16285"/>
                </a:cubicBezTo>
                <a:lnTo>
                  <a:pt x="8573" y="16167"/>
                </a:lnTo>
                <a:cubicBezTo>
                  <a:pt x="8564" y="15208"/>
                  <a:pt x="8784" y="14252"/>
                  <a:pt x="9209" y="13404"/>
                </a:cubicBezTo>
                <a:cubicBezTo>
                  <a:pt x="9500" y="12824"/>
                  <a:pt x="9890" y="12285"/>
                  <a:pt x="10265" y="11763"/>
                </a:cubicBezTo>
                <a:lnTo>
                  <a:pt x="11531" y="10010"/>
                </a:lnTo>
                <a:close/>
                <a:moveTo>
                  <a:pt x="1994" y="14108"/>
                </a:moveTo>
                <a:lnTo>
                  <a:pt x="1994" y="14108"/>
                </a:lnTo>
                <a:cubicBezTo>
                  <a:pt x="2699" y="14402"/>
                  <a:pt x="3454" y="14559"/>
                  <a:pt x="4187" y="14713"/>
                </a:cubicBezTo>
                <a:cubicBezTo>
                  <a:pt x="4586" y="14796"/>
                  <a:pt x="5001" y="14883"/>
                  <a:pt x="5397" y="14990"/>
                </a:cubicBezTo>
                <a:cubicBezTo>
                  <a:pt x="6409" y="15262"/>
                  <a:pt x="7164" y="15653"/>
                  <a:pt x="7703" y="16186"/>
                </a:cubicBezTo>
                <a:lnTo>
                  <a:pt x="7703" y="16187"/>
                </a:lnTo>
                <a:cubicBezTo>
                  <a:pt x="7845" y="16326"/>
                  <a:pt x="7960" y="16486"/>
                  <a:pt x="8069" y="16657"/>
                </a:cubicBezTo>
                <a:cubicBezTo>
                  <a:pt x="7841" y="16541"/>
                  <a:pt x="7592" y="16458"/>
                  <a:pt x="7344" y="16391"/>
                </a:cubicBezTo>
                <a:cubicBezTo>
                  <a:pt x="7042" y="16310"/>
                  <a:pt x="6736" y="16237"/>
                  <a:pt x="6428" y="16165"/>
                </a:cubicBezTo>
                <a:cubicBezTo>
                  <a:pt x="5419" y="15927"/>
                  <a:pt x="4375" y="15682"/>
                  <a:pt x="3533" y="15088"/>
                </a:cubicBezTo>
                <a:cubicBezTo>
                  <a:pt x="3513" y="15074"/>
                  <a:pt x="3490" y="15067"/>
                  <a:pt x="3467" y="15067"/>
                </a:cubicBezTo>
                <a:cubicBezTo>
                  <a:pt x="3430" y="15067"/>
                  <a:pt x="3394" y="15085"/>
                  <a:pt x="3372" y="15117"/>
                </a:cubicBezTo>
                <a:cubicBezTo>
                  <a:pt x="3335" y="15170"/>
                  <a:pt x="3348" y="15241"/>
                  <a:pt x="3400" y="15279"/>
                </a:cubicBezTo>
                <a:cubicBezTo>
                  <a:pt x="4279" y="15897"/>
                  <a:pt x="5345" y="16147"/>
                  <a:pt x="6375" y="16391"/>
                </a:cubicBezTo>
                <a:cubicBezTo>
                  <a:pt x="6680" y="16462"/>
                  <a:pt x="6984" y="16534"/>
                  <a:pt x="7283" y="16615"/>
                </a:cubicBezTo>
                <a:cubicBezTo>
                  <a:pt x="7651" y="16713"/>
                  <a:pt x="8060" y="16848"/>
                  <a:pt x="8342" y="17132"/>
                </a:cubicBezTo>
                <a:cubicBezTo>
                  <a:pt x="8241" y="17139"/>
                  <a:pt x="8140" y="17147"/>
                  <a:pt x="8040" y="17155"/>
                </a:cubicBezTo>
                <a:cubicBezTo>
                  <a:pt x="7694" y="17181"/>
                  <a:pt x="7335" y="17209"/>
                  <a:pt x="6985" y="17209"/>
                </a:cubicBezTo>
                <a:cubicBezTo>
                  <a:pt x="6978" y="17209"/>
                  <a:pt x="6970" y="17209"/>
                  <a:pt x="6963" y="17209"/>
                </a:cubicBezTo>
                <a:cubicBezTo>
                  <a:pt x="5720" y="17205"/>
                  <a:pt x="4611" y="16487"/>
                  <a:pt x="3492" y="15689"/>
                </a:cubicBezTo>
                <a:cubicBezTo>
                  <a:pt x="2865" y="15243"/>
                  <a:pt x="2242" y="14754"/>
                  <a:pt x="1994" y="14108"/>
                </a:cubicBezTo>
                <a:close/>
                <a:moveTo>
                  <a:pt x="13245" y="14791"/>
                </a:moveTo>
                <a:cubicBezTo>
                  <a:pt x="13570" y="16232"/>
                  <a:pt x="13590" y="17442"/>
                  <a:pt x="13307" y="18485"/>
                </a:cubicBezTo>
                <a:cubicBezTo>
                  <a:pt x="12953" y="19783"/>
                  <a:pt x="12118" y="20632"/>
                  <a:pt x="11179" y="21456"/>
                </a:cubicBezTo>
                <a:cubicBezTo>
                  <a:pt x="11744" y="20102"/>
                  <a:pt x="12209" y="18699"/>
                  <a:pt x="12552" y="17274"/>
                </a:cubicBezTo>
                <a:cubicBezTo>
                  <a:pt x="12567" y="17211"/>
                  <a:pt x="12528" y="17150"/>
                  <a:pt x="12466" y="17134"/>
                </a:cubicBezTo>
                <a:cubicBezTo>
                  <a:pt x="12457" y="17132"/>
                  <a:pt x="12448" y="17131"/>
                  <a:pt x="12439" y="17131"/>
                </a:cubicBezTo>
                <a:cubicBezTo>
                  <a:pt x="12387" y="17131"/>
                  <a:pt x="12339" y="17167"/>
                  <a:pt x="12327" y="17220"/>
                </a:cubicBezTo>
                <a:cubicBezTo>
                  <a:pt x="11986" y="18641"/>
                  <a:pt x="11522" y="20039"/>
                  <a:pt x="10957" y="21390"/>
                </a:cubicBezTo>
                <a:cubicBezTo>
                  <a:pt x="10954" y="21368"/>
                  <a:pt x="10953" y="21346"/>
                  <a:pt x="10951" y="21324"/>
                </a:cubicBezTo>
                <a:cubicBezTo>
                  <a:pt x="10867" y="20317"/>
                  <a:pt x="10789" y="19366"/>
                  <a:pt x="11082" y="18421"/>
                </a:cubicBezTo>
                <a:cubicBezTo>
                  <a:pt x="11371" y="17489"/>
                  <a:pt x="11857" y="16635"/>
                  <a:pt x="12330" y="15839"/>
                </a:cubicBezTo>
                <a:cubicBezTo>
                  <a:pt x="12579" y="15419"/>
                  <a:pt x="12856" y="14998"/>
                  <a:pt x="13245" y="14791"/>
                </a:cubicBezTo>
                <a:close/>
                <a:moveTo>
                  <a:pt x="3318" y="18297"/>
                </a:moveTo>
                <a:cubicBezTo>
                  <a:pt x="4575" y="18392"/>
                  <a:pt x="5974" y="18556"/>
                  <a:pt x="7238" y="19055"/>
                </a:cubicBezTo>
                <a:cubicBezTo>
                  <a:pt x="7989" y="19351"/>
                  <a:pt x="8646" y="19751"/>
                  <a:pt x="9191" y="20244"/>
                </a:cubicBezTo>
                <a:cubicBezTo>
                  <a:pt x="9566" y="20583"/>
                  <a:pt x="9854" y="21029"/>
                  <a:pt x="10123" y="21482"/>
                </a:cubicBezTo>
                <a:cubicBezTo>
                  <a:pt x="8872" y="20585"/>
                  <a:pt x="7446" y="19916"/>
                  <a:pt x="5961" y="19531"/>
                </a:cubicBezTo>
                <a:cubicBezTo>
                  <a:pt x="5951" y="19528"/>
                  <a:pt x="5942" y="19527"/>
                  <a:pt x="5932" y="19527"/>
                </a:cubicBezTo>
                <a:cubicBezTo>
                  <a:pt x="5881" y="19527"/>
                  <a:pt x="5833" y="19562"/>
                  <a:pt x="5819" y="19614"/>
                </a:cubicBezTo>
                <a:cubicBezTo>
                  <a:pt x="5803" y="19677"/>
                  <a:pt x="5840" y="19740"/>
                  <a:pt x="5903" y="19756"/>
                </a:cubicBezTo>
                <a:cubicBezTo>
                  <a:pt x="7404" y="20144"/>
                  <a:pt x="8842" y="20831"/>
                  <a:pt x="10096" y="21750"/>
                </a:cubicBezTo>
                <a:cubicBezTo>
                  <a:pt x="9752" y="21648"/>
                  <a:pt x="9413" y="21604"/>
                  <a:pt x="9064" y="21562"/>
                </a:cubicBezTo>
                <a:cubicBezTo>
                  <a:pt x="8901" y="21542"/>
                  <a:pt x="8733" y="21522"/>
                  <a:pt x="8557" y="21496"/>
                </a:cubicBezTo>
                <a:cubicBezTo>
                  <a:pt x="7823" y="21383"/>
                  <a:pt x="7101" y="21166"/>
                  <a:pt x="6412" y="20852"/>
                </a:cubicBezTo>
                <a:cubicBezTo>
                  <a:pt x="5727" y="20538"/>
                  <a:pt x="5090" y="20134"/>
                  <a:pt x="4520" y="19651"/>
                </a:cubicBezTo>
                <a:cubicBezTo>
                  <a:pt x="4241" y="19416"/>
                  <a:pt x="3979" y="19161"/>
                  <a:pt x="3737" y="18892"/>
                </a:cubicBezTo>
                <a:cubicBezTo>
                  <a:pt x="3711" y="18862"/>
                  <a:pt x="3633" y="18748"/>
                  <a:pt x="3558" y="18639"/>
                </a:cubicBezTo>
                <a:cubicBezTo>
                  <a:pt x="3461" y="18498"/>
                  <a:pt x="3384" y="18386"/>
                  <a:pt x="3318" y="18297"/>
                </a:cubicBezTo>
                <a:close/>
                <a:moveTo>
                  <a:pt x="12167" y="21170"/>
                </a:moveTo>
                <a:cubicBezTo>
                  <a:pt x="12636" y="21170"/>
                  <a:pt x="13092" y="21416"/>
                  <a:pt x="13480" y="21660"/>
                </a:cubicBezTo>
                <a:cubicBezTo>
                  <a:pt x="14352" y="22209"/>
                  <a:pt x="15143" y="22874"/>
                  <a:pt x="15832" y="23638"/>
                </a:cubicBezTo>
                <a:cubicBezTo>
                  <a:pt x="15041" y="23633"/>
                  <a:pt x="14231" y="23614"/>
                  <a:pt x="13452" y="23468"/>
                </a:cubicBezTo>
                <a:cubicBezTo>
                  <a:pt x="12894" y="23364"/>
                  <a:pt x="12482" y="23215"/>
                  <a:pt x="12156" y="22997"/>
                </a:cubicBezTo>
                <a:cubicBezTo>
                  <a:pt x="11761" y="22731"/>
                  <a:pt x="11457" y="22344"/>
                  <a:pt x="11167" y="21962"/>
                </a:cubicBezTo>
                <a:lnTo>
                  <a:pt x="11167" y="21962"/>
                </a:lnTo>
                <a:cubicBezTo>
                  <a:pt x="12205" y="22032"/>
                  <a:pt x="13217" y="22342"/>
                  <a:pt x="14116" y="22873"/>
                </a:cubicBezTo>
                <a:cubicBezTo>
                  <a:pt x="14135" y="22884"/>
                  <a:pt x="14155" y="22888"/>
                  <a:pt x="14175" y="22888"/>
                </a:cubicBezTo>
                <a:cubicBezTo>
                  <a:pt x="14182" y="22888"/>
                  <a:pt x="14189" y="22888"/>
                  <a:pt x="14196" y="22886"/>
                </a:cubicBezTo>
                <a:cubicBezTo>
                  <a:pt x="14228" y="22881"/>
                  <a:pt x="14258" y="22862"/>
                  <a:pt x="14275" y="22832"/>
                </a:cubicBezTo>
                <a:cubicBezTo>
                  <a:pt x="14308" y="22776"/>
                  <a:pt x="14289" y="22706"/>
                  <a:pt x="14235" y="22673"/>
                </a:cubicBezTo>
                <a:cubicBezTo>
                  <a:pt x="13345" y="22149"/>
                  <a:pt x="12347" y="21833"/>
                  <a:pt x="11323" y="21743"/>
                </a:cubicBezTo>
                <a:cubicBezTo>
                  <a:pt x="11503" y="21586"/>
                  <a:pt x="11679" y="21427"/>
                  <a:pt x="11850" y="21266"/>
                </a:cubicBezTo>
                <a:cubicBezTo>
                  <a:pt x="11853" y="21266"/>
                  <a:pt x="11856" y="21266"/>
                  <a:pt x="11860" y="21266"/>
                </a:cubicBezTo>
                <a:cubicBezTo>
                  <a:pt x="11913" y="21266"/>
                  <a:pt x="11965" y="21240"/>
                  <a:pt x="11994" y="21190"/>
                </a:cubicBezTo>
                <a:cubicBezTo>
                  <a:pt x="11999" y="21186"/>
                  <a:pt x="12022" y="21176"/>
                  <a:pt x="12076" y="21173"/>
                </a:cubicBezTo>
                <a:cubicBezTo>
                  <a:pt x="12106" y="21171"/>
                  <a:pt x="12137" y="21170"/>
                  <a:pt x="12167" y="21170"/>
                </a:cubicBezTo>
                <a:close/>
                <a:moveTo>
                  <a:pt x="10385" y="24577"/>
                </a:moveTo>
                <a:cubicBezTo>
                  <a:pt x="10620" y="24577"/>
                  <a:pt x="10851" y="24590"/>
                  <a:pt x="11079" y="24617"/>
                </a:cubicBezTo>
                <a:cubicBezTo>
                  <a:pt x="9975" y="24796"/>
                  <a:pt x="8979" y="25350"/>
                  <a:pt x="8016" y="25891"/>
                </a:cubicBezTo>
                <a:cubicBezTo>
                  <a:pt x="7512" y="26174"/>
                  <a:pt x="6991" y="26466"/>
                  <a:pt x="6462" y="26699"/>
                </a:cubicBezTo>
                <a:cubicBezTo>
                  <a:pt x="6404" y="26725"/>
                  <a:pt x="6377" y="26793"/>
                  <a:pt x="6403" y="26852"/>
                </a:cubicBezTo>
                <a:cubicBezTo>
                  <a:pt x="6422" y="26896"/>
                  <a:pt x="6465" y="26921"/>
                  <a:pt x="6509" y="26921"/>
                </a:cubicBezTo>
                <a:cubicBezTo>
                  <a:pt x="6516" y="26921"/>
                  <a:pt x="6523" y="26921"/>
                  <a:pt x="6529" y="26920"/>
                </a:cubicBezTo>
                <a:cubicBezTo>
                  <a:pt x="6539" y="26917"/>
                  <a:pt x="6548" y="26915"/>
                  <a:pt x="6556" y="26911"/>
                </a:cubicBezTo>
                <a:cubicBezTo>
                  <a:pt x="7094" y="26674"/>
                  <a:pt x="7621" y="26378"/>
                  <a:pt x="8130" y="26092"/>
                </a:cubicBezTo>
                <a:cubicBezTo>
                  <a:pt x="9075" y="25562"/>
                  <a:pt x="10053" y="25018"/>
                  <a:pt x="11117" y="24846"/>
                </a:cubicBezTo>
                <a:lnTo>
                  <a:pt x="11117" y="24846"/>
                </a:lnTo>
                <a:cubicBezTo>
                  <a:pt x="10801" y="25169"/>
                  <a:pt x="10435" y="25499"/>
                  <a:pt x="9986" y="25767"/>
                </a:cubicBezTo>
                <a:cubicBezTo>
                  <a:pt x="9318" y="26167"/>
                  <a:pt x="8606" y="26505"/>
                  <a:pt x="7871" y="26775"/>
                </a:cubicBezTo>
                <a:cubicBezTo>
                  <a:pt x="7681" y="26843"/>
                  <a:pt x="6308" y="27230"/>
                  <a:pt x="5851" y="27332"/>
                </a:cubicBezTo>
                <a:cubicBezTo>
                  <a:pt x="5866" y="26605"/>
                  <a:pt x="6484" y="26007"/>
                  <a:pt x="6765" y="25772"/>
                </a:cubicBezTo>
                <a:cubicBezTo>
                  <a:pt x="7377" y="25261"/>
                  <a:pt x="8127" y="24902"/>
                  <a:pt x="8932" y="24735"/>
                </a:cubicBezTo>
                <a:cubicBezTo>
                  <a:pt x="9450" y="24628"/>
                  <a:pt x="9927" y="24577"/>
                  <a:pt x="10385" y="24577"/>
                </a:cubicBezTo>
                <a:close/>
                <a:moveTo>
                  <a:pt x="3017" y="0"/>
                </a:moveTo>
                <a:cubicBezTo>
                  <a:pt x="2930" y="0"/>
                  <a:pt x="2862" y="69"/>
                  <a:pt x="2859" y="154"/>
                </a:cubicBezTo>
                <a:lnTo>
                  <a:pt x="2859" y="156"/>
                </a:lnTo>
                <a:cubicBezTo>
                  <a:pt x="2849" y="752"/>
                  <a:pt x="2742" y="1354"/>
                  <a:pt x="2639" y="1936"/>
                </a:cubicBezTo>
                <a:cubicBezTo>
                  <a:pt x="2565" y="2350"/>
                  <a:pt x="2488" y="2778"/>
                  <a:pt x="2446" y="3206"/>
                </a:cubicBezTo>
                <a:cubicBezTo>
                  <a:pt x="2272" y="4975"/>
                  <a:pt x="2533" y="6365"/>
                  <a:pt x="3269" y="7580"/>
                </a:cubicBezTo>
                <a:cubicBezTo>
                  <a:pt x="3358" y="7729"/>
                  <a:pt x="3454" y="7876"/>
                  <a:pt x="3551" y="8022"/>
                </a:cubicBezTo>
                <a:cubicBezTo>
                  <a:pt x="3817" y="8428"/>
                  <a:pt x="4069" y="8812"/>
                  <a:pt x="4196" y="9252"/>
                </a:cubicBezTo>
                <a:cubicBezTo>
                  <a:pt x="4215" y="9318"/>
                  <a:pt x="4276" y="9361"/>
                  <a:pt x="4344" y="9361"/>
                </a:cubicBezTo>
                <a:cubicBezTo>
                  <a:pt x="4345" y="9361"/>
                  <a:pt x="4345" y="9361"/>
                  <a:pt x="4346" y="9361"/>
                </a:cubicBezTo>
                <a:cubicBezTo>
                  <a:pt x="4378" y="9452"/>
                  <a:pt x="4411" y="9546"/>
                  <a:pt x="4441" y="9637"/>
                </a:cubicBezTo>
                <a:cubicBezTo>
                  <a:pt x="4472" y="9725"/>
                  <a:pt x="4502" y="9813"/>
                  <a:pt x="4532" y="9900"/>
                </a:cubicBezTo>
                <a:cubicBezTo>
                  <a:pt x="4368" y="9680"/>
                  <a:pt x="4201" y="9474"/>
                  <a:pt x="4015" y="9281"/>
                </a:cubicBezTo>
                <a:cubicBezTo>
                  <a:pt x="3686" y="8942"/>
                  <a:pt x="3341" y="8684"/>
                  <a:pt x="2957" y="8492"/>
                </a:cubicBezTo>
                <a:cubicBezTo>
                  <a:pt x="2560" y="8294"/>
                  <a:pt x="2156" y="8201"/>
                  <a:pt x="1766" y="8110"/>
                </a:cubicBezTo>
                <a:cubicBezTo>
                  <a:pt x="1601" y="8072"/>
                  <a:pt x="1435" y="8034"/>
                  <a:pt x="1267" y="7987"/>
                </a:cubicBezTo>
                <a:cubicBezTo>
                  <a:pt x="986" y="7910"/>
                  <a:pt x="378" y="7642"/>
                  <a:pt x="308" y="7534"/>
                </a:cubicBezTo>
                <a:cubicBezTo>
                  <a:pt x="278" y="7486"/>
                  <a:pt x="227" y="7460"/>
                  <a:pt x="175" y="7460"/>
                </a:cubicBezTo>
                <a:cubicBezTo>
                  <a:pt x="148" y="7460"/>
                  <a:pt x="120" y="7467"/>
                  <a:pt x="95" y="7483"/>
                </a:cubicBezTo>
                <a:cubicBezTo>
                  <a:pt x="25" y="7526"/>
                  <a:pt x="0" y="7616"/>
                  <a:pt x="40" y="7688"/>
                </a:cubicBezTo>
                <a:cubicBezTo>
                  <a:pt x="40" y="7688"/>
                  <a:pt x="39" y="7688"/>
                  <a:pt x="39" y="7688"/>
                </a:cubicBezTo>
                <a:lnTo>
                  <a:pt x="39" y="7688"/>
                </a:lnTo>
                <a:cubicBezTo>
                  <a:pt x="39" y="7688"/>
                  <a:pt x="39" y="7688"/>
                  <a:pt x="40" y="7689"/>
                </a:cubicBezTo>
                <a:cubicBezTo>
                  <a:pt x="41" y="7690"/>
                  <a:pt x="42" y="7693"/>
                  <a:pt x="43" y="7695"/>
                </a:cubicBezTo>
                <a:cubicBezTo>
                  <a:pt x="237" y="8012"/>
                  <a:pt x="393" y="8362"/>
                  <a:pt x="545" y="8701"/>
                </a:cubicBezTo>
                <a:cubicBezTo>
                  <a:pt x="758" y="9177"/>
                  <a:pt x="978" y="9669"/>
                  <a:pt x="1307" y="10095"/>
                </a:cubicBezTo>
                <a:cubicBezTo>
                  <a:pt x="1967" y="10945"/>
                  <a:pt x="2869" y="11313"/>
                  <a:pt x="3740" y="11667"/>
                </a:cubicBezTo>
                <a:cubicBezTo>
                  <a:pt x="4185" y="11849"/>
                  <a:pt x="4646" y="12037"/>
                  <a:pt x="5068" y="12286"/>
                </a:cubicBezTo>
                <a:cubicBezTo>
                  <a:pt x="5122" y="12320"/>
                  <a:pt x="5205" y="12360"/>
                  <a:pt x="5297" y="12408"/>
                </a:cubicBezTo>
                <a:cubicBezTo>
                  <a:pt x="5462" y="12491"/>
                  <a:pt x="5743" y="12634"/>
                  <a:pt x="5870" y="12748"/>
                </a:cubicBezTo>
                <a:cubicBezTo>
                  <a:pt x="5973" y="12912"/>
                  <a:pt x="6073" y="13078"/>
                  <a:pt x="6174" y="13245"/>
                </a:cubicBezTo>
                <a:lnTo>
                  <a:pt x="6176" y="13256"/>
                </a:lnTo>
                <a:cubicBezTo>
                  <a:pt x="6184" y="13297"/>
                  <a:pt x="6208" y="13331"/>
                  <a:pt x="6239" y="13353"/>
                </a:cubicBezTo>
                <a:cubicBezTo>
                  <a:pt x="6702" y="14119"/>
                  <a:pt x="7160" y="14898"/>
                  <a:pt x="7607" y="15693"/>
                </a:cubicBezTo>
                <a:cubicBezTo>
                  <a:pt x="7063" y="15260"/>
                  <a:pt x="6363" y="14929"/>
                  <a:pt x="5478" y="14692"/>
                </a:cubicBezTo>
                <a:cubicBezTo>
                  <a:pt x="5072" y="14583"/>
                  <a:pt x="4655" y="14494"/>
                  <a:pt x="4250" y="14410"/>
                </a:cubicBezTo>
                <a:cubicBezTo>
                  <a:pt x="3429" y="14238"/>
                  <a:pt x="2580" y="14061"/>
                  <a:pt x="1824" y="13693"/>
                </a:cubicBezTo>
                <a:cubicBezTo>
                  <a:pt x="1802" y="13683"/>
                  <a:pt x="1780" y="13678"/>
                  <a:pt x="1757" y="13678"/>
                </a:cubicBezTo>
                <a:cubicBezTo>
                  <a:pt x="1724" y="13678"/>
                  <a:pt x="1691" y="13688"/>
                  <a:pt x="1663" y="13709"/>
                </a:cubicBezTo>
                <a:cubicBezTo>
                  <a:pt x="1617" y="13745"/>
                  <a:pt x="1594" y="13803"/>
                  <a:pt x="1604" y="13860"/>
                </a:cubicBezTo>
                <a:cubicBezTo>
                  <a:pt x="1771" y="14775"/>
                  <a:pt x="2540" y="15390"/>
                  <a:pt x="3313" y="15940"/>
                </a:cubicBezTo>
                <a:cubicBezTo>
                  <a:pt x="4475" y="16769"/>
                  <a:pt x="5628" y="17514"/>
                  <a:pt x="6963" y="17518"/>
                </a:cubicBezTo>
                <a:cubicBezTo>
                  <a:pt x="7332" y="17518"/>
                  <a:pt x="7704" y="17491"/>
                  <a:pt x="8064" y="17463"/>
                </a:cubicBezTo>
                <a:cubicBezTo>
                  <a:pt x="8225" y="17450"/>
                  <a:pt x="8386" y="17438"/>
                  <a:pt x="8548" y="17429"/>
                </a:cubicBezTo>
                <a:cubicBezTo>
                  <a:pt x="9166" y="18619"/>
                  <a:pt x="9741" y="19836"/>
                  <a:pt x="10239" y="21079"/>
                </a:cubicBezTo>
                <a:cubicBezTo>
                  <a:pt x="9999" y="20692"/>
                  <a:pt x="9735" y="20318"/>
                  <a:pt x="9399" y="20015"/>
                </a:cubicBezTo>
                <a:cubicBezTo>
                  <a:pt x="8826" y="19497"/>
                  <a:pt x="8137" y="19077"/>
                  <a:pt x="7353" y="18768"/>
                </a:cubicBezTo>
                <a:cubicBezTo>
                  <a:pt x="5915" y="18202"/>
                  <a:pt x="4328" y="18054"/>
                  <a:pt x="2953" y="17961"/>
                </a:cubicBezTo>
                <a:cubicBezTo>
                  <a:pt x="2953" y="17961"/>
                  <a:pt x="2953" y="17961"/>
                  <a:pt x="2953" y="17961"/>
                </a:cubicBezTo>
                <a:cubicBezTo>
                  <a:pt x="2953" y="17961"/>
                  <a:pt x="2953" y="17961"/>
                  <a:pt x="2952" y="17961"/>
                </a:cubicBezTo>
                <a:cubicBezTo>
                  <a:pt x="2949" y="17961"/>
                  <a:pt x="2946" y="17961"/>
                  <a:pt x="2943" y="17961"/>
                </a:cubicBezTo>
                <a:cubicBezTo>
                  <a:pt x="2864" y="17961"/>
                  <a:pt x="2794" y="18022"/>
                  <a:pt x="2789" y="18105"/>
                </a:cubicBezTo>
                <a:cubicBezTo>
                  <a:pt x="2783" y="18176"/>
                  <a:pt x="2827" y="18239"/>
                  <a:pt x="2891" y="18261"/>
                </a:cubicBezTo>
                <a:cubicBezTo>
                  <a:pt x="2970" y="18328"/>
                  <a:pt x="3193" y="18654"/>
                  <a:pt x="3304" y="18814"/>
                </a:cubicBezTo>
                <a:cubicBezTo>
                  <a:pt x="3408" y="18967"/>
                  <a:pt x="3469" y="19055"/>
                  <a:pt x="3508" y="19098"/>
                </a:cubicBezTo>
                <a:cubicBezTo>
                  <a:pt x="3758" y="19378"/>
                  <a:pt x="4031" y="19643"/>
                  <a:pt x="4321" y="19888"/>
                </a:cubicBezTo>
                <a:cubicBezTo>
                  <a:pt x="4912" y="20388"/>
                  <a:pt x="5572" y="20807"/>
                  <a:pt x="6285" y="21133"/>
                </a:cubicBezTo>
                <a:cubicBezTo>
                  <a:pt x="6999" y="21460"/>
                  <a:pt x="7748" y="21685"/>
                  <a:pt x="8510" y="21801"/>
                </a:cubicBezTo>
                <a:cubicBezTo>
                  <a:pt x="8690" y="21829"/>
                  <a:pt x="8862" y="21850"/>
                  <a:pt x="9028" y="21869"/>
                </a:cubicBezTo>
                <a:cubicBezTo>
                  <a:pt x="9604" y="21938"/>
                  <a:pt x="10103" y="21997"/>
                  <a:pt x="10653" y="22327"/>
                </a:cubicBezTo>
                <a:cubicBezTo>
                  <a:pt x="10674" y="22339"/>
                  <a:pt x="10695" y="22345"/>
                  <a:pt x="10717" y="22346"/>
                </a:cubicBezTo>
                <a:cubicBezTo>
                  <a:pt x="10950" y="23005"/>
                  <a:pt x="11157" y="23669"/>
                  <a:pt x="11338" y="24341"/>
                </a:cubicBezTo>
                <a:cubicBezTo>
                  <a:pt x="11026" y="24292"/>
                  <a:pt x="10710" y="24267"/>
                  <a:pt x="10386" y="24267"/>
                </a:cubicBezTo>
                <a:cubicBezTo>
                  <a:pt x="9907" y="24267"/>
                  <a:pt x="9408" y="24322"/>
                  <a:pt x="8869" y="24434"/>
                </a:cubicBezTo>
                <a:cubicBezTo>
                  <a:pt x="8015" y="24610"/>
                  <a:pt x="7218" y="24992"/>
                  <a:pt x="6566" y="25536"/>
                </a:cubicBezTo>
                <a:cubicBezTo>
                  <a:pt x="6147" y="25887"/>
                  <a:pt x="5455" y="26612"/>
                  <a:pt x="5552" y="27524"/>
                </a:cubicBezTo>
                <a:cubicBezTo>
                  <a:pt x="5556" y="27570"/>
                  <a:pt x="5584" y="27615"/>
                  <a:pt x="5625" y="27640"/>
                </a:cubicBezTo>
                <a:cubicBezTo>
                  <a:pt x="5637" y="27648"/>
                  <a:pt x="5661" y="27652"/>
                  <a:pt x="5694" y="27652"/>
                </a:cubicBezTo>
                <a:cubicBezTo>
                  <a:pt x="5747" y="27652"/>
                  <a:pt x="5825" y="27642"/>
                  <a:pt x="5919" y="27625"/>
                </a:cubicBezTo>
                <a:cubicBezTo>
                  <a:pt x="6554" y="27510"/>
                  <a:pt x="7961" y="27070"/>
                  <a:pt x="7977" y="27065"/>
                </a:cubicBezTo>
                <a:cubicBezTo>
                  <a:pt x="8730" y="26790"/>
                  <a:pt x="9459" y="26442"/>
                  <a:pt x="10145" y="26032"/>
                </a:cubicBezTo>
                <a:cubicBezTo>
                  <a:pt x="10697" y="25702"/>
                  <a:pt x="11126" y="25291"/>
                  <a:pt x="11483" y="24909"/>
                </a:cubicBezTo>
                <a:cubicBezTo>
                  <a:pt x="12172" y="27742"/>
                  <a:pt x="12343" y="30674"/>
                  <a:pt x="11649" y="33673"/>
                </a:cubicBezTo>
                <a:cubicBezTo>
                  <a:pt x="11629" y="33756"/>
                  <a:pt x="11682" y="33838"/>
                  <a:pt x="11765" y="33858"/>
                </a:cubicBezTo>
                <a:cubicBezTo>
                  <a:pt x="11776" y="33861"/>
                  <a:pt x="11788" y="33862"/>
                  <a:pt x="11799" y="33862"/>
                </a:cubicBezTo>
                <a:cubicBezTo>
                  <a:pt x="11808" y="33862"/>
                  <a:pt x="11818" y="33861"/>
                  <a:pt x="11827" y="33859"/>
                </a:cubicBezTo>
                <a:cubicBezTo>
                  <a:pt x="11886" y="33849"/>
                  <a:pt x="11936" y="33804"/>
                  <a:pt x="11950" y="33742"/>
                </a:cubicBezTo>
                <a:cubicBezTo>
                  <a:pt x="12868" y="29773"/>
                  <a:pt x="12305" y="25927"/>
                  <a:pt x="11022" y="22280"/>
                </a:cubicBezTo>
                <a:lnTo>
                  <a:pt x="11022" y="22280"/>
                </a:lnTo>
                <a:cubicBezTo>
                  <a:pt x="11292" y="22629"/>
                  <a:pt x="11596" y="22993"/>
                  <a:pt x="11984" y="23253"/>
                </a:cubicBezTo>
                <a:cubicBezTo>
                  <a:pt x="12346" y="23495"/>
                  <a:pt x="12794" y="23660"/>
                  <a:pt x="13395" y="23771"/>
                </a:cubicBezTo>
                <a:cubicBezTo>
                  <a:pt x="14315" y="23944"/>
                  <a:pt x="15260" y="23947"/>
                  <a:pt x="16174" y="23949"/>
                </a:cubicBezTo>
                <a:cubicBezTo>
                  <a:pt x="16183" y="23948"/>
                  <a:pt x="16193" y="23948"/>
                  <a:pt x="16201" y="23945"/>
                </a:cubicBezTo>
                <a:cubicBezTo>
                  <a:pt x="16251" y="23937"/>
                  <a:pt x="16292" y="23905"/>
                  <a:pt x="16314" y="23860"/>
                </a:cubicBezTo>
                <a:cubicBezTo>
                  <a:pt x="16339" y="23804"/>
                  <a:pt x="16331" y="23740"/>
                  <a:pt x="16291" y="23694"/>
                </a:cubicBezTo>
                <a:cubicBezTo>
                  <a:pt x="15530" y="22797"/>
                  <a:pt x="14639" y="22026"/>
                  <a:pt x="13644" y="21398"/>
                </a:cubicBezTo>
                <a:cubicBezTo>
                  <a:pt x="13241" y="21144"/>
                  <a:pt x="12766" y="20891"/>
                  <a:pt x="12254" y="20865"/>
                </a:cubicBezTo>
                <a:cubicBezTo>
                  <a:pt x="12852" y="20231"/>
                  <a:pt x="13345" y="19517"/>
                  <a:pt x="13605" y="18566"/>
                </a:cubicBezTo>
                <a:cubicBezTo>
                  <a:pt x="13913" y="17428"/>
                  <a:pt x="13881" y="16111"/>
                  <a:pt x="13504" y="14540"/>
                </a:cubicBezTo>
                <a:cubicBezTo>
                  <a:pt x="13493" y="14498"/>
                  <a:pt x="13467" y="14462"/>
                  <a:pt x="13429" y="14441"/>
                </a:cubicBezTo>
                <a:cubicBezTo>
                  <a:pt x="13405" y="14428"/>
                  <a:pt x="13380" y="14421"/>
                  <a:pt x="13354" y="14421"/>
                </a:cubicBezTo>
                <a:cubicBezTo>
                  <a:pt x="13337" y="14421"/>
                  <a:pt x="13320" y="14424"/>
                  <a:pt x="13303" y="14429"/>
                </a:cubicBezTo>
                <a:cubicBezTo>
                  <a:pt x="12728" y="14629"/>
                  <a:pt x="12376" y="15157"/>
                  <a:pt x="12066" y="15680"/>
                </a:cubicBezTo>
                <a:cubicBezTo>
                  <a:pt x="11582" y="16493"/>
                  <a:pt x="11087" y="17366"/>
                  <a:pt x="10787" y="18330"/>
                </a:cubicBezTo>
                <a:cubicBezTo>
                  <a:pt x="10488" y="19294"/>
                  <a:pt x="10555" y="20281"/>
                  <a:pt x="10634" y="21238"/>
                </a:cubicBezTo>
                <a:cubicBezTo>
                  <a:pt x="10076" y="19813"/>
                  <a:pt x="9419" y="18420"/>
                  <a:pt x="8706" y="17064"/>
                </a:cubicBezTo>
                <a:cubicBezTo>
                  <a:pt x="8828" y="17042"/>
                  <a:pt x="8950" y="16972"/>
                  <a:pt x="9045" y="16912"/>
                </a:cubicBezTo>
                <a:cubicBezTo>
                  <a:pt x="9466" y="16640"/>
                  <a:pt x="9808" y="16278"/>
                  <a:pt x="10115" y="15927"/>
                </a:cubicBezTo>
                <a:cubicBezTo>
                  <a:pt x="10518" y="15465"/>
                  <a:pt x="11018" y="14840"/>
                  <a:pt x="11309" y="14106"/>
                </a:cubicBezTo>
                <a:cubicBezTo>
                  <a:pt x="11532" y="13544"/>
                  <a:pt x="11627" y="12958"/>
                  <a:pt x="11701" y="12249"/>
                </a:cubicBezTo>
                <a:cubicBezTo>
                  <a:pt x="11797" y="11349"/>
                  <a:pt x="11844" y="10431"/>
                  <a:pt x="11844" y="9525"/>
                </a:cubicBezTo>
                <a:cubicBezTo>
                  <a:pt x="11844" y="9458"/>
                  <a:pt x="11801" y="9399"/>
                  <a:pt x="11737" y="9378"/>
                </a:cubicBezTo>
                <a:cubicBezTo>
                  <a:pt x="11722" y="9373"/>
                  <a:pt x="11706" y="9370"/>
                  <a:pt x="11690" y="9370"/>
                </a:cubicBezTo>
                <a:cubicBezTo>
                  <a:pt x="11641" y="9370"/>
                  <a:pt x="11594" y="9394"/>
                  <a:pt x="11565" y="9435"/>
                </a:cubicBezTo>
                <a:lnTo>
                  <a:pt x="10015" y="11582"/>
                </a:lnTo>
                <a:cubicBezTo>
                  <a:pt x="9632" y="12113"/>
                  <a:pt x="9235" y="12663"/>
                  <a:pt x="8933" y="13266"/>
                </a:cubicBezTo>
                <a:cubicBezTo>
                  <a:pt x="8486" y="14157"/>
                  <a:pt x="8255" y="15161"/>
                  <a:pt x="8265" y="16171"/>
                </a:cubicBezTo>
                <a:lnTo>
                  <a:pt x="8265" y="16241"/>
                </a:lnTo>
                <a:cubicBezTo>
                  <a:pt x="7694" y="15196"/>
                  <a:pt x="7098" y="14175"/>
                  <a:pt x="6496" y="13180"/>
                </a:cubicBezTo>
                <a:cubicBezTo>
                  <a:pt x="6613" y="12575"/>
                  <a:pt x="6906" y="12105"/>
                  <a:pt x="7219" y="11611"/>
                </a:cubicBezTo>
                <a:cubicBezTo>
                  <a:pt x="7315" y="11459"/>
                  <a:pt x="7412" y="11305"/>
                  <a:pt x="7507" y="11143"/>
                </a:cubicBezTo>
                <a:cubicBezTo>
                  <a:pt x="7957" y="10378"/>
                  <a:pt x="8223" y="9537"/>
                  <a:pt x="8275" y="8711"/>
                </a:cubicBezTo>
                <a:cubicBezTo>
                  <a:pt x="8353" y="7515"/>
                  <a:pt x="7982" y="6322"/>
                  <a:pt x="7654" y="5268"/>
                </a:cubicBezTo>
                <a:cubicBezTo>
                  <a:pt x="7634" y="5204"/>
                  <a:pt x="7575" y="5159"/>
                  <a:pt x="7508" y="5159"/>
                </a:cubicBezTo>
                <a:cubicBezTo>
                  <a:pt x="7505" y="5159"/>
                  <a:pt x="7503" y="5159"/>
                  <a:pt x="7500" y="5159"/>
                </a:cubicBezTo>
                <a:cubicBezTo>
                  <a:pt x="7432" y="5162"/>
                  <a:pt x="7370" y="5214"/>
                  <a:pt x="7356" y="5282"/>
                </a:cubicBezTo>
                <a:cubicBezTo>
                  <a:pt x="7230" y="5889"/>
                  <a:pt x="6960" y="6469"/>
                  <a:pt x="6698" y="7030"/>
                </a:cubicBezTo>
                <a:cubicBezTo>
                  <a:pt x="6504" y="7444"/>
                  <a:pt x="6303" y="7874"/>
                  <a:pt x="6157" y="8318"/>
                </a:cubicBezTo>
                <a:cubicBezTo>
                  <a:pt x="5912" y="9063"/>
                  <a:pt x="5802" y="9887"/>
                  <a:pt x="5821" y="10838"/>
                </a:cubicBezTo>
                <a:cubicBezTo>
                  <a:pt x="5830" y="11309"/>
                  <a:pt x="5899" y="11778"/>
                  <a:pt x="5983" y="12237"/>
                </a:cubicBezTo>
                <a:cubicBezTo>
                  <a:pt x="5768" y="11830"/>
                  <a:pt x="5539" y="11429"/>
                  <a:pt x="5294" y="11039"/>
                </a:cubicBezTo>
                <a:cubicBezTo>
                  <a:pt x="5077" y="10539"/>
                  <a:pt x="4908" y="10046"/>
                  <a:pt x="4735" y="9537"/>
                </a:cubicBezTo>
                <a:cubicBezTo>
                  <a:pt x="4654" y="9301"/>
                  <a:pt x="4571" y="9059"/>
                  <a:pt x="4482" y="8813"/>
                </a:cubicBezTo>
                <a:cubicBezTo>
                  <a:pt x="4468" y="8535"/>
                  <a:pt x="4446" y="8260"/>
                  <a:pt x="4421" y="7993"/>
                </a:cubicBezTo>
                <a:cubicBezTo>
                  <a:pt x="4365" y="7418"/>
                  <a:pt x="4314" y="6874"/>
                  <a:pt x="4367" y="6295"/>
                </a:cubicBezTo>
                <a:cubicBezTo>
                  <a:pt x="4396" y="5989"/>
                  <a:pt x="4459" y="5676"/>
                  <a:pt x="4518" y="5372"/>
                </a:cubicBezTo>
                <a:cubicBezTo>
                  <a:pt x="4593" y="4994"/>
                  <a:pt x="4671" y="4601"/>
                  <a:pt x="4690" y="4202"/>
                </a:cubicBezTo>
                <a:cubicBezTo>
                  <a:pt x="4708" y="3795"/>
                  <a:pt x="4669" y="3415"/>
                  <a:pt x="4568" y="3039"/>
                </a:cubicBezTo>
                <a:cubicBezTo>
                  <a:pt x="4431" y="2531"/>
                  <a:pt x="4223" y="2006"/>
                  <a:pt x="3933" y="1433"/>
                </a:cubicBezTo>
                <a:cubicBezTo>
                  <a:pt x="3813" y="1196"/>
                  <a:pt x="3676" y="948"/>
                  <a:pt x="3515" y="673"/>
                </a:cubicBezTo>
                <a:cubicBezTo>
                  <a:pt x="3489" y="631"/>
                  <a:pt x="3443" y="567"/>
                  <a:pt x="3388" y="497"/>
                </a:cubicBezTo>
                <a:cubicBezTo>
                  <a:pt x="3320" y="406"/>
                  <a:pt x="3177" y="217"/>
                  <a:pt x="3168" y="154"/>
                </a:cubicBezTo>
                <a:cubicBezTo>
                  <a:pt x="3170" y="69"/>
                  <a:pt x="3102" y="1"/>
                  <a:pt x="301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28"/>
          <p:cNvSpPr/>
          <p:nvPr/>
        </p:nvSpPr>
        <p:spPr>
          <a:xfrm flipH="1">
            <a:off x="8353807" y="2876550"/>
            <a:ext cx="790195" cy="1637651"/>
          </a:xfrm>
          <a:custGeom>
            <a:rect b="b" l="l" r="r" t="t"/>
            <a:pathLst>
              <a:path extrusionOk="0" h="33862" w="16339">
                <a:moveTo>
                  <a:pt x="3138" y="679"/>
                </a:moveTo>
                <a:cubicBezTo>
                  <a:pt x="3139" y="680"/>
                  <a:pt x="3140" y="681"/>
                  <a:pt x="3141" y="683"/>
                </a:cubicBezTo>
                <a:cubicBezTo>
                  <a:pt x="3186" y="742"/>
                  <a:pt x="3227" y="795"/>
                  <a:pt x="3248" y="831"/>
                </a:cubicBezTo>
                <a:cubicBezTo>
                  <a:pt x="3407" y="1099"/>
                  <a:pt x="3540" y="1341"/>
                  <a:pt x="3657" y="1573"/>
                </a:cubicBezTo>
                <a:cubicBezTo>
                  <a:pt x="3938" y="2126"/>
                  <a:pt x="4138" y="2632"/>
                  <a:pt x="4269" y="3119"/>
                </a:cubicBezTo>
                <a:cubicBezTo>
                  <a:pt x="4361" y="3464"/>
                  <a:pt x="4397" y="3813"/>
                  <a:pt x="4380" y="4187"/>
                </a:cubicBezTo>
                <a:cubicBezTo>
                  <a:pt x="4363" y="4563"/>
                  <a:pt x="4287" y="4944"/>
                  <a:pt x="4214" y="5313"/>
                </a:cubicBezTo>
                <a:cubicBezTo>
                  <a:pt x="4153" y="5623"/>
                  <a:pt x="4090" y="5945"/>
                  <a:pt x="4060" y="6266"/>
                </a:cubicBezTo>
                <a:cubicBezTo>
                  <a:pt x="4005" y="6842"/>
                  <a:pt x="4054" y="7397"/>
                  <a:pt x="4105" y="7934"/>
                </a:cubicBezTo>
                <a:cubicBezTo>
                  <a:pt x="3799" y="7054"/>
                  <a:pt x="3602" y="6203"/>
                  <a:pt x="3529" y="5403"/>
                </a:cubicBezTo>
                <a:cubicBezTo>
                  <a:pt x="3496" y="5035"/>
                  <a:pt x="3544" y="4655"/>
                  <a:pt x="3590" y="4287"/>
                </a:cubicBezTo>
                <a:cubicBezTo>
                  <a:pt x="3665" y="3698"/>
                  <a:pt x="3742" y="3088"/>
                  <a:pt x="3503" y="2473"/>
                </a:cubicBezTo>
                <a:cubicBezTo>
                  <a:pt x="3485" y="2427"/>
                  <a:pt x="3441" y="2399"/>
                  <a:pt x="3395" y="2399"/>
                </a:cubicBezTo>
                <a:cubicBezTo>
                  <a:pt x="3381" y="2399"/>
                  <a:pt x="3367" y="2402"/>
                  <a:pt x="3353" y="2407"/>
                </a:cubicBezTo>
                <a:cubicBezTo>
                  <a:pt x="3294" y="2430"/>
                  <a:pt x="3264" y="2497"/>
                  <a:pt x="3287" y="2557"/>
                </a:cubicBezTo>
                <a:cubicBezTo>
                  <a:pt x="3505" y="3117"/>
                  <a:pt x="3435" y="3671"/>
                  <a:pt x="3360" y="4258"/>
                </a:cubicBezTo>
                <a:cubicBezTo>
                  <a:pt x="3313" y="4637"/>
                  <a:pt x="3263" y="5031"/>
                  <a:pt x="3298" y="5424"/>
                </a:cubicBezTo>
                <a:cubicBezTo>
                  <a:pt x="3370" y="6218"/>
                  <a:pt x="3559" y="7058"/>
                  <a:pt x="3856" y="7927"/>
                </a:cubicBezTo>
                <a:cubicBezTo>
                  <a:pt x="3839" y="7903"/>
                  <a:pt x="3824" y="7877"/>
                  <a:pt x="3808" y="7853"/>
                </a:cubicBezTo>
                <a:cubicBezTo>
                  <a:pt x="3714" y="7709"/>
                  <a:pt x="3620" y="7566"/>
                  <a:pt x="3532" y="7421"/>
                </a:cubicBezTo>
                <a:cubicBezTo>
                  <a:pt x="2833" y="6265"/>
                  <a:pt x="2586" y="4936"/>
                  <a:pt x="2753" y="3237"/>
                </a:cubicBezTo>
                <a:cubicBezTo>
                  <a:pt x="2794" y="2821"/>
                  <a:pt x="2870" y="2399"/>
                  <a:pt x="2942" y="1991"/>
                </a:cubicBezTo>
                <a:cubicBezTo>
                  <a:pt x="3018" y="1561"/>
                  <a:pt x="3097" y="1123"/>
                  <a:pt x="3138" y="679"/>
                </a:cubicBezTo>
                <a:close/>
                <a:moveTo>
                  <a:pt x="588" y="8057"/>
                </a:moveTo>
                <a:lnTo>
                  <a:pt x="588" y="8057"/>
                </a:lnTo>
                <a:cubicBezTo>
                  <a:pt x="854" y="8178"/>
                  <a:pt x="1125" y="8269"/>
                  <a:pt x="1183" y="8285"/>
                </a:cubicBezTo>
                <a:cubicBezTo>
                  <a:pt x="1356" y="8333"/>
                  <a:pt x="1527" y="8372"/>
                  <a:pt x="1696" y="8412"/>
                </a:cubicBezTo>
                <a:cubicBezTo>
                  <a:pt x="2086" y="8501"/>
                  <a:pt x="2455" y="8587"/>
                  <a:pt x="2818" y="8769"/>
                </a:cubicBezTo>
                <a:cubicBezTo>
                  <a:pt x="3170" y="8945"/>
                  <a:pt x="3489" y="9183"/>
                  <a:pt x="3792" y="9496"/>
                </a:cubicBezTo>
                <a:cubicBezTo>
                  <a:pt x="4167" y="9884"/>
                  <a:pt x="4466" y="10326"/>
                  <a:pt x="4818" y="10864"/>
                </a:cubicBezTo>
                <a:cubicBezTo>
                  <a:pt x="4890" y="10974"/>
                  <a:pt x="4956" y="11087"/>
                  <a:pt x="5026" y="11198"/>
                </a:cubicBezTo>
                <a:cubicBezTo>
                  <a:pt x="5100" y="11365"/>
                  <a:pt x="5177" y="11533"/>
                  <a:pt x="5264" y="11704"/>
                </a:cubicBezTo>
                <a:cubicBezTo>
                  <a:pt x="5038" y="11509"/>
                  <a:pt x="4788" y="11337"/>
                  <a:pt x="4544" y="11168"/>
                </a:cubicBezTo>
                <a:lnTo>
                  <a:pt x="4437" y="11094"/>
                </a:lnTo>
                <a:cubicBezTo>
                  <a:pt x="3560" y="10486"/>
                  <a:pt x="2720" y="9808"/>
                  <a:pt x="1941" y="9082"/>
                </a:cubicBezTo>
                <a:cubicBezTo>
                  <a:pt x="1918" y="9061"/>
                  <a:pt x="1890" y="9051"/>
                  <a:pt x="1862" y="9051"/>
                </a:cubicBezTo>
                <a:cubicBezTo>
                  <a:pt x="1830" y="9051"/>
                  <a:pt x="1799" y="9064"/>
                  <a:pt x="1776" y="9088"/>
                </a:cubicBezTo>
                <a:cubicBezTo>
                  <a:pt x="1733" y="9134"/>
                  <a:pt x="1735" y="9208"/>
                  <a:pt x="1782" y="9252"/>
                </a:cubicBezTo>
                <a:cubicBezTo>
                  <a:pt x="2571" y="9986"/>
                  <a:pt x="3418" y="10670"/>
                  <a:pt x="4305" y="11285"/>
                </a:cubicBezTo>
                <a:lnTo>
                  <a:pt x="4412" y="11359"/>
                </a:lnTo>
                <a:cubicBezTo>
                  <a:pt x="4728" y="11577"/>
                  <a:pt x="5050" y="11801"/>
                  <a:pt x="5315" y="12070"/>
                </a:cubicBezTo>
                <a:cubicBezTo>
                  <a:pt x="5280" y="12052"/>
                  <a:pt x="5250" y="12035"/>
                  <a:pt x="5224" y="12022"/>
                </a:cubicBezTo>
                <a:cubicBezTo>
                  <a:pt x="4784" y="11759"/>
                  <a:pt x="4313" y="11567"/>
                  <a:pt x="3856" y="11381"/>
                </a:cubicBezTo>
                <a:cubicBezTo>
                  <a:pt x="2985" y="11026"/>
                  <a:pt x="2161" y="10691"/>
                  <a:pt x="1552" y="9906"/>
                </a:cubicBezTo>
                <a:cubicBezTo>
                  <a:pt x="1245" y="9509"/>
                  <a:pt x="1042" y="9056"/>
                  <a:pt x="826" y="8575"/>
                </a:cubicBezTo>
                <a:cubicBezTo>
                  <a:pt x="749" y="8404"/>
                  <a:pt x="672" y="8230"/>
                  <a:pt x="588" y="8057"/>
                </a:cubicBezTo>
                <a:close/>
                <a:moveTo>
                  <a:pt x="7516" y="5870"/>
                </a:moveTo>
                <a:cubicBezTo>
                  <a:pt x="7784" y="6765"/>
                  <a:pt x="8028" y="7737"/>
                  <a:pt x="7966" y="8690"/>
                </a:cubicBezTo>
                <a:cubicBezTo>
                  <a:pt x="7917" y="9470"/>
                  <a:pt x="7666" y="10263"/>
                  <a:pt x="7240" y="10987"/>
                </a:cubicBezTo>
                <a:cubicBezTo>
                  <a:pt x="7148" y="11146"/>
                  <a:pt x="7051" y="11297"/>
                  <a:pt x="6957" y="11446"/>
                </a:cubicBezTo>
                <a:cubicBezTo>
                  <a:pt x="6831" y="11646"/>
                  <a:pt x="6708" y="11843"/>
                  <a:pt x="6597" y="12046"/>
                </a:cubicBezTo>
                <a:cubicBezTo>
                  <a:pt x="6674" y="11191"/>
                  <a:pt x="6834" y="10460"/>
                  <a:pt x="7098" y="9745"/>
                </a:cubicBezTo>
                <a:cubicBezTo>
                  <a:pt x="7384" y="8966"/>
                  <a:pt x="7647" y="8139"/>
                  <a:pt x="7447" y="7345"/>
                </a:cubicBezTo>
                <a:cubicBezTo>
                  <a:pt x="7434" y="7291"/>
                  <a:pt x="7385" y="7257"/>
                  <a:pt x="7333" y="7257"/>
                </a:cubicBezTo>
                <a:cubicBezTo>
                  <a:pt x="7324" y="7257"/>
                  <a:pt x="7315" y="7258"/>
                  <a:pt x="7306" y="7260"/>
                </a:cubicBezTo>
                <a:cubicBezTo>
                  <a:pt x="7245" y="7276"/>
                  <a:pt x="7207" y="7339"/>
                  <a:pt x="7223" y="7400"/>
                </a:cubicBezTo>
                <a:cubicBezTo>
                  <a:pt x="7407" y="8132"/>
                  <a:pt x="7166" y="8889"/>
                  <a:pt x="6881" y="9665"/>
                </a:cubicBezTo>
                <a:cubicBezTo>
                  <a:pt x="6568" y="10512"/>
                  <a:pt x="6397" y="11380"/>
                  <a:pt x="6334" y="12439"/>
                </a:cubicBezTo>
                <a:cubicBezTo>
                  <a:pt x="6234" y="11910"/>
                  <a:pt x="6138" y="11368"/>
                  <a:pt x="6129" y="10833"/>
                </a:cubicBezTo>
                <a:cubicBezTo>
                  <a:pt x="6111" y="9916"/>
                  <a:pt x="6216" y="9125"/>
                  <a:pt x="6449" y="8414"/>
                </a:cubicBezTo>
                <a:cubicBezTo>
                  <a:pt x="6590" y="7987"/>
                  <a:pt x="6787" y="7567"/>
                  <a:pt x="6976" y="7160"/>
                </a:cubicBezTo>
                <a:cubicBezTo>
                  <a:pt x="7171" y="6744"/>
                  <a:pt x="7370" y="6317"/>
                  <a:pt x="7516" y="5870"/>
                </a:cubicBezTo>
                <a:close/>
                <a:moveTo>
                  <a:pt x="11531" y="10010"/>
                </a:moveTo>
                <a:lnTo>
                  <a:pt x="11531" y="10010"/>
                </a:lnTo>
                <a:cubicBezTo>
                  <a:pt x="11517" y="10747"/>
                  <a:pt x="11471" y="11487"/>
                  <a:pt x="11394" y="12218"/>
                </a:cubicBezTo>
                <a:cubicBezTo>
                  <a:pt x="11322" y="12900"/>
                  <a:pt x="11232" y="13463"/>
                  <a:pt x="11022" y="13992"/>
                </a:cubicBezTo>
                <a:cubicBezTo>
                  <a:pt x="10748" y="14682"/>
                  <a:pt x="10269" y="15281"/>
                  <a:pt x="9881" y="15724"/>
                </a:cubicBezTo>
                <a:cubicBezTo>
                  <a:pt x="9590" y="16058"/>
                  <a:pt x="9267" y="16401"/>
                  <a:pt x="8877" y="16652"/>
                </a:cubicBezTo>
                <a:cubicBezTo>
                  <a:pt x="8834" y="16680"/>
                  <a:pt x="8799" y="16698"/>
                  <a:pt x="8769" y="16713"/>
                </a:cubicBezTo>
                <a:cubicBezTo>
                  <a:pt x="8886" y="16452"/>
                  <a:pt x="8994" y="16189"/>
                  <a:pt x="9094" y="15930"/>
                </a:cubicBezTo>
                <a:cubicBezTo>
                  <a:pt x="9269" y="15484"/>
                  <a:pt x="9450" y="15020"/>
                  <a:pt x="9699" y="14594"/>
                </a:cubicBezTo>
                <a:lnTo>
                  <a:pt x="9857" y="14327"/>
                </a:lnTo>
                <a:cubicBezTo>
                  <a:pt x="10217" y="13725"/>
                  <a:pt x="10589" y="13103"/>
                  <a:pt x="10684" y="12382"/>
                </a:cubicBezTo>
                <a:cubicBezTo>
                  <a:pt x="10692" y="12318"/>
                  <a:pt x="10647" y="12260"/>
                  <a:pt x="10584" y="12251"/>
                </a:cubicBezTo>
                <a:cubicBezTo>
                  <a:pt x="10579" y="12251"/>
                  <a:pt x="10574" y="12250"/>
                  <a:pt x="10570" y="12250"/>
                </a:cubicBezTo>
                <a:cubicBezTo>
                  <a:pt x="10512" y="12250"/>
                  <a:pt x="10462" y="12293"/>
                  <a:pt x="10454" y="12351"/>
                </a:cubicBezTo>
                <a:cubicBezTo>
                  <a:pt x="10366" y="13025"/>
                  <a:pt x="10007" y="13627"/>
                  <a:pt x="9659" y="14209"/>
                </a:cubicBezTo>
                <a:lnTo>
                  <a:pt x="9499" y="14477"/>
                </a:lnTo>
                <a:cubicBezTo>
                  <a:pt x="9240" y="14919"/>
                  <a:pt x="9057" y="15391"/>
                  <a:pt x="8878" y="15847"/>
                </a:cubicBezTo>
                <a:cubicBezTo>
                  <a:pt x="8785" y="16086"/>
                  <a:pt x="8686" y="16329"/>
                  <a:pt x="8580" y="16571"/>
                </a:cubicBezTo>
                <a:cubicBezTo>
                  <a:pt x="8573" y="16477"/>
                  <a:pt x="8573" y="16367"/>
                  <a:pt x="8573" y="16285"/>
                </a:cubicBezTo>
                <a:lnTo>
                  <a:pt x="8573" y="16167"/>
                </a:lnTo>
                <a:cubicBezTo>
                  <a:pt x="8564" y="15208"/>
                  <a:pt x="8784" y="14252"/>
                  <a:pt x="9209" y="13404"/>
                </a:cubicBezTo>
                <a:cubicBezTo>
                  <a:pt x="9500" y="12824"/>
                  <a:pt x="9890" y="12285"/>
                  <a:pt x="10265" y="11763"/>
                </a:cubicBezTo>
                <a:lnTo>
                  <a:pt x="11531" y="10010"/>
                </a:lnTo>
                <a:close/>
                <a:moveTo>
                  <a:pt x="1994" y="14108"/>
                </a:moveTo>
                <a:lnTo>
                  <a:pt x="1994" y="14108"/>
                </a:lnTo>
                <a:cubicBezTo>
                  <a:pt x="2699" y="14402"/>
                  <a:pt x="3454" y="14559"/>
                  <a:pt x="4187" y="14713"/>
                </a:cubicBezTo>
                <a:cubicBezTo>
                  <a:pt x="4586" y="14796"/>
                  <a:pt x="5001" y="14883"/>
                  <a:pt x="5397" y="14990"/>
                </a:cubicBezTo>
                <a:cubicBezTo>
                  <a:pt x="6409" y="15262"/>
                  <a:pt x="7164" y="15653"/>
                  <a:pt x="7703" y="16186"/>
                </a:cubicBezTo>
                <a:lnTo>
                  <a:pt x="7703" y="16187"/>
                </a:lnTo>
                <a:cubicBezTo>
                  <a:pt x="7845" y="16326"/>
                  <a:pt x="7960" y="16486"/>
                  <a:pt x="8069" y="16657"/>
                </a:cubicBezTo>
                <a:cubicBezTo>
                  <a:pt x="7841" y="16541"/>
                  <a:pt x="7592" y="16458"/>
                  <a:pt x="7344" y="16391"/>
                </a:cubicBezTo>
                <a:cubicBezTo>
                  <a:pt x="7042" y="16310"/>
                  <a:pt x="6736" y="16237"/>
                  <a:pt x="6428" y="16165"/>
                </a:cubicBezTo>
                <a:cubicBezTo>
                  <a:pt x="5419" y="15927"/>
                  <a:pt x="4375" y="15682"/>
                  <a:pt x="3533" y="15088"/>
                </a:cubicBezTo>
                <a:cubicBezTo>
                  <a:pt x="3513" y="15074"/>
                  <a:pt x="3490" y="15067"/>
                  <a:pt x="3467" y="15067"/>
                </a:cubicBezTo>
                <a:cubicBezTo>
                  <a:pt x="3430" y="15067"/>
                  <a:pt x="3394" y="15085"/>
                  <a:pt x="3372" y="15117"/>
                </a:cubicBezTo>
                <a:cubicBezTo>
                  <a:pt x="3335" y="15170"/>
                  <a:pt x="3348" y="15241"/>
                  <a:pt x="3400" y="15279"/>
                </a:cubicBezTo>
                <a:cubicBezTo>
                  <a:pt x="4279" y="15897"/>
                  <a:pt x="5345" y="16147"/>
                  <a:pt x="6375" y="16391"/>
                </a:cubicBezTo>
                <a:cubicBezTo>
                  <a:pt x="6680" y="16462"/>
                  <a:pt x="6984" y="16534"/>
                  <a:pt x="7283" y="16615"/>
                </a:cubicBezTo>
                <a:cubicBezTo>
                  <a:pt x="7651" y="16713"/>
                  <a:pt x="8060" y="16848"/>
                  <a:pt x="8342" y="17132"/>
                </a:cubicBezTo>
                <a:cubicBezTo>
                  <a:pt x="8241" y="17139"/>
                  <a:pt x="8140" y="17147"/>
                  <a:pt x="8040" y="17155"/>
                </a:cubicBezTo>
                <a:cubicBezTo>
                  <a:pt x="7694" y="17181"/>
                  <a:pt x="7335" y="17209"/>
                  <a:pt x="6985" y="17209"/>
                </a:cubicBezTo>
                <a:cubicBezTo>
                  <a:pt x="6978" y="17209"/>
                  <a:pt x="6970" y="17209"/>
                  <a:pt x="6963" y="17209"/>
                </a:cubicBezTo>
                <a:cubicBezTo>
                  <a:pt x="5720" y="17205"/>
                  <a:pt x="4611" y="16487"/>
                  <a:pt x="3492" y="15689"/>
                </a:cubicBezTo>
                <a:cubicBezTo>
                  <a:pt x="2865" y="15243"/>
                  <a:pt x="2242" y="14754"/>
                  <a:pt x="1994" y="14108"/>
                </a:cubicBezTo>
                <a:close/>
                <a:moveTo>
                  <a:pt x="13245" y="14791"/>
                </a:moveTo>
                <a:cubicBezTo>
                  <a:pt x="13570" y="16232"/>
                  <a:pt x="13590" y="17442"/>
                  <a:pt x="13307" y="18485"/>
                </a:cubicBezTo>
                <a:cubicBezTo>
                  <a:pt x="12953" y="19783"/>
                  <a:pt x="12118" y="20632"/>
                  <a:pt x="11179" y="21456"/>
                </a:cubicBezTo>
                <a:cubicBezTo>
                  <a:pt x="11744" y="20102"/>
                  <a:pt x="12209" y="18699"/>
                  <a:pt x="12552" y="17274"/>
                </a:cubicBezTo>
                <a:cubicBezTo>
                  <a:pt x="12567" y="17211"/>
                  <a:pt x="12528" y="17150"/>
                  <a:pt x="12466" y="17134"/>
                </a:cubicBezTo>
                <a:cubicBezTo>
                  <a:pt x="12457" y="17132"/>
                  <a:pt x="12448" y="17131"/>
                  <a:pt x="12439" y="17131"/>
                </a:cubicBezTo>
                <a:cubicBezTo>
                  <a:pt x="12387" y="17131"/>
                  <a:pt x="12339" y="17167"/>
                  <a:pt x="12327" y="17220"/>
                </a:cubicBezTo>
                <a:cubicBezTo>
                  <a:pt x="11986" y="18641"/>
                  <a:pt x="11522" y="20039"/>
                  <a:pt x="10957" y="21390"/>
                </a:cubicBezTo>
                <a:cubicBezTo>
                  <a:pt x="10954" y="21368"/>
                  <a:pt x="10953" y="21346"/>
                  <a:pt x="10951" y="21324"/>
                </a:cubicBezTo>
                <a:cubicBezTo>
                  <a:pt x="10867" y="20317"/>
                  <a:pt x="10789" y="19366"/>
                  <a:pt x="11082" y="18421"/>
                </a:cubicBezTo>
                <a:cubicBezTo>
                  <a:pt x="11371" y="17489"/>
                  <a:pt x="11857" y="16635"/>
                  <a:pt x="12330" y="15839"/>
                </a:cubicBezTo>
                <a:cubicBezTo>
                  <a:pt x="12579" y="15419"/>
                  <a:pt x="12856" y="14998"/>
                  <a:pt x="13245" y="14791"/>
                </a:cubicBezTo>
                <a:close/>
                <a:moveTo>
                  <a:pt x="3318" y="18297"/>
                </a:moveTo>
                <a:cubicBezTo>
                  <a:pt x="4575" y="18392"/>
                  <a:pt x="5974" y="18556"/>
                  <a:pt x="7238" y="19055"/>
                </a:cubicBezTo>
                <a:cubicBezTo>
                  <a:pt x="7989" y="19351"/>
                  <a:pt x="8646" y="19751"/>
                  <a:pt x="9191" y="20244"/>
                </a:cubicBezTo>
                <a:cubicBezTo>
                  <a:pt x="9566" y="20583"/>
                  <a:pt x="9854" y="21029"/>
                  <a:pt x="10123" y="21482"/>
                </a:cubicBezTo>
                <a:cubicBezTo>
                  <a:pt x="8872" y="20585"/>
                  <a:pt x="7446" y="19916"/>
                  <a:pt x="5961" y="19531"/>
                </a:cubicBezTo>
                <a:cubicBezTo>
                  <a:pt x="5951" y="19528"/>
                  <a:pt x="5942" y="19527"/>
                  <a:pt x="5932" y="19527"/>
                </a:cubicBezTo>
                <a:cubicBezTo>
                  <a:pt x="5881" y="19527"/>
                  <a:pt x="5833" y="19562"/>
                  <a:pt x="5819" y="19614"/>
                </a:cubicBezTo>
                <a:cubicBezTo>
                  <a:pt x="5803" y="19677"/>
                  <a:pt x="5840" y="19740"/>
                  <a:pt x="5903" y="19756"/>
                </a:cubicBezTo>
                <a:cubicBezTo>
                  <a:pt x="7404" y="20144"/>
                  <a:pt x="8842" y="20831"/>
                  <a:pt x="10096" y="21750"/>
                </a:cubicBezTo>
                <a:cubicBezTo>
                  <a:pt x="9752" y="21648"/>
                  <a:pt x="9413" y="21604"/>
                  <a:pt x="9064" y="21562"/>
                </a:cubicBezTo>
                <a:cubicBezTo>
                  <a:pt x="8901" y="21542"/>
                  <a:pt x="8733" y="21522"/>
                  <a:pt x="8557" y="21496"/>
                </a:cubicBezTo>
                <a:cubicBezTo>
                  <a:pt x="7823" y="21383"/>
                  <a:pt x="7101" y="21166"/>
                  <a:pt x="6412" y="20852"/>
                </a:cubicBezTo>
                <a:cubicBezTo>
                  <a:pt x="5727" y="20538"/>
                  <a:pt x="5090" y="20134"/>
                  <a:pt x="4520" y="19651"/>
                </a:cubicBezTo>
                <a:cubicBezTo>
                  <a:pt x="4241" y="19416"/>
                  <a:pt x="3979" y="19161"/>
                  <a:pt x="3737" y="18892"/>
                </a:cubicBezTo>
                <a:cubicBezTo>
                  <a:pt x="3711" y="18862"/>
                  <a:pt x="3633" y="18748"/>
                  <a:pt x="3558" y="18639"/>
                </a:cubicBezTo>
                <a:cubicBezTo>
                  <a:pt x="3461" y="18498"/>
                  <a:pt x="3384" y="18386"/>
                  <a:pt x="3318" y="18297"/>
                </a:cubicBezTo>
                <a:close/>
                <a:moveTo>
                  <a:pt x="12167" y="21170"/>
                </a:moveTo>
                <a:cubicBezTo>
                  <a:pt x="12636" y="21170"/>
                  <a:pt x="13092" y="21416"/>
                  <a:pt x="13480" y="21660"/>
                </a:cubicBezTo>
                <a:cubicBezTo>
                  <a:pt x="14352" y="22209"/>
                  <a:pt x="15143" y="22874"/>
                  <a:pt x="15832" y="23638"/>
                </a:cubicBezTo>
                <a:cubicBezTo>
                  <a:pt x="15041" y="23633"/>
                  <a:pt x="14231" y="23614"/>
                  <a:pt x="13452" y="23468"/>
                </a:cubicBezTo>
                <a:cubicBezTo>
                  <a:pt x="12894" y="23364"/>
                  <a:pt x="12482" y="23215"/>
                  <a:pt x="12156" y="22997"/>
                </a:cubicBezTo>
                <a:cubicBezTo>
                  <a:pt x="11761" y="22731"/>
                  <a:pt x="11457" y="22344"/>
                  <a:pt x="11167" y="21962"/>
                </a:cubicBezTo>
                <a:lnTo>
                  <a:pt x="11167" y="21962"/>
                </a:lnTo>
                <a:cubicBezTo>
                  <a:pt x="12205" y="22032"/>
                  <a:pt x="13217" y="22342"/>
                  <a:pt x="14116" y="22873"/>
                </a:cubicBezTo>
                <a:cubicBezTo>
                  <a:pt x="14135" y="22884"/>
                  <a:pt x="14155" y="22888"/>
                  <a:pt x="14175" y="22888"/>
                </a:cubicBezTo>
                <a:cubicBezTo>
                  <a:pt x="14182" y="22888"/>
                  <a:pt x="14189" y="22888"/>
                  <a:pt x="14196" y="22886"/>
                </a:cubicBezTo>
                <a:cubicBezTo>
                  <a:pt x="14228" y="22881"/>
                  <a:pt x="14258" y="22862"/>
                  <a:pt x="14275" y="22832"/>
                </a:cubicBezTo>
                <a:cubicBezTo>
                  <a:pt x="14308" y="22776"/>
                  <a:pt x="14289" y="22706"/>
                  <a:pt x="14235" y="22673"/>
                </a:cubicBezTo>
                <a:cubicBezTo>
                  <a:pt x="13345" y="22149"/>
                  <a:pt x="12347" y="21833"/>
                  <a:pt x="11323" y="21743"/>
                </a:cubicBezTo>
                <a:cubicBezTo>
                  <a:pt x="11503" y="21586"/>
                  <a:pt x="11679" y="21427"/>
                  <a:pt x="11850" y="21266"/>
                </a:cubicBezTo>
                <a:cubicBezTo>
                  <a:pt x="11853" y="21266"/>
                  <a:pt x="11856" y="21266"/>
                  <a:pt x="11860" y="21266"/>
                </a:cubicBezTo>
                <a:cubicBezTo>
                  <a:pt x="11913" y="21266"/>
                  <a:pt x="11965" y="21240"/>
                  <a:pt x="11994" y="21190"/>
                </a:cubicBezTo>
                <a:cubicBezTo>
                  <a:pt x="11999" y="21186"/>
                  <a:pt x="12022" y="21176"/>
                  <a:pt x="12076" y="21173"/>
                </a:cubicBezTo>
                <a:cubicBezTo>
                  <a:pt x="12106" y="21171"/>
                  <a:pt x="12137" y="21170"/>
                  <a:pt x="12167" y="21170"/>
                </a:cubicBezTo>
                <a:close/>
                <a:moveTo>
                  <a:pt x="10385" y="24577"/>
                </a:moveTo>
                <a:cubicBezTo>
                  <a:pt x="10620" y="24577"/>
                  <a:pt x="10851" y="24590"/>
                  <a:pt x="11079" y="24617"/>
                </a:cubicBezTo>
                <a:cubicBezTo>
                  <a:pt x="9975" y="24796"/>
                  <a:pt x="8979" y="25350"/>
                  <a:pt x="8016" y="25891"/>
                </a:cubicBezTo>
                <a:cubicBezTo>
                  <a:pt x="7512" y="26174"/>
                  <a:pt x="6991" y="26466"/>
                  <a:pt x="6462" y="26699"/>
                </a:cubicBezTo>
                <a:cubicBezTo>
                  <a:pt x="6404" y="26725"/>
                  <a:pt x="6377" y="26793"/>
                  <a:pt x="6403" y="26852"/>
                </a:cubicBezTo>
                <a:cubicBezTo>
                  <a:pt x="6422" y="26896"/>
                  <a:pt x="6465" y="26921"/>
                  <a:pt x="6509" y="26921"/>
                </a:cubicBezTo>
                <a:cubicBezTo>
                  <a:pt x="6516" y="26921"/>
                  <a:pt x="6523" y="26921"/>
                  <a:pt x="6529" y="26920"/>
                </a:cubicBezTo>
                <a:cubicBezTo>
                  <a:pt x="6539" y="26917"/>
                  <a:pt x="6548" y="26915"/>
                  <a:pt x="6556" y="26911"/>
                </a:cubicBezTo>
                <a:cubicBezTo>
                  <a:pt x="7094" y="26674"/>
                  <a:pt x="7621" y="26378"/>
                  <a:pt x="8130" y="26092"/>
                </a:cubicBezTo>
                <a:cubicBezTo>
                  <a:pt x="9075" y="25562"/>
                  <a:pt x="10053" y="25018"/>
                  <a:pt x="11117" y="24846"/>
                </a:cubicBezTo>
                <a:lnTo>
                  <a:pt x="11117" y="24846"/>
                </a:lnTo>
                <a:cubicBezTo>
                  <a:pt x="10801" y="25169"/>
                  <a:pt x="10435" y="25499"/>
                  <a:pt x="9986" y="25767"/>
                </a:cubicBezTo>
                <a:cubicBezTo>
                  <a:pt x="9318" y="26167"/>
                  <a:pt x="8606" y="26505"/>
                  <a:pt x="7871" y="26775"/>
                </a:cubicBezTo>
                <a:cubicBezTo>
                  <a:pt x="7681" y="26843"/>
                  <a:pt x="6308" y="27230"/>
                  <a:pt x="5851" y="27332"/>
                </a:cubicBezTo>
                <a:cubicBezTo>
                  <a:pt x="5866" y="26605"/>
                  <a:pt x="6484" y="26007"/>
                  <a:pt x="6765" y="25772"/>
                </a:cubicBezTo>
                <a:cubicBezTo>
                  <a:pt x="7377" y="25261"/>
                  <a:pt x="8127" y="24902"/>
                  <a:pt x="8932" y="24735"/>
                </a:cubicBezTo>
                <a:cubicBezTo>
                  <a:pt x="9450" y="24628"/>
                  <a:pt x="9927" y="24577"/>
                  <a:pt x="10385" y="24577"/>
                </a:cubicBezTo>
                <a:close/>
                <a:moveTo>
                  <a:pt x="3017" y="0"/>
                </a:moveTo>
                <a:cubicBezTo>
                  <a:pt x="2930" y="0"/>
                  <a:pt x="2862" y="69"/>
                  <a:pt x="2859" y="154"/>
                </a:cubicBezTo>
                <a:lnTo>
                  <a:pt x="2859" y="156"/>
                </a:lnTo>
                <a:cubicBezTo>
                  <a:pt x="2849" y="752"/>
                  <a:pt x="2742" y="1354"/>
                  <a:pt x="2639" y="1936"/>
                </a:cubicBezTo>
                <a:cubicBezTo>
                  <a:pt x="2565" y="2350"/>
                  <a:pt x="2488" y="2778"/>
                  <a:pt x="2446" y="3206"/>
                </a:cubicBezTo>
                <a:cubicBezTo>
                  <a:pt x="2272" y="4975"/>
                  <a:pt x="2533" y="6365"/>
                  <a:pt x="3269" y="7580"/>
                </a:cubicBezTo>
                <a:cubicBezTo>
                  <a:pt x="3358" y="7729"/>
                  <a:pt x="3454" y="7876"/>
                  <a:pt x="3551" y="8022"/>
                </a:cubicBezTo>
                <a:cubicBezTo>
                  <a:pt x="3817" y="8428"/>
                  <a:pt x="4069" y="8812"/>
                  <a:pt x="4196" y="9252"/>
                </a:cubicBezTo>
                <a:cubicBezTo>
                  <a:pt x="4215" y="9318"/>
                  <a:pt x="4276" y="9361"/>
                  <a:pt x="4344" y="9361"/>
                </a:cubicBezTo>
                <a:cubicBezTo>
                  <a:pt x="4345" y="9361"/>
                  <a:pt x="4345" y="9361"/>
                  <a:pt x="4346" y="9361"/>
                </a:cubicBezTo>
                <a:cubicBezTo>
                  <a:pt x="4378" y="9452"/>
                  <a:pt x="4411" y="9546"/>
                  <a:pt x="4441" y="9637"/>
                </a:cubicBezTo>
                <a:cubicBezTo>
                  <a:pt x="4472" y="9725"/>
                  <a:pt x="4502" y="9813"/>
                  <a:pt x="4532" y="9900"/>
                </a:cubicBezTo>
                <a:cubicBezTo>
                  <a:pt x="4368" y="9680"/>
                  <a:pt x="4201" y="9474"/>
                  <a:pt x="4015" y="9281"/>
                </a:cubicBezTo>
                <a:cubicBezTo>
                  <a:pt x="3686" y="8942"/>
                  <a:pt x="3341" y="8684"/>
                  <a:pt x="2957" y="8492"/>
                </a:cubicBezTo>
                <a:cubicBezTo>
                  <a:pt x="2560" y="8294"/>
                  <a:pt x="2156" y="8201"/>
                  <a:pt x="1766" y="8110"/>
                </a:cubicBezTo>
                <a:cubicBezTo>
                  <a:pt x="1601" y="8072"/>
                  <a:pt x="1435" y="8034"/>
                  <a:pt x="1267" y="7987"/>
                </a:cubicBezTo>
                <a:cubicBezTo>
                  <a:pt x="986" y="7910"/>
                  <a:pt x="378" y="7642"/>
                  <a:pt x="308" y="7534"/>
                </a:cubicBezTo>
                <a:cubicBezTo>
                  <a:pt x="278" y="7486"/>
                  <a:pt x="227" y="7460"/>
                  <a:pt x="175" y="7460"/>
                </a:cubicBezTo>
                <a:cubicBezTo>
                  <a:pt x="148" y="7460"/>
                  <a:pt x="120" y="7467"/>
                  <a:pt x="95" y="7483"/>
                </a:cubicBezTo>
                <a:cubicBezTo>
                  <a:pt x="25" y="7526"/>
                  <a:pt x="0" y="7616"/>
                  <a:pt x="40" y="7688"/>
                </a:cubicBezTo>
                <a:cubicBezTo>
                  <a:pt x="40" y="7688"/>
                  <a:pt x="39" y="7688"/>
                  <a:pt x="39" y="7688"/>
                </a:cubicBezTo>
                <a:lnTo>
                  <a:pt x="39" y="7688"/>
                </a:lnTo>
                <a:cubicBezTo>
                  <a:pt x="39" y="7688"/>
                  <a:pt x="39" y="7688"/>
                  <a:pt x="40" y="7689"/>
                </a:cubicBezTo>
                <a:cubicBezTo>
                  <a:pt x="41" y="7690"/>
                  <a:pt x="42" y="7693"/>
                  <a:pt x="43" y="7695"/>
                </a:cubicBezTo>
                <a:cubicBezTo>
                  <a:pt x="237" y="8012"/>
                  <a:pt x="393" y="8362"/>
                  <a:pt x="545" y="8701"/>
                </a:cubicBezTo>
                <a:cubicBezTo>
                  <a:pt x="758" y="9177"/>
                  <a:pt x="978" y="9669"/>
                  <a:pt x="1307" y="10095"/>
                </a:cubicBezTo>
                <a:cubicBezTo>
                  <a:pt x="1967" y="10945"/>
                  <a:pt x="2869" y="11313"/>
                  <a:pt x="3740" y="11667"/>
                </a:cubicBezTo>
                <a:cubicBezTo>
                  <a:pt x="4185" y="11849"/>
                  <a:pt x="4646" y="12037"/>
                  <a:pt x="5068" y="12286"/>
                </a:cubicBezTo>
                <a:cubicBezTo>
                  <a:pt x="5122" y="12320"/>
                  <a:pt x="5205" y="12360"/>
                  <a:pt x="5297" y="12408"/>
                </a:cubicBezTo>
                <a:cubicBezTo>
                  <a:pt x="5462" y="12491"/>
                  <a:pt x="5743" y="12634"/>
                  <a:pt x="5870" y="12748"/>
                </a:cubicBezTo>
                <a:cubicBezTo>
                  <a:pt x="5973" y="12912"/>
                  <a:pt x="6073" y="13078"/>
                  <a:pt x="6174" y="13245"/>
                </a:cubicBezTo>
                <a:lnTo>
                  <a:pt x="6176" y="13256"/>
                </a:lnTo>
                <a:cubicBezTo>
                  <a:pt x="6184" y="13297"/>
                  <a:pt x="6208" y="13331"/>
                  <a:pt x="6239" y="13353"/>
                </a:cubicBezTo>
                <a:cubicBezTo>
                  <a:pt x="6702" y="14119"/>
                  <a:pt x="7160" y="14898"/>
                  <a:pt x="7607" y="15693"/>
                </a:cubicBezTo>
                <a:cubicBezTo>
                  <a:pt x="7063" y="15260"/>
                  <a:pt x="6363" y="14929"/>
                  <a:pt x="5478" y="14692"/>
                </a:cubicBezTo>
                <a:cubicBezTo>
                  <a:pt x="5072" y="14583"/>
                  <a:pt x="4655" y="14494"/>
                  <a:pt x="4250" y="14410"/>
                </a:cubicBezTo>
                <a:cubicBezTo>
                  <a:pt x="3429" y="14238"/>
                  <a:pt x="2580" y="14061"/>
                  <a:pt x="1824" y="13693"/>
                </a:cubicBezTo>
                <a:cubicBezTo>
                  <a:pt x="1802" y="13683"/>
                  <a:pt x="1780" y="13678"/>
                  <a:pt x="1757" y="13678"/>
                </a:cubicBezTo>
                <a:cubicBezTo>
                  <a:pt x="1724" y="13678"/>
                  <a:pt x="1691" y="13688"/>
                  <a:pt x="1663" y="13709"/>
                </a:cubicBezTo>
                <a:cubicBezTo>
                  <a:pt x="1617" y="13745"/>
                  <a:pt x="1594" y="13803"/>
                  <a:pt x="1604" y="13860"/>
                </a:cubicBezTo>
                <a:cubicBezTo>
                  <a:pt x="1771" y="14775"/>
                  <a:pt x="2540" y="15390"/>
                  <a:pt x="3313" y="15940"/>
                </a:cubicBezTo>
                <a:cubicBezTo>
                  <a:pt x="4475" y="16769"/>
                  <a:pt x="5628" y="17514"/>
                  <a:pt x="6963" y="17518"/>
                </a:cubicBezTo>
                <a:cubicBezTo>
                  <a:pt x="7332" y="17518"/>
                  <a:pt x="7704" y="17491"/>
                  <a:pt x="8064" y="17463"/>
                </a:cubicBezTo>
                <a:cubicBezTo>
                  <a:pt x="8225" y="17450"/>
                  <a:pt x="8386" y="17438"/>
                  <a:pt x="8548" y="17429"/>
                </a:cubicBezTo>
                <a:cubicBezTo>
                  <a:pt x="9166" y="18619"/>
                  <a:pt x="9741" y="19836"/>
                  <a:pt x="10239" y="21079"/>
                </a:cubicBezTo>
                <a:cubicBezTo>
                  <a:pt x="9999" y="20692"/>
                  <a:pt x="9735" y="20318"/>
                  <a:pt x="9399" y="20015"/>
                </a:cubicBezTo>
                <a:cubicBezTo>
                  <a:pt x="8826" y="19497"/>
                  <a:pt x="8137" y="19077"/>
                  <a:pt x="7353" y="18768"/>
                </a:cubicBezTo>
                <a:cubicBezTo>
                  <a:pt x="5915" y="18202"/>
                  <a:pt x="4328" y="18054"/>
                  <a:pt x="2953" y="17961"/>
                </a:cubicBezTo>
                <a:cubicBezTo>
                  <a:pt x="2953" y="17961"/>
                  <a:pt x="2953" y="17961"/>
                  <a:pt x="2953" y="17961"/>
                </a:cubicBezTo>
                <a:cubicBezTo>
                  <a:pt x="2953" y="17961"/>
                  <a:pt x="2953" y="17961"/>
                  <a:pt x="2952" y="17961"/>
                </a:cubicBezTo>
                <a:cubicBezTo>
                  <a:pt x="2949" y="17961"/>
                  <a:pt x="2946" y="17961"/>
                  <a:pt x="2943" y="17961"/>
                </a:cubicBezTo>
                <a:cubicBezTo>
                  <a:pt x="2864" y="17961"/>
                  <a:pt x="2794" y="18022"/>
                  <a:pt x="2789" y="18105"/>
                </a:cubicBezTo>
                <a:cubicBezTo>
                  <a:pt x="2783" y="18176"/>
                  <a:pt x="2827" y="18239"/>
                  <a:pt x="2891" y="18261"/>
                </a:cubicBezTo>
                <a:cubicBezTo>
                  <a:pt x="2970" y="18328"/>
                  <a:pt x="3193" y="18654"/>
                  <a:pt x="3304" y="18814"/>
                </a:cubicBezTo>
                <a:cubicBezTo>
                  <a:pt x="3408" y="18967"/>
                  <a:pt x="3469" y="19055"/>
                  <a:pt x="3508" y="19098"/>
                </a:cubicBezTo>
                <a:cubicBezTo>
                  <a:pt x="3758" y="19378"/>
                  <a:pt x="4031" y="19643"/>
                  <a:pt x="4321" y="19888"/>
                </a:cubicBezTo>
                <a:cubicBezTo>
                  <a:pt x="4912" y="20388"/>
                  <a:pt x="5572" y="20807"/>
                  <a:pt x="6285" y="21133"/>
                </a:cubicBezTo>
                <a:cubicBezTo>
                  <a:pt x="6999" y="21460"/>
                  <a:pt x="7748" y="21685"/>
                  <a:pt x="8510" y="21801"/>
                </a:cubicBezTo>
                <a:cubicBezTo>
                  <a:pt x="8690" y="21829"/>
                  <a:pt x="8862" y="21850"/>
                  <a:pt x="9028" y="21869"/>
                </a:cubicBezTo>
                <a:cubicBezTo>
                  <a:pt x="9604" y="21938"/>
                  <a:pt x="10103" y="21997"/>
                  <a:pt x="10653" y="22327"/>
                </a:cubicBezTo>
                <a:cubicBezTo>
                  <a:pt x="10674" y="22339"/>
                  <a:pt x="10695" y="22345"/>
                  <a:pt x="10717" y="22346"/>
                </a:cubicBezTo>
                <a:cubicBezTo>
                  <a:pt x="10950" y="23005"/>
                  <a:pt x="11157" y="23669"/>
                  <a:pt x="11338" y="24341"/>
                </a:cubicBezTo>
                <a:cubicBezTo>
                  <a:pt x="11026" y="24292"/>
                  <a:pt x="10710" y="24267"/>
                  <a:pt x="10386" y="24267"/>
                </a:cubicBezTo>
                <a:cubicBezTo>
                  <a:pt x="9907" y="24267"/>
                  <a:pt x="9408" y="24322"/>
                  <a:pt x="8869" y="24434"/>
                </a:cubicBezTo>
                <a:cubicBezTo>
                  <a:pt x="8015" y="24610"/>
                  <a:pt x="7218" y="24992"/>
                  <a:pt x="6566" y="25536"/>
                </a:cubicBezTo>
                <a:cubicBezTo>
                  <a:pt x="6147" y="25887"/>
                  <a:pt x="5455" y="26612"/>
                  <a:pt x="5552" y="27524"/>
                </a:cubicBezTo>
                <a:cubicBezTo>
                  <a:pt x="5556" y="27570"/>
                  <a:pt x="5584" y="27615"/>
                  <a:pt x="5625" y="27640"/>
                </a:cubicBezTo>
                <a:cubicBezTo>
                  <a:pt x="5637" y="27648"/>
                  <a:pt x="5661" y="27652"/>
                  <a:pt x="5694" y="27652"/>
                </a:cubicBezTo>
                <a:cubicBezTo>
                  <a:pt x="5747" y="27652"/>
                  <a:pt x="5825" y="27642"/>
                  <a:pt x="5919" y="27625"/>
                </a:cubicBezTo>
                <a:cubicBezTo>
                  <a:pt x="6554" y="27510"/>
                  <a:pt x="7961" y="27070"/>
                  <a:pt x="7977" y="27065"/>
                </a:cubicBezTo>
                <a:cubicBezTo>
                  <a:pt x="8730" y="26790"/>
                  <a:pt x="9459" y="26442"/>
                  <a:pt x="10145" y="26032"/>
                </a:cubicBezTo>
                <a:cubicBezTo>
                  <a:pt x="10697" y="25702"/>
                  <a:pt x="11126" y="25291"/>
                  <a:pt x="11483" y="24909"/>
                </a:cubicBezTo>
                <a:cubicBezTo>
                  <a:pt x="12172" y="27742"/>
                  <a:pt x="12343" y="30674"/>
                  <a:pt x="11649" y="33673"/>
                </a:cubicBezTo>
                <a:cubicBezTo>
                  <a:pt x="11629" y="33756"/>
                  <a:pt x="11682" y="33838"/>
                  <a:pt x="11765" y="33858"/>
                </a:cubicBezTo>
                <a:cubicBezTo>
                  <a:pt x="11776" y="33861"/>
                  <a:pt x="11788" y="33862"/>
                  <a:pt x="11799" y="33862"/>
                </a:cubicBezTo>
                <a:cubicBezTo>
                  <a:pt x="11808" y="33862"/>
                  <a:pt x="11818" y="33861"/>
                  <a:pt x="11827" y="33859"/>
                </a:cubicBezTo>
                <a:cubicBezTo>
                  <a:pt x="11886" y="33849"/>
                  <a:pt x="11936" y="33804"/>
                  <a:pt x="11950" y="33742"/>
                </a:cubicBezTo>
                <a:cubicBezTo>
                  <a:pt x="12868" y="29773"/>
                  <a:pt x="12305" y="25927"/>
                  <a:pt x="11022" y="22280"/>
                </a:cubicBezTo>
                <a:lnTo>
                  <a:pt x="11022" y="22280"/>
                </a:lnTo>
                <a:cubicBezTo>
                  <a:pt x="11292" y="22629"/>
                  <a:pt x="11596" y="22993"/>
                  <a:pt x="11984" y="23253"/>
                </a:cubicBezTo>
                <a:cubicBezTo>
                  <a:pt x="12346" y="23495"/>
                  <a:pt x="12794" y="23660"/>
                  <a:pt x="13395" y="23771"/>
                </a:cubicBezTo>
                <a:cubicBezTo>
                  <a:pt x="14315" y="23944"/>
                  <a:pt x="15260" y="23947"/>
                  <a:pt x="16174" y="23949"/>
                </a:cubicBezTo>
                <a:cubicBezTo>
                  <a:pt x="16183" y="23948"/>
                  <a:pt x="16193" y="23948"/>
                  <a:pt x="16201" y="23945"/>
                </a:cubicBezTo>
                <a:cubicBezTo>
                  <a:pt x="16251" y="23937"/>
                  <a:pt x="16292" y="23905"/>
                  <a:pt x="16314" y="23860"/>
                </a:cubicBezTo>
                <a:cubicBezTo>
                  <a:pt x="16339" y="23804"/>
                  <a:pt x="16331" y="23740"/>
                  <a:pt x="16291" y="23694"/>
                </a:cubicBezTo>
                <a:cubicBezTo>
                  <a:pt x="15530" y="22797"/>
                  <a:pt x="14639" y="22026"/>
                  <a:pt x="13644" y="21398"/>
                </a:cubicBezTo>
                <a:cubicBezTo>
                  <a:pt x="13241" y="21144"/>
                  <a:pt x="12766" y="20891"/>
                  <a:pt x="12254" y="20865"/>
                </a:cubicBezTo>
                <a:cubicBezTo>
                  <a:pt x="12852" y="20231"/>
                  <a:pt x="13345" y="19517"/>
                  <a:pt x="13605" y="18566"/>
                </a:cubicBezTo>
                <a:cubicBezTo>
                  <a:pt x="13913" y="17428"/>
                  <a:pt x="13881" y="16111"/>
                  <a:pt x="13504" y="14540"/>
                </a:cubicBezTo>
                <a:cubicBezTo>
                  <a:pt x="13493" y="14498"/>
                  <a:pt x="13467" y="14462"/>
                  <a:pt x="13429" y="14441"/>
                </a:cubicBezTo>
                <a:cubicBezTo>
                  <a:pt x="13405" y="14428"/>
                  <a:pt x="13380" y="14421"/>
                  <a:pt x="13354" y="14421"/>
                </a:cubicBezTo>
                <a:cubicBezTo>
                  <a:pt x="13337" y="14421"/>
                  <a:pt x="13320" y="14424"/>
                  <a:pt x="13303" y="14429"/>
                </a:cubicBezTo>
                <a:cubicBezTo>
                  <a:pt x="12728" y="14629"/>
                  <a:pt x="12376" y="15157"/>
                  <a:pt x="12066" y="15680"/>
                </a:cubicBezTo>
                <a:cubicBezTo>
                  <a:pt x="11582" y="16493"/>
                  <a:pt x="11087" y="17366"/>
                  <a:pt x="10787" y="18330"/>
                </a:cubicBezTo>
                <a:cubicBezTo>
                  <a:pt x="10488" y="19294"/>
                  <a:pt x="10555" y="20281"/>
                  <a:pt x="10634" y="21238"/>
                </a:cubicBezTo>
                <a:cubicBezTo>
                  <a:pt x="10076" y="19813"/>
                  <a:pt x="9419" y="18420"/>
                  <a:pt x="8706" y="17064"/>
                </a:cubicBezTo>
                <a:cubicBezTo>
                  <a:pt x="8828" y="17042"/>
                  <a:pt x="8950" y="16972"/>
                  <a:pt x="9045" y="16912"/>
                </a:cubicBezTo>
                <a:cubicBezTo>
                  <a:pt x="9466" y="16640"/>
                  <a:pt x="9808" y="16278"/>
                  <a:pt x="10115" y="15927"/>
                </a:cubicBezTo>
                <a:cubicBezTo>
                  <a:pt x="10518" y="15465"/>
                  <a:pt x="11018" y="14840"/>
                  <a:pt x="11309" y="14106"/>
                </a:cubicBezTo>
                <a:cubicBezTo>
                  <a:pt x="11532" y="13544"/>
                  <a:pt x="11627" y="12958"/>
                  <a:pt x="11701" y="12249"/>
                </a:cubicBezTo>
                <a:cubicBezTo>
                  <a:pt x="11797" y="11349"/>
                  <a:pt x="11844" y="10431"/>
                  <a:pt x="11844" y="9525"/>
                </a:cubicBezTo>
                <a:cubicBezTo>
                  <a:pt x="11844" y="9458"/>
                  <a:pt x="11801" y="9399"/>
                  <a:pt x="11737" y="9378"/>
                </a:cubicBezTo>
                <a:cubicBezTo>
                  <a:pt x="11722" y="9373"/>
                  <a:pt x="11706" y="9370"/>
                  <a:pt x="11690" y="9370"/>
                </a:cubicBezTo>
                <a:cubicBezTo>
                  <a:pt x="11641" y="9370"/>
                  <a:pt x="11594" y="9394"/>
                  <a:pt x="11565" y="9435"/>
                </a:cubicBezTo>
                <a:lnTo>
                  <a:pt x="10015" y="11582"/>
                </a:lnTo>
                <a:cubicBezTo>
                  <a:pt x="9632" y="12113"/>
                  <a:pt x="9235" y="12663"/>
                  <a:pt x="8933" y="13266"/>
                </a:cubicBezTo>
                <a:cubicBezTo>
                  <a:pt x="8486" y="14157"/>
                  <a:pt x="8255" y="15161"/>
                  <a:pt x="8265" y="16171"/>
                </a:cubicBezTo>
                <a:lnTo>
                  <a:pt x="8265" y="16241"/>
                </a:lnTo>
                <a:cubicBezTo>
                  <a:pt x="7694" y="15196"/>
                  <a:pt x="7098" y="14175"/>
                  <a:pt x="6496" y="13180"/>
                </a:cubicBezTo>
                <a:cubicBezTo>
                  <a:pt x="6613" y="12575"/>
                  <a:pt x="6906" y="12105"/>
                  <a:pt x="7219" y="11611"/>
                </a:cubicBezTo>
                <a:cubicBezTo>
                  <a:pt x="7315" y="11459"/>
                  <a:pt x="7412" y="11305"/>
                  <a:pt x="7507" y="11143"/>
                </a:cubicBezTo>
                <a:cubicBezTo>
                  <a:pt x="7957" y="10378"/>
                  <a:pt x="8223" y="9537"/>
                  <a:pt x="8275" y="8711"/>
                </a:cubicBezTo>
                <a:cubicBezTo>
                  <a:pt x="8353" y="7515"/>
                  <a:pt x="7982" y="6322"/>
                  <a:pt x="7654" y="5268"/>
                </a:cubicBezTo>
                <a:cubicBezTo>
                  <a:pt x="7634" y="5204"/>
                  <a:pt x="7575" y="5159"/>
                  <a:pt x="7508" y="5159"/>
                </a:cubicBezTo>
                <a:cubicBezTo>
                  <a:pt x="7505" y="5159"/>
                  <a:pt x="7503" y="5159"/>
                  <a:pt x="7500" y="5159"/>
                </a:cubicBezTo>
                <a:cubicBezTo>
                  <a:pt x="7432" y="5162"/>
                  <a:pt x="7370" y="5214"/>
                  <a:pt x="7356" y="5282"/>
                </a:cubicBezTo>
                <a:cubicBezTo>
                  <a:pt x="7230" y="5889"/>
                  <a:pt x="6960" y="6469"/>
                  <a:pt x="6698" y="7030"/>
                </a:cubicBezTo>
                <a:cubicBezTo>
                  <a:pt x="6504" y="7444"/>
                  <a:pt x="6303" y="7874"/>
                  <a:pt x="6157" y="8318"/>
                </a:cubicBezTo>
                <a:cubicBezTo>
                  <a:pt x="5912" y="9063"/>
                  <a:pt x="5802" y="9887"/>
                  <a:pt x="5821" y="10838"/>
                </a:cubicBezTo>
                <a:cubicBezTo>
                  <a:pt x="5830" y="11309"/>
                  <a:pt x="5899" y="11778"/>
                  <a:pt x="5983" y="12237"/>
                </a:cubicBezTo>
                <a:cubicBezTo>
                  <a:pt x="5768" y="11830"/>
                  <a:pt x="5539" y="11429"/>
                  <a:pt x="5294" y="11039"/>
                </a:cubicBezTo>
                <a:cubicBezTo>
                  <a:pt x="5077" y="10539"/>
                  <a:pt x="4908" y="10046"/>
                  <a:pt x="4735" y="9537"/>
                </a:cubicBezTo>
                <a:cubicBezTo>
                  <a:pt x="4654" y="9301"/>
                  <a:pt x="4571" y="9059"/>
                  <a:pt x="4482" y="8813"/>
                </a:cubicBezTo>
                <a:cubicBezTo>
                  <a:pt x="4468" y="8535"/>
                  <a:pt x="4446" y="8260"/>
                  <a:pt x="4421" y="7993"/>
                </a:cubicBezTo>
                <a:cubicBezTo>
                  <a:pt x="4365" y="7418"/>
                  <a:pt x="4314" y="6874"/>
                  <a:pt x="4367" y="6295"/>
                </a:cubicBezTo>
                <a:cubicBezTo>
                  <a:pt x="4396" y="5989"/>
                  <a:pt x="4459" y="5676"/>
                  <a:pt x="4518" y="5372"/>
                </a:cubicBezTo>
                <a:cubicBezTo>
                  <a:pt x="4593" y="4994"/>
                  <a:pt x="4671" y="4601"/>
                  <a:pt x="4690" y="4202"/>
                </a:cubicBezTo>
                <a:cubicBezTo>
                  <a:pt x="4708" y="3795"/>
                  <a:pt x="4669" y="3415"/>
                  <a:pt x="4568" y="3039"/>
                </a:cubicBezTo>
                <a:cubicBezTo>
                  <a:pt x="4431" y="2531"/>
                  <a:pt x="4223" y="2006"/>
                  <a:pt x="3933" y="1433"/>
                </a:cubicBezTo>
                <a:cubicBezTo>
                  <a:pt x="3813" y="1196"/>
                  <a:pt x="3676" y="948"/>
                  <a:pt x="3515" y="673"/>
                </a:cubicBezTo>
                <a:cubicBezTo>
                  <a:pt x="3489" y="631"/>
                  <a:pt x="3443" y="567"/>
                  <a:pt x="3388" y="497"/>
                </a:cubicBezTo>
                <a:cubicBezTo>
                  <a:pt x="3320" y="406"/>
                  <a:pt x="3177" y="217"/>
                  <a:pt x="3168" y="154"/>
                </a:cubicBezTo>
                <a:cubicBezTo>
                  <a:pt x="3170" y="69"/>
                  <a:pt x="3102" y="1"/>
                  <a:pt x="3017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2" name="Google Shape;332;p28"/>
          <p:cNvGrpSpPr/>
          <p:nvPr/>
        </p:nvGrpSpPr>
        <p:grpSpPr>
          <a:xfrm rot="-4138903">
            <a:off x="7700797" y="3494249"/>
            <a:ext cx="1316147" cy="1749124"/>
            <a:chOff x="4377800" y="238100"/>
            <a:chExt cx="831525" cy="1105075"/>
          </a:xfrm>
        </p:grpSpPr>
        <p:sp>
          <p:nvSpPr>
            <p:cNvPr id="333" name="Google Shape;333;p28"/>
            <p:cNvSpPr/>
            <p:nvPr/>
          </p:nvSpPr>
          <p:spPr>
            <a:xfrm>
              <a:off x="4377800" y="238100"/>
              <a:ext cx="831525" cy="1105075"/>
            </a:xfrm>
            <a:custGeom>
              <a:rect b="b" l="l" r="r" t="t"/>
              <a:pathLst>
                <a:path extrusionOk="0" h="44203" w="33261">
                  <a:moveTo>
                    <a:pt x="19026" y="1"/>
                  </a:moveTo>
                  <a:cubicBezTo>
                    <a:pt x="18721" y="1"/>
                    <a:pt x="18455" y="237"/>
                    <a:pt x="18249" y="470"/>
                  </a:cubicBezTo>
                  <a:cubicBezTo>
                    <a:pt x="16743" y="2156"/>
                    <a:pt x="16057" y="4411"/>
                    <a:pt x="15564" y="6618"/>
                  </a:cubicBezTo>
                  <a:cubicBezTo>
                    <a:pt x="14995" y="9154"/>
                    <a:pt x="14625" y="11729"/>
                    <a:pt x="14461" y="14320"/>
                  </a:cubicBezTo>
                  <a:cubicBezTo>
                    <a:pt x="14541" y="12862"/>
                    <a:pt x="14581" y="11498"/>
                    <a:pt x="14101" y="9953"/>
                  </a:cubicBezTo>
                  <a:cubicBezTo>
                    <a:pt x="13755" y="8843"/>
                    <a:pt x="13095" y="6955"/>
                    <a:pt x="11733" y="6955"/>
                  </a:cubicBezTo>
                  <a:cubicBezTo>
                    <a:pt x="11597" y="6955"/>
                    <a:pt x="11454" y="6974"/>
                    <a:pt x="11304" y="7014"/>
                  </a:cubicBezTo>
                  <a:cubicBezTo>
                    <a:pt x="10862" y="7131"/>
                    <a:pt x="10498" y="7426"/>
                    <a:pt x="10196" y="7827"/>
                  </a:cubicBezTo>
                  <a:cubicBezTo>
                    <a:pt x="9260" y="9081"/>
                    <a:pt x="8920" y="11362"/>
                    <a:pt x="8659" y="12533"/>
                  </a:cubicBezTo>
                  <a:cubicBezTo>
                    <a:pt x="8124" y="14898"/>
                    <a:pt x="7903" y="17317"/>
                    <a:pt x="7720" y="19731"/>
                  </a:cubicBezTo>
                  <a:cubicBezTo>
                    <a:pt x="7626" y="20984"/>
                    <a:pt x="7546" y="22236"/>
                    <a:pt x="7442" y="23487"/>
                  </a:cubicBezTo>
                  <a:cubicBezTo>
                    <a:pt x="7361" y="24487"/>
                    <a:pt x="6944" y="25863"/>
                    <a:pt x="7094" y="26840"/>
                  </a:cubicBezTo>
                  <a:cubicBezTo>
                    <a:pt x="6923" y="25744"/>
                    <a:pt x="6741" y="24609"/>
                    <a:pt x="6131" y="23681"/>
                  </a:cubicBezTo>
                  <a:cubicBezTo>
                    <a:pt x="5628" y="22907"/>
                    <a:pt x="4744" y="22313"/>
                    <a:pt x="3849" y="22313"/>
                  </a:cubicBezTo>
                  <a:cubicBezTo>
                    <a:pt x="3667" y="22313"/>
                    <a:pt x="3485" y="22337"/>
                    <a:pt x="3305" y="22390"/>
                  </a:cubicBezTo>
                  <a:lnTo>
                    <a:pt x="3305" y="22389"/>
                  </a:lnTo>
                  <a:cubicBezTo>
                    <a:pt x="0" y="23336"/>
                    <a:pt x="1748" y="30179"/>
                    <a:pt x="1963" y="32546"/>
                  </a:cubicBezTo>
                  <a:cubicBezTo>
                    <a:pt x="2146" y="34563"/>
                    <a:pt x="2457" y="36569"/>
                    <a:pt x="2897" y="38546"/>
                  </a:cubicBezTo>
                  <a:cubicBezTo>
                    <a:pt x="2993" y="38986"/>
                    <a:pt x="4200" y="43207"/>
                    <a:pt x="4470" y="44052"/>
                  </a:cubicBezTo>
                  <a:cubicBezTo>
                    <a:pt x="4497" y="44149"/>
                    <a:pt x="4518" y="44201"/>
                    <a:pt x="4522" y="44202"/>
                  </a:cubicBezTo>
                  <a:cubicBezTo>
                    <a:pt x="4609" y="44160"/>
                    <a:pt x="4695" y="44117"/>
                    <a:pt x="4784" y="44077"/>
                  </a:cubicBezTo>
                  <a:cubicBezTo>
                    <a:pt x="9601" y="41702"/>
                    <a:pt x="14546" y="39627"/>
                    <a:pt x="19398" y="37395"/>
                  </a:cubicBezTo>
                  <a:cubicBezTo>
                    <a:pt x="20422" y="36922"/>
                    <a:pt x="21748" y="36351"/>
                    <a:pt x="22339" y="35331"/>
                  </a:cubicBezTo>
                  <a:cubicBezTo>
                    <a:pt x="22960" y="34259"/>
                    <a:pt x="23100" y="32824"/>
                    <a:pt x="21598" y="32594"/>
                  </a:cubicBezTo>
                  <a:cubicBezTo>
                    <a:pt x="21380" y="32560"/>
                    <a:pt x="21162" y="32546"/>
                    <a:pt x="20942" y="32546"/>
                  </a:cubicBezTo>
                  <a:cubicBezTo>
                    <a:pt x="20246" y="32546"/>
                    <a:pt x="19544" y="32691"/>
                    <a:pt x="18857" y="32834"/>
                  </a:cubicBezTo>
                  <a:cubicBezTo>
                    <a:pt x="19122" y="32353"/>
                    <a:pt x="20748" y="31825"/>
                    <a:pt x="21250" y="31557"/>
                  </a:cubicBezTo>
                  <a:cubicBezTo>
                    <a:pt x="22162" y="31067"/>
                    <a:pt x="23128" y="30626"/>
                    <a:pt x="24006" y="30084"/>
                  </a:cubicBezTo>
                  <a:cubicBezTo>
                    <a:pt x="25422" y="29202"/>
                    <a:pt x="26978" y="28522"/>
                    <a:pt x="28399" y="27607"/>
                  </a:cubicBezTo>
                  <a:cubicBezTo>
                    <a:pt x="29707" y="26764"/>
                    <a:pt x="32610" y="24320"/>
                    <a:pt x="31519" y="22474"/>
                  </a:cubicBezTo>
                  <a:cubicBezTo>
                    <a:pt x="31129" y="21816"/>
                    <a:pt x="30301" y="21661"/>
                    <a:pt x="29465" y="21661"/>
                  </a:cubicBezTo>
                  <a:cubicBezTo>
                    <a:pt x="28881" y="21661"/>
                    <a:pt x="28294" y="21737"/>
                    <a:pt x="27849" y="21768"/>
                  </a:cubicBezTo>
                  <a:cubicBezTo>
                    <a:pt x="26050" y="21899"/>
                    <a:pt x="24317" y="22491"/>
                    <a:pt x="22622" y="23072"/>
                  </a:cubicBezTo>
                  <a:cubicBezTo>
                    <a:pt x="24591" y="21993"/>
                    <a:pt x="26571" y="20904"/>
                    <a:pt x="28337" y="19521"/>
                  </a:cubicBezTo>
                  <a:cubicBezTo>
                    <a:pt x="30108" y="18138"/>
                    <a:pt x="31674" y="16434"/>
                    <a:pt x="32596" y="14385"/>
                  </a:cubicBezTo>
                  <a:cubicBezTo>
                    <a:pt x="33037" y="13412"/>
                    <a:pt x="33261" y="12119"/>
                    <a:pt x="32473" y="11398"/>
                  </a:cubicBezTo>
                  <a:cubicBezTo>
                    <a:pt x="32123" y="11077"/>
                    <a:pt x="31670" y="10963"/>
                    <a:pt x="31192" y="10963"/>
                  </a:cubicBezTo>
                  <a:cubicBezTo>
                    <a:pt x="30751" y="10963"/>
                    <a:pt x="30290" y="11060"/>
                    <a:pt x="29871" y="11184"/>
                  </a:cubicBezTo>
                  <a:cubicBezTo>
                    <a:pt x="27369" y="11923"/>
                    <a:pt x="25057" y="13290"/>
                    <a:pt x="23205" y="15124"/>
                  </a:cubicBezTo>
                  <a:cubicBezTo>
                    <a:pt x="26442" y="11604"/>
                    <a:pt x="29786" y="7898"/>
                    <a:pt x="31063" y="3287"/>
                  </a:cubicBezTo>
                  <a:cubicBezTo>
                    <a:pt x="31218" y="2726"/>
                    <a:pt x="31339" y="2139"/>
                    <a:pt x="31257" y="1559"/>
                  </a:cubicBezTo>
                  <a:cubicBezTo>
                    <a:pt x="31173" y="982"/>
                    <a:pt x="30844" y="410"/>
                    <a:pt x="30311" y="176"/>
                  </a:cubicBezTo>
                  <a:cubicBezTo>
                    <a:pt x="30124" y="94"/>
                    <a:pt x="29933" y="58"/>
                    <a:pt x="29740" y="58"/>
                  </a:cubicBezTo>
                  <a:cubicBezTo>
                    <a:pt x="29042" y="58"/>
                    <a:pt x="28330" y="531"/>
                    <a:pt x="27779" y="1021"/>
                  </a:cubicBezTo>
                  <a:cubicBezTo>
                    <a:pt x="24415" y="3991"/>
                    <a:pt x="22643" y="7956"/>
                    <a:pt x="20330" y="11684"/>
                  </a:cubicBezTo>
                  <a:cubicBezTo>
                    <a:pt x="20838" y="9628"/>
                    <a:pt x="21102" y="7510"/>
                    <a:pt x="21110" y="5391"/>
                  </a:cubicBezTo>
                  <a:cubicBezTo>
                    <a:pt x="21119" y="3597"/>
                    <a:pt x="20880" y="1657"/>
                    <a:pt x="19649" y="352"/>
                  </a:cubicBezTo>
                  <a:cubicBezTo>
                    <a:pt x="19499" y="192"/>
                    <a:pt x="19319" y="36"/>
                    <a:pt x="19102" y="6"/>
                  </a:cubicBezTo>
                  <a:cubicBezTo>
                    <a:pt x="19076" y="2"/>
                    <a:pt x="19051" y="1"/>
                    <a:pt x="1902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28"/>
            <p:cNvSpPr/>
            <p:nvPr/>
          </p:nvSpPr>
          <p:spPr>
            <a:xfrm>
              <a:off x="4483325" y="337500"/>
              <a:ext cx="651475" cy="1005675"/>
            </a:xfrm>
            <a:custGeom>
              <a:rect b="b" l="l" r="r" t="t"/>
              <a:pathLst>
                <a:path extrusionOk="0" h="40227" w="26059">
                  <a:moveTo>
                    <a:pt x="14281" y="1"/>
                  </a:moveTo>
                  <a:cubicBezTo>
                    <a:pt x="14274" y="1"/>
                    <a:pt x="14267" y="1"/>
                    <a:pt x="14260" y="2"/>
                  </a:cubicBezTo>
                  <a:cubicBezTo>
                    <a:pt x="14177" y="15"/>
                    <a:pt x="14121" y="93"/>
                    <a:pt x="14136" y="173"/>
                  </a:cubicBezTo>
                  <a:cubicBezTo>
                    <a:pt x="15310" y="7640"/>
                    <a:pt x="10841" y="20447"/>
                    <a:pt x="10621" y="21069"/>
                  </a:cubicBezTo>
                  <a:cubicBezTo>
                    <a:pt x="9744" y="22634"/>
                    <a:pt x="8850" y="24186"/>
                    <a:pt x="7969" y="25707"/>
                  </a:cubicBezTo>
                  <a:cubicBezTo>
                    <a:pt x="7926" y="25787"/>
                    <a:pt x="7878" y="25865"/>
                    <a:pt x="7833" y="25947"/>
                  </a:cubicBezTo>
                  <a:cubicBezTo>
                    <a:pt x="7972" y="20249"/>
                    <a:pt x="8077" y="14374"/>
                    <a:pt x="6408" y="8797"/>
                  </a:cubicBezTo>
                  <a:cubicBezTo>
                    <a:pt x="6389" y="8732"/>
                    <a:pt x="6330" y="8689"/>
                    <a:pt x="6267" y="8689"/>
                  </a:cubicBezTo>
                  <a:cubicBezTo>
                    <a:pt x="6253" y="8689"/>
                    <a:pt x="6238" y="8692"/>
                    <a:pt x="6224" y="8696"/>
                  </a:cubicBezTo>
                  <a:cubicBezTo>
                    <a:pt x="6144" y="8719"/>
                    <a:pt x="6103" y="8805"/>
                    <a:pt x="6124" y="8879"/>
                  </a:cubicBezTo>
                  <a:cubicBezTo>
                    <a:pt x="7818" y="14542"/>
                    <a:pt x="7673" y="20539"/>
                    <a:pt x="7528" y="26338"/>
                  </a:cubicBezTo>
                  <a:cubicBezTo>
                    <a:pt x="7528" y="26371"/>
                    <a:pt x="7540" y="26399"/>
                    <a:pt x="7556" y="26427"/>
                  </a:cubicBezTo>
                  <a:cubicBezTo>
                    <a:pt x="5893" y="29309"/>
                    <a:pt x="4195" y="32276"/>
                    <a:pt x="2644" y="35288"/>
                  </a:cubicBezTo>
                  <a:cubicBezTo>
                    <a:pt x="2155" y="30755"/>
                    <a:pt x="1372" y="26219"/>
                    <a:pt x="305" y="21791"/>
                  </a:cubicBezTo>
                  <a:cubicBezTo>
                    <a:pt x="288" y="21724"/>
                    <a:pt x="229" y="21680"/>
                    <a:pt x="160" y="21680"/>
                  </a:cubicBezTo>
                  <a:cubicBezTo>
                    <a:pt x="149" y="21680"/>
                    <a:pt x="137" y="21681"/>
                    <a:pt x="126" y="21684"/>
                  </a:cubicBezTo>
                  <a:cubicBezTo>
                    <a:pt x="48" y="21703"/>
                    <a:pt x="0" y="21781"/>
                    <a:pt x="18" y="21863"/>
                  </a:cubicBezTo>
                  <a:cubicBezTo>
                    <a:pt x="1118" y="26421"/>
                    <a:pt x="1919" y="31098"/>
                    <a:pt x="2400" y="35766"/>
                  </a:cubicBezTo>
                  <a:cubicBezTo>
                    <a:pt x="1671" y="37192"/>
                    <a:pt x="951" y="38632"/>
                    <a:pt x="249" y="40076"/>
                  </a:cubicBezTo>
                  <a:cubicBezTo>
                    <a:pt x="276" y="40173"/>
                    <a:pt x="297" y="40225"/>
                    <a:pt x="301" y="40226"/>
                  </a:cubicBezTo>
                  <a:cubicBezTo>
                    <a:pt x="388" y="40184"/>
                    <a:pt x="474" y="40141"/>
                    <a:pt x="564" y="40101"/>
                  </a:cubicBezTo>
                  <a:cubicBezTo>
                    <a:pt x="1225" y="38741"/>
                    <a:pt x="1905" y="37388"/>
                    <a:pt x="2588" y="36045"/>
                  </a:cubicBezTo>
                  <a:cubicBezTo>
                    <a:pt x="2611" y="36043"/>
                    <a:pt x="2633" y="36038"/>
                    <a:pt x="2650" y="36024"/>
                  </a:cubicBezTo>
                  <a:cubicBezTo>
                    <a:pt x="6404" y="33405"/>
                    <a:pt x="10775" y="31599"/>
                    <a:pt x="15281" y="30804"/>
                  </a:cubicBezTo>
                  <a:cubicBezTo>
                    <a:pt x="15365" y="30791"/>
                    <a:pt x="15418" y="30712"/>
                    <a:pt x="15403" y="30632"/>
                  </a:cubicBezTo>
                  <a:cubicBezTo>
                    <a:pt x="15389" y="30560"/>
                    <a:pt x="15328" y="30509"/>
                    <a:pt x="15255" y="30509"/>
                  </a:cubicBezTo>
                  <a:cubicBezTo>
                    <a:pt x="15247" y="30509"/>
                    <a:pt x="15239" y="30509"/>
                    <a:pt x="15231" y="30511"/>
                  </a:cubicBezTo>
                  <a:cubicBezTo>
                    <a:pt x="10827" y="31290"/>
                    <a:pt x="6555" y="33023"/>
                    <a:pt x="2851" y="35533"/>
                  </a:cubicBezTo>
                  <a:cubicBezTo>
                    <a:pt x="4478" y="32369"/>
                    <a:pt x="6267" y="29249"/>
                    <a:pt x="8014" y="26224"/>
                  </a:cubicBezTo>
                  <a:cubicBezTo>
                    <a:pt x="9795" y="24561"/>
                    <a:pt x="12218" y="23705"/>
                    <a:pt x="14752" y="22906"/>
                  </a:cubicBezTo>
                  <a:cubicBezTo>
                    <a:pt x="17486" y="22047"/>
                    <a:pt x="20169" y="21258"/>
                    <a:pt x="22947" y="21007"/>
                  </a:cubicBezTo>
                  <a:cubicBezTo>
                    <a:pt x="23027" y="21002"/>
                    <a:pt x="23086" y="20926"/>
                    <a:pt x="23080" y="20846"/>
                  </a:cubicBezTo>
                  <a:cubicBezTo>
                    <a:pt x="23071" y="20769"/>
                    <a:pt x="23006" y="20712"/>
                    <a:pt x="22930" y="20712"/>
                  </a:cubicBezTo>
                  <a:cubicBezTo>
                    <a:pt x="22926" y="20712"/>
                    <a:pt x="22923" y="20712"/>
                    <a:pt x="22919" y="20713"/>
                  </a:cubicBezTo>
                  <a:cubicBezTo>
                    <a:pt x="20113" y="20967"/>
                    <a:pt x="17413" y="21764"/>
                    <a:pt x="14664" y="22624"/>
                  </a:cubicBezTo>
                  <a:cubicBezTo>
                    <a:pt x="12381" y="23341"/>
                    <a:pt x="10190" y="24112"/>
                    <a:pt x="8453" y="25465"/>
                  </a:cubicBezTo>
                  <a:cubicBezTo>
                    <a:pt x="9249" y="24081"/>
                    <a:pt x="10059" y="22672"/>
                    <a:pt x="10858" y="21250"/>
                  </a:cubicBezTo>
                  <a:cubicBezTo>
                    <a:pt x="15348" y="16883"/>
                    <a:pt x="20428" y="13178"/>
                    <a:pt x="25962" y="10234"/>
                  </a:cubicBezTo>
                  <a:cubicBezTo>
                    <a:pt x="26032" y="10197"/>
                    <a:pt x="26059" y="10108"/>
                    <a:pt x="26021" y="10038"/>
                  </a:cubicBezTo>
                  <a:cubicBezTo>
                    <a:pt x="25993" y="9985"/>
                    <a:pt x="25942" y="9956"/>
                    <a:pt x="25890" y="9956"/>
                  </a:cubicBezTo>
                  <a:cubicBezTo>
                    <a:pt x="25867" y="9956"/>
                    <a:pt x="25844" y="9962"/>
                    <a:pt x="25822" y="9973"/>
                  </a:cubicBezTo>
                  <a:cubicBezTo>
                    <a:pt x="20548" y="12780"/>
                    <a:pt x="15684" y="16280"/>
                    <a:pt x="11345" y="20379"/>
                  </a:cubicBezTo>
                  <a:cubicBezTo>
                    <a:pt x="11770" y="19613"/>
                    <a:pt x="12190" y="18850"/>
                    <a:pt x="12603" y="18082"/>
                  </a:cubicBezTo>
                  <a:cubicBezTo>
                    <a:pt x="15521" y="12628"/>
                    <a:pt x="19133" y="6281"/>
                    <a:pt x="23801" y="559"/>
                  </a:cubicBezTo>
                  <a:cubicBezTo>
                    <a:pt x="23852" y="498"/>
                    <a:pt x="23841" y="403"/>
                    <a:pt x="23780" y="350"/>
                  </a:cubicBezTo>
                  <a:cubicBezTo>
                    <a:pt x="23752" y="330"/>
                    <a:pt x="23719" y="319"/>
                    <a:pt x="23686" y="319"/>
                  </a:cubicBezTo>
                  <a:cubicBezTo>
                    <a:pt x="23643" y="319"/>
                    <a:pt x="23600" y="337"/>
                    <a:pt x="23571" y="371"/>
                  </a:cubicBezTo>
                  <a:cubicBezTo>
                    <a:pt x="18887" y="6115"/>
                    <a:pt x="15268" y="12475"/>
                    <a:pt x="12342" y="17944"/>
                  </a:cubicBezTo>
                  <a:cubicBezTo>
                    <a:pt x="12031" y="18524"/>
                    <a:pt x="11714" y="19102"/>
                    <a:pt x="11395" y="19682"/>
                  </a:cubicBezTo>
                  <a:cubicBezTo>
                    <a:pt x="12587" y="15964"/>
                    <a:pt x="15395" y="6275"/>
                    <a:pt x="14426" y="125"/>
                  </a:cubicBezTo>
                  <a:cubicBezTo>
                    <a:pt x="14417" y="54"/>
                    <a:pt x="14351" y="1"/>
                    <a:pt x="1428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35" name="Google Shape;335;p28"/>
          <p:cNvSpPr/>
          <p:nvPr/>
        </p:nvSpPr>
        <p:spPr>
          <a:xfrm rot="-906362">
            <a:off x="-235864" y="3822851"/>
            <a:ext cx="1466472" cy="1208225"/>
          </a:xfrm>
          <a:custGeom>
            <a:rect b="b" l="l" r="r" t="t"/>
            <a:pathLst>
              <a:path extrusionOk="0" h="29503" w="35809">
                <a:moveTo>
                  <a:pt x="15987" y="1"/>
                </a:moveTo>
                <a:cubicBezTo>
                  <a:pt x="15307" y="1"/>
                  <a:pt x="14281" y="3232"/>
                  <a:pt x="14368" y="6973"/>
                </a:cubicBezTo>
                <a:cubicBezTo>
                  <a:pt x="14458" y="10828"/>
                  <a:pt x="15190" y="13875"/>
                  <a:pt x="15404" y="14690"/>
                </a:cubicBezTo>
                <a:cubicBezTo>
                  <a:pt x="14257" y="15585"/>
                  <a:pt x="13139" y="16472"/>
                  <a:pt x="12154" y="17278"/>
                </a:cubicBezTo>
                <a:cubicBezTo>
                  <a:pt x="12377" y="15499"/>
                  <a:pt x="13438" y="6337"/>
                  <a:pt x="11926" y="5049"/>
                </a:cubicBezTo>
                <a:cubicBezTo>
                  <a:pt x="11844" y="4980"/>
                  <a:pt x="11771" y="4947"/>
                  <a:pt x="11706" y="4947"/>
                </a:cubicBezTo>
                <a:cubicBezTo>
                  <a:pt x="10531" y="4947"/>
                  <a:pt x="11858" y="15586"/>
                  <a:pt x="12085" y="17335"/>
                </a:cubicBezTo>
                <a:cubicBezTo>
                  <a:pt x="11392" y="17902"/>
                  <a:pt x="10768" y="18428"/>
                  <a:pt x="10252" y="18884"/>
                </a:cubicBezTo>
                <a:cubicBezTo>
                  <a:pt x="9784" y="19295"/>
                  <a:pt x="9290" y="19737"/>
                  <a:pt x="8781" y="20197"/>
                </a:cubicBezTo>
                <a:cubicBezTo>
                  <a:pt x="8837" y="19388"/>
                  <a:pt x="8963" y="17101"/>
                  <a:pt x="8739" y="15321"/>
                </a:cubicBezTo>
                <a:cubicBezTo>
                  <a:pt x="8461" y="13121"/>
                  <a:pt x="8054" y="9892"/>
                  <a:pt x="7037" y="8882"/>
                </a:cubicBezTo>
                <a:cubicBezTo>
                  <a:pt x="6947" y="8793"/>
                  <a:pt x="6865" y="8751"/>
                  <a:pt x="6789" y="8751"/>
                </a:cubicBezTo>
                <a:cubicBezTo>
                  <a:pt x="6001" y="8751"/>
                  <a:pt x="5945" y="13255"/>
                  <a:pt x="6706" y="16066"/>
                </a:cubicBezTo>
                <a:cubicBezTo>
                  <a:pt x="7376" y="18540"/>
                  <a:pt x="8293" y="19896"/>
                  <a:pt x="8628" y="20336"/>
                </a:cubicBezTo>
                <a:cubicBezTo>
                  <a:pt x="7462" y="21390"/>
                  <a:pt x="6232" y="22525"/>
                  <a:pt x="5096" y="23580"/>
                </a:cubicBezTo>
                <a:cubicBezTo>
                  <a:pt x="4742" y="21933"/>
                  <a:pt x="2590" y="12171"/>
                  <a:pt x="1305" y="11870"/>
                </a:cubicBezTo>
                <a:cubicBezTo>
                  <a:pt x="1249" y="11856"/>
                  <a:pt x="1196" y="11850"/>
                  <a:pt x="1148" y="11850"/>
                </a:cubicBezTo>
                <a:cubicBezTo>
                  <a:pt x="0" y="11850"/>
                  <a:pt x="1144" y="15497"/>
                  <a:pt x="2010" y="18541"/>
                </a:cubicBezTo>
                <a:cubicBezTo>
                  <a:pt x="2773" y="21225"/>
                  <a:pt x="4488" y="23142"/>
                  <a:pt x="5000" y="23669"/>
                </a:cubicBezTo>
                <a:cubicBezTo>
                  <a:pt x="2665" y="25843"/>
                  <a:pt x="761" y="27656"/>
                  <a:pt x="729" y="27687"/>
                </a:cubicBezTo>
                <a:cubicBezTo>
                  <a:pt x="645" y="27766"/>
                  <a:pt x="643" y="27898"/>
                  <a:pt x="722" y="27982"/>
                </a:cubicBezTo>
                <a:cubicBezTo>
                  <a:pt x="763" y="28024"/>
                  <a:pt x="818" y="28046"/>
                  <a:pt x="873" y="28046"/>
                </a:cubicBezTo>
                <a:cubicBezTo>
                  <a:pt x="924" y="28046"/>
                  <a:pt x="976" y="28027"/>
                  <a:pt x="1015" y="27989"/>
                </a:cubicBezTo>
                <a:cubicBezTo>
                  <a:pt x="1044" y="27961"/>
                  <a:pt x="2508" y="26567"/>
                  <a:pt x="4438" y="24762"/>
                </a:cubicBezTo>
                <a:cubicBezTo>
                  <a:pt x="4937" y="25299"/>
                  <a:pt x="7022" y="27416"/>
                  <a:pt x="9822" y="28442"/>
                </a:cubicBezTo>
                <a:cubicBezTo>
                  <a:pt x="11569" y="29082"/>
                  <a:pt x="13043" y="29502"/>
                  <a:pt x="13944" y="29502"/>
                </a:cubicBezTo>
                <a:cubicBezTo>
                  <a:pt x="14706" y="29502"/>
                  <a:pt x="15060" y="29202"/>
                  <a:pt x="14824" y="28481"/>
                </a:cubicBezTo>
                <a:cubicBezTo>
                  <a:pt x="14353" y="27037"/>
                  <a:pt x="5935" y="25011"/>
                  <a:pt x="4525" y="24682"/>
                </a:cubicBezTo>
                <a:cubicBezTo>
                  <a:pt x="5736" y="23550"/>
                  <a:pt x="7122" y="22265"/>
                  <a:pt x="8453" y="21056"/>
                </a:cubicBezTo>
                <a:cubicBezTo>
                  <a:pt x="9028" y="21495"/>
                  <a:pt x="11038" y="22939"/>
                  <a:pt x="13519" y="23705"/>
                </a:cubicBezTo>
                <a:cubicBezTo>
                  <a:pt x="14917" y="24137"/>
                  <a:pt x="16280" y="24373"/>
                  <a:pt x="17219" y="24373"/>
                </a:cubicBezTo>
                <a:cubicBezTo>
                  <a:pt x="18262" y="24373"/>
                  <a:pt x="18784" y="24082"/>
                  <a:pt x="18253" y="23442"/>
                </a:cubicBezTo>
                <a:cubicBezTo>
                  <a:pt x="17346" y="22351"/>
                  <a:pt x="10041" y="21192"/>
                  <a:pt x="8551" y="20966"/>
                </a:cubicBezTo>
                <a:cubicBezTo>
                  <a:pt x="9238" y="20343"/>
                  <a:pt x="9907" y="19742"/>
                  <a:pt x="10527" y="19194"/>
                </a:cubicBezTo>
                <a:cubicBezTo>
                  <a:pt x="11026" y="18755"/>
                  <a:pt x="11626" y="18249"/>
                  <a:pt x="12292" y="17703"/>
                </a:cubicBezTo>
                <a:cubicBezTo>
                  <a:pt x="13223" y="18361"/>
                  <a:pt x="17658" y="21405"/>
                  <a:pt x="20039" y="21405"/>
                </a:cubicBezTo>
                <a:cubicBezTo>
                  <a:pt x="20668" y="21405"/>
                  <a:pt x="21154" y="21192"/>
                  <a:pt x="21393" y="20666"/>
                </a:cubicBezTo>
                <a:cubicBezTo>
                  <a:pt x="22518" y="18195"/>
                  <a:pt x="14163" y="17671"/>
                  <a:pt x="12429" y="17590"/>
                </a:cubicBezTo>
                <a:cubicBezTo>
                  <a:pt x="13473" y="16737"/>
                  <a:pt x="14669" y="15789"/>
                  <a:pt x="15889" y="14839"/>
                </a:cubicBezTo>
                <a:cubicBezTo>
                  <a:pt x="16572" y="15469"/>
                  <a:pt x="21288" y="19753"/>
                  <a:pt x="23143" y="19753"/>
                </a:cubicBezTo>
                <a:cubicBezTo>
                  <a:pt x="23456" y="19753"/>
                  <a:pt x="23687" y="19631"/>
                  <a:pt x="23804" y="19349"/>
                </a:cubicBezTo>
                <a:cubicBezTo>
                  <a:pt x="24607" y="17414"/>
                  <a:pt x="17037" y="15122"/>
                  <a:pt x="15939" y="14801"/>
                </a:cubicBezTo>
                <a:cubicBezTo>
                  <a:pt x="16884" y="14064"/>
                  <a:pt x="17842" y="13326"/>
                  <a:pt x="18753" y="12632"/>
                </a:cubicBezTo>
                <a:cubicBezTo>
                  <a:pt x="19677" y="13167"/>
                  <a:pt x="23672" y="15409"/>
                  <a:pt x="25766" y="15409"/>
                </a:cubicBezTo>
                <a:cubicBezTo>
                  <a:pt x="26368" y="15409"/>
                  <a:pt x="26812" y="15224"/>
                  <a:pt x="26983" y="14760"/>
                </a:cubicBezTo>
                <a:cubicBezTo>
                  <a:pt x="27726" y="12728"/>
                  <a:pt x="20565" y="12536"/>
                  <a:pt x="18900" y="12519"/>
                </a:cubicBezTo>
                <a:cubicBezTo>
                  <a:pt x="19594" y="11990"/>
                  <a:pt x="20257" y="11488"/>
                  <a:pt x="20864" y="11030"/>
                </a:cubicBezTo>
                <a:cubicBezTo>
                  <a:pt x="21653" y="11329"/>
                  <a:pt x="24365" y="12297"/>
                  <a:pt x="26536" y="12297"/>
                </a:cubicBezTo>
                <a:cubicBezTo>
                  <a:pt x="27567" y="12297"/>
                  <a:pt x="28476" y="12079"/>
                  <a:pt x="29000" y="11468"/>
                </a:cubicBezTo>
                <a:cubicBezTo>
                  <a:pt x="29730" y="10616"/>
                  <a:pt x="28546" y="10360"/>
                  <a:pt x="26858" y="10360"/>
                </a:cubicBezTo>
                <a:cubicBezTo>
                  <a:pt x="24844" y="10360"/>
                  <a:pt x="22113" y="10725"/>
                  <a:pt x="21068" y="10877"/>
                </a:cubicBezTo>
                <a:cubicBezTo>
                  <a:pt x="22154" y="10058"/>
                  <a:pt x="23038" y="9398"/>
                  <a:pt x="23557" y="9010"/>
                </a:cubicBezTo>
                <a:cubicBezTo>
                  <a:pt x="24913" y="8524"/>
                  <a:pt x="28112" y="7282"/>
                  <a:pt x="30457" y="5643"/>
                </a:cubicBezTo>
                <a:cubicBezTo>
                  <a:pt x="33505" y="3511"/>
                  <a:pt x="35808" y="1748"/>
                  <a:pt x="34285" y="1564"/>
                </a:cubicBezTo>
                <a:cubicBezTo>
                  <a:pt x="34255" y="1560"/>
                  <a:pt x="34222" y="1558"/>
                  <a:pt x="34187" y="1558"/>
                </a:cubicBezTo>
                <a:cubicBezTo>
                  <a:pt x="32630" y="1558"/>
                  <a:pt x="26873" y="5224"/>
                  <a:pt x="23715" y="8376"/>
                </a:cubicBezTo>
                <a:cubicBezTo>
                  <a:pt x="23400" y="8610"/>
                  <a:pt x="22367" y="9377"/>
                  <a:pt x="20979" y="10423"/>
                </a:cubicBezTo>
                <a:cubicBezTo>
                  <a:pt x="22252" y="8480"/>
                  <a:pt x="26568" y="1726"/>
                  <a:pt x="25050" y="1726"/>
                </a:cubicBezTo>
                <a:cubicBezTo>
                  <a:pt x="24989" y="1726"/>
                  <a:pt x="24920" y="1736"/>
                  <a:pt x="24840" y="1758"/>
                </a:cubicBezTo>
                <a:cubicBezTo>
                  <a:pt x="22704" y="2355"/>
                  <a:pt x="21055" y="9093"/>
                  <a:pt x="20705" y="10630"/>
                </a:cubicBezTo>
                <a:cubicBezTo>
                  <a:pt x="19973" y="11182"/>
                  <a:pt x="19154" y="11802"/>
                  <a:pt x="18298" y="12456"/>
                </a:cubicBezTo>
                <a:cubicBezTo>
                  <a:pt x="18846" y="10632"/>
                  <a:pt x="21322" y="2040"/>
                  <a:pt x="19462" y="1752"/>
                </a:cubicBezTo>
                <a:cubicBezTo>
                  <a:pt x="19433" y="1747"/>
                  <a:pt x="19404" y="1745"/>
                  <a:pt x="19376" y="1745"/>
                </a:cubicBezTo>
                <a:cubicBezTo>
                  <a:pt x="17577" y="1745"/>
                  <a:pt x="18076" y="10917"/>
                  <a:pt x="18179" y="12548"/>
                </a:cubicBezTo>
                <a:cubicBezTo>
                  <a:pt x="17325" y="13200"/>
                  <a:pt x="16438" y="13884"/>
                  <a:pt x="15563" y="14566"/>
                </a:cubicBezTo>
                <a:cubicBezTo>
                  <a:pt x="15836" y="13622"/>
                  <a:pt x="16579" y="10903"/>
                  <a:pt x="16774" y="8720"/>
                </a:cubicBezTo>
                <a:cubicBezTo>
                  <a:pt x="17014" y="6033"/>
                  <a:pt x="16925" y="2211"/>
                  <a:pt x="16353" y="444"/>
                </a:cubicBezTo>
                <a:cubicBezTo>
                  <a:pt x="16255" y="140"/>
                  <a:pt x="16128" y="1"/>
                  <a:pt x="15987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28"/>
          <p:cNvSpPr/>
          <p:nvPr/>
        </p:nvSpPr>
        <p:spPr>
          <a:xfrm flipH="1">
            <a:off x="1860117" y="104687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28"/>
          <p:cNvSpPr/>
          <p:nvPr/>
        </p:nvSpPr>
        <p:spPr>
          <a:xfrm>
            <a:off x="7168574" y="4756563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28"/>
          <p:cNvSpPr/>
          <p:nvPr/>
        </p:nvSpPr>
        <p:spPr>
          <a:xfrm flipH="1" rot="6046195">
            <a:off x="340538" y="1852136"/>
            <a:ext cx="122991" cy="19202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28"/>
          <p:cNvSpPr/>
          <p:nvPr/>
        </p:nvSpPr>
        <p:spPr>
          <a:xfrm>
            <a:off x="8610035" y="14281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28"/>
          <p:cNvSpPr/>
          <p:nvPr/>
        </p:nvSpPr>
        <p:spPr>
          <a:xfrm flipH="1" rot="2467119">
            <a:off x="2608371" y="4783002"/>
            <a:ext cx="174648" cy="21294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28"/>
          <p:cNvSpPr/>
          <p:nvPr/>
        </p:nvSpPr>
        <p:spPr>
          <a:xfrm rot="1718599">
            <a:off x="3596791" y="819998"/>
            <a:ext cx="271601" cy="90174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BLANK_1_2_2"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9"/>
          <p:cNvSpPr txBox="1"/>
          <p:nvPr>
            <p:ph type="title"/>
          </p:nvPr>
        </p:nvSpPr>
        <p:spPr>
          <a:xfrm>
            <a:off x="2233438" y="1461625"/>
            <a:ext cx="3270600" cy="1628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44" name="Google Shape;344;p29"/>
          <p:cNvSpPr txBox="1"/>
          <p:nvPr>
            <p:ph hasCustomPrompt="1" idx="2" type="title"/>
          </p:nvPr>
        </p:nvSpPr>
        <p:spPr>
          <a:xfrm>
            <a:off x="941813" y="2139900"/>
            <a:ext cx="1298400" cy="86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9pPr>
          </a:lstStyle>
          <a:p>
            <a:r>
              <a:t>xx%</a:t>
            </a:r>
          </a:p>
        </p:txBody>
      </p:sp>
      <p:sp>
        <p:nvSpPr>
          <p:cNvPr id="345" name="Google Shape;345;p29"/>
          <p:cNvSpPr txBox="1"/>
          <p:nvPr>
            <p:ph idx="1" type="subTitle"/>
          </p:nvPr>
        </p:nvSpPr>
        <p:spPr>
          <a:xfrm>
            <a:off x="2233450" y="3035375"/>
            <a:ext cx="3270600" cy="64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6" name="Google Shape;346;p29"/>
          <p:cNvSpPr/>
          <p:nvPr/>
        </p:nvSpPr>
        <p:spPr>
          <a:xfrm flipH="1" rot="-10474309">
            <a:off x="8805886" y="1044667"/>
            <a:ext cx="150932" cy="184027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29"/>
          <p:cNvSpPr/>
          <p:nvPr/>
        </p:nvSpPr>
        <p:spPr>
          <a:xfrm>
            <a:off x="447625" y="339625"/>
            <a:ext cx="111775" cy="105400"/>
          </a:xfrm>
          <a:custGeom>
            <a:rect b="b" l="l" r="r" t="t"/>
            <a:pathLst>
              <a:path extrusionOk="0" h="4216" w="4471">
                <a:moveTo>
                  <a:pt x="2432" y="1"/>
                </a:moveTo>
                <a:cubicBezTo>
                  <a:pt x="2379" y="1"/>
                  <a:pt x="2332" y="37"/>
                  <a:pt x="2320" y="92"/>
                </a:cubicBezTo>
                <a:lnTo>
                  <a:pt x="1960" y="1746"/>
                </a:lnTo>
                <a:cubicBezTo>
                  <a:pt x="1364" y="1561"/>
                  <a:pt x="761" y="1402"/>
                  <a:pt x="152" y="1271"/>
                </a:cubicBezTo>
                <a:cubicBezTo>
                  <a:pt x="143" y="1269"/>
                  <a:pt x="135" y="1268"/>
                  <a:pt x="126" y="1268"/>
                </a:cubicBezTo>
                <a:cubicBezTo>
                  <a:pt x="73" y="1268"/>
                  <a:pt x="26" y="1305"/>
                  <a:pt x="15" y="1359"/>
                </a:cubicBezTo>
                <a:cubicBezTo>
                  <a:pt x="1" y="1422"/>
                  <a:pt x="40" y="1482"/>
                  <a:pt x="103" y="1496"/>
                </a:cubicBezTo>
                <a:cubicBezTo>
                  <a:pt x="712" y="1627"/>
                  <a:pt x="1315" y="1787"/>
                  <a:pt x="1911" y="1972"/>
                </a:cubicBezTo>
                <a:lnTo>
                  <a:pt x="1454" y="4076"/>
                </a:lnTo>
                <a:cubicBezTo>
                  <a:pt x="1440" y="4137"/>
                  <a:pt x="1481" y="4199"/>
                  <a:pt x="1543" y="4213"/>
                </a:cubicBezTo>
                <a:cubicBezTo>
                  <a:pt x="1551" y="4215"/>
                  <a:pt x="1559" y="4215"/>
                  <a:pt x="1567" y="4215"/>
                </a:cubicBezTo>
                <a:cubicBezTo>
                  <a:pt x="1620" y="4215"/>
                  <a:pt x="1668" y="4178"/>
                  <a:pt x="1681" y="4125"/>
                </a:cubicBezTo>
                <a:lnTo>
                  <a:pt x="2132" y="2041"/>
                </a:lnTo>
                <a:cubicBezTo>
                  <a:pt x="2867" y="2278"/>
                  <a:pt x="3589" y="2554"/>
                  <a:pt x="4292" y="2870"/>
                </a:cubicBezTo>
                <a:cubicBezTo>
                  <a:pt x="4307" y="2876"/>
                  <a:pt x="4323" y="2880"/>
                  <a:pt x="4338" y="2880"/>
                </a:cubicBezTo>
                <a:cubicBezTo>
                  <a:pt x="4382" y="2880"/>
                  <a:pt x="4425" y="2854"/>
                  <a:pt x="4443" y="2812"/>
                </a:cubicBezTo>
                <a:cubicBezTo>
                  <a:pt x="4470" y="2754"/>
                  <a:pt x="4443" y="2685"/>
                  <a:pt x="4385" y="2660"/>
                </a:cubicBezTo>
                <a:cubicBezTo>
                  <a:pt x="3669" y="2337"/>
                  <a:pt x="2931" y="2056"/>
                  <a:pt x="2182" y="1815"/>
                </a:cubicBezTo>
                <a:lnTo>
                  <a:pt x="2546" y="140"/>
                </a:lnTo>
                <a:cubicBezTo>
                  <a:pt x="2559" y="78"/>
                  <a:pt x="2519" y="16"/>
                  <a:pt x="2457" y="3"/>
                </a:cubicBezTo>
                <a:cubicBezTo>
                  <a:pt x="2448" y="1"/>
                  <a:pt x="2440" y="1"/>
                  <a:pt x="243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29"/>
          <p:cNvSpPr/>
          <p:nvPr/>
        </p:nvSpPr>
        <p:spPr>
          <a:xfrm>
            <a:off x="269274" y="3563888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29"/>
          <p:cNvSpPr/>
          <p:nvPr/>
        </p:nvSpPr>
        <p:spPr>
          <a:xfrm flipH="1">
            <a:off x="8592392" y="1861887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50" name="Google Shape;350;p29"/>
          <p:cNvGrpSpPr/>
          <p:nvPr/>
        </p:nvGrpSpPr>
        <p:grpSpPr>
          <a:xfrm>
            <a:off x="8517352" y="3467757"/>
            <a:ext cx="355216" cy="305683"/>
            <a:chOff x="2581492" y="1663973"/>
            <a:chExt cx="447094" cy="384748"/>
          </a:xfrm>
        </p:grpSpPr>
        <p:sp>
          <p:nvSpPr>
            <p:cNvPr id="351" name="Google Shape;351;p29"/>
            <p:cNvSpPr/>
            <p:nvPr/>
          </p:nvSpPr>
          <p:spPr>
            <a:xfrm flipH="1">
              <a:off x="2581492" y="1663973"/>
              <a:ext cx="447094" cy="384748"/>
            </a:xfrm>
            <a:custGeom>
              <a:rect b="b" l="l" r="r" t="t"/>
              <a:pathLst>
                <a:path extrusionOk="0" h="19211" w="22324">
                  <a:moveTo>
                    <a:pt x="17667" y="1"/>
                  </a:moveTo>
                  <a:cubicBezTo>
                    <a:pt x="17065" y="1"/>
                    <a:pt x="16463" y="115"/>
                    <a:pt x="15909" y="347"/>
                  </a:cubicBezTo>
                  <a:cubicBezTo>
                    <a:pt x="14973" y="735"/>
                    <a:pt x="14197" y="1443"/>
                    <a:pt x="13444" y="2105"/>
                  </a:cubicBezTo>
                  <a:cubicBezTo>
                    <a:pt x="10020" y="5140"/>
                    <a:pt x="6505" y="8085"/>
                    <a:pt x="2944" y="10938"/>
                  </a:cubicBezTo>
                  <a:cubicBezTo>
                    <a:pt x="2283" y="11440"/>
                    <a:pt x="1643" y="11965"/>
                    <a:pt x="1164" y="12627"/>
                  </a:cubicBezTo>
                  <a:cubicBezTo>
                    <a:pt x="0" y="14293"/>
                    <a:pt x="297" y="16827"/>
                    <a:pt x="1826" y="18174"/>
                  </a:cubicBezTo>
                  <a:cubicBezTo>
                    <a:pt x="2610" y="18875"/>
                    <a:pt x="3686" y="19211"/>
                    <a:pt x="4730" y="19211"/>
                  </a:cubicBezTo>
                  <a:cubicBezTo>
                    <a:pt x="5690" y="19211"/>
                    <a:pt x="6625" y="18926"/>
                    <a:pt x="7281" y="18379"/>
                  </a:cubicBezTo>
                  <a:cubicBezTo>
                    <a:pt x="11230" y="15115"/>
                    <a:pt x="15179" y="11874"/>
                    <a:pt x="19128" y="8610"/>
                  </a:cubicBezTo>
                  <a:cubicBezTo>
                    <a:pt x="20178" y="7742"/>
                    <a:pt x="21273" y="6829"/>
                    <a:pt x="21753" y="5551"/>
                  </a:cubicBezTo>
                  <a:cubicBezTo>
                    <a:pt x="22323" y="4022"/>
                    <a:pt x="21821" y="2127"/>
                    <a:pt x="20566" y="1055"/>
                  </a:cubicBezTo>
                  <a:cubicBezTo>
                    <a:pt x="19780" y="356"/>
                    <a:pt x="18725" y="1"/>
                    <a:pt x="1766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" name="Google Shape;352;p29"/>
            <p:cNvSpPr/>
            <p:nvPr/>
          </p:nvSpPr>
          <p:spPr>
            <a:xfrm flipH="1">
              <a:off x="2584239" y="1703363"/>
              <a:ext cx="418294" cy="345354"/>
            </a:xfrm>
            <a:custGeom>
              <a:rect b="b" l="l" r="r" t="t"/>
              <a:pathLst>
                <a:path extrusionOk="0" h="17244" w="20886">
                  <a:moveTo>
                    <a:pt x="20041" y="1"/>
                  </a:moveTo>
                  <a:cubicBezTo>
                    <a:pt x="20041" y="23"/>
                    <a:pt x="20223" y="1827"/>
                    <a:pt x="17370" y="4360"/>
                  </a:cubicBezTo>
                  <a:cubicBezTo>
                    <a:pt x="14494" y="6917"/>
                    <a:pt x="5661" y="13924"/>
                    <a:pt x="4337" y="14677"/>
                  </a:cubicBezTo>
                  <a:cubicBezTo>
                    <a:pt x="3328" y="15251"/>
                    <a:pt x="2002" y="15785"/>
                    <a:pt x="923" y="15785"/>
                  </a:cubicBezTo>
                  <a:cubicBezTo>
                    <a:pt x="585" y="15785"/>
                    <a:pt x="272" y="15733"/>
                    <a:pt x="0" y="15613"/>
                  </a:cubicBezTo>
                  <a:lnTo>
                    <a:pt x="0" y="15613"/>
                  </a:lnTo>
                  <a:cubicBezTo>
                    <a:pt x="137" y="15819"/>
                    <a:pt x="320" y="16024"/>
                    <a:pt x="525" y="16207"/>
                  </a:cubicBezTo>
                  <a:cubicBezTo>
                    <a:pt x="1309" y="16908"/>
                    <a:pt x="2385" y="17244"/>
                    <a:pt x="3429" y="17244"/>
                  </a:cubicBezTo>
                  <a:cubicBezTo>
                    <a:pt x="4389" y="17244"/>
                    <a:pt x="5324" y="16959"/>
                    <a:pt x="5980" y="16412"/>
                  </a:cubicBezTo>
                  <a:cubicBezTo>
                    <a:pt x="9929" y="13148"/>
                    <a:pt x="13878" y="9907"/>
                    <a:pt x="17827" y="6643"/>
                  </a:cubicBezTo>
                  <a:cubicBezTo>
                    <a:pt x="18877" y="5775"/>
                    <a:pt x="19972" y="4862"/>
                    <a:pt x="20452" y="3584"/>
                  </a:cubicBezTo>
                  <a:cubicBezTo>
                    <a:pt x="20885" y="2420"/>
                    <a:pt x="20703" y="1051"/>
                    <a:pt x="200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29"/>
            <p:cNvSpPr/>
            <p:nvPr/>
          </p:nvSpPr>
          <p:spPr>
            <a:xfrm flipH="1">
              <a:off x="2754289" y="1801187"/>
              <a:ext cx="274297" cy="247520"/>
            </a:xfrm>
            <a:custGeom>
              <a:rect b="b" l="l" r="r" t="t"/>
              <a:pathLst>
                <a:path extrusionOk="0" h="12359" w="13696">
                  <a:moveTo>
                    <a:pt x="7920" y="0"/>
                  </a:moveTo>
                  <a:cubicBezTo>
                    <a:pt x="6277" y="1370"/>
                    <a:pt x="4611" y="2739"/>
                    <a:pt x="2944" y="4086"/>
                  </a:cubicBezTo>
                  <a:cubicBezTo>
                    <a:pt x="2283" y="4588"/>
                    <a:pt x="1643" y="5113"/>
                    <a:pt x="1164" y="5775"/>
                  </a:cubicBezTo>
                  <a:cubicBezTo>
                    <a:pt x="0" y="7441"/>
                    <a:pt x="297" y="9975"/>
                    <a:pt x="1826" y="11322"/>
                  </a:cubicBezTo>
                  <a:cubicBezTo>
                    <a:pt x="2610" y="12023"/>
                    <a:pt x="3686" y="12359"/>
                    <a:pt x="4730" y="12359"/>
                  </a:cubicBezTo>
                  <a:cubicBezTo>
                    <a:pt x="5690" y="12359"/>
                    <a:pt x="6625" y="12074"/>
                    <a:pt x="7281" y="11527"/>
                  </a:cubicBezTo>
                  <a:cubicBezTo>
                    <a:pt x="9381" y="9792"/>
                    <a:pt x="11481" y="8080"/>
                    <a:pt x="13581" y="6346"/>
                  </a:cubicBezTo>
                  <a:cubicBezTo>
                    <a:pt x="13695" y="4771"/>
                    <a:pt x="13170" y="3150"/>
                    <a:pt x="12120" y="1986"/>
                  </a:cubicBezTo>
                  <a:cubicBezTo>
                    <a:pt x="11070" y="799"/>
                    <a:pt x="9518" y="69"/>
                    <a:pt x="79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29"/>
            <p:cNvSpPr/>
            <p:nvPr/>
          </p:nvSpPr>
          <p:spPr>
            <a:xfrm flipH="1">
              <a:off x="2755214" y="1880708"/>
              <a:ext cx="247320" cy="167991"/>
            </a:xfrm>
            <a:custGeom>
              <a:rect b="b" l="l" r="r" t="t"/>
              <a:pathLst>
                <a:path extrusionOk="0" h="8388" w="12349">
                  <a:moveTo>
                    <a:pt x="11961" y="1"/>
                  </a:moveTo>
                  <a:cubicBezTo>
                    <a:pt x="8651" y="2649"/>
                    <a:pt x="5136" y="5365"/>
                    <a:pt x="4337" y="5821"/>
                  </a:cubicBezTo>
                  <a:cubicBezTo>
                    <a:pt x="3328" y="6395"/>
                    <a:pt x="2002" y="6929"/>
                    <a:pt x="923" y="6929"/>
                  </a:cubicBezTo>
                  <a:cubicBezTo>
                    <a:pt x="585" y="6929"/>
                    <a:pt x="272" y="6877"/>
                    <a:pt x="0" y="6757"/>
                  </a:cubicBezTo>
                  <a:lnTo>
                    <a:pt x="0" y="6757"/>
                  </a:lnTo>
                  <a:cubicBezTo>
                    <a:pt x="69" y="6871"/>
                    <a:pt x="160" y="6963"/>
                    <a:pt x="228" y="7054"/>
                  </a:cubicBezTo>
                  <a:lnTo>
                    <a:pt x="251" y="7077"/>
                  </a:lnTo>
                  <a:cubicBezTo>
                    <a:pt x="320" y="7168"/>
                    <a:pt x="411" y="7259"/>
                    <a:pt x="525" y="7351"/>
                  </a:cubicBezTo>
                  <a:cubicBezTo>
                    <a:pt x="1309" y="8052"/>
                    <a:pt x="2385" y="8388"/>
                    <a:pt x="3429" y="8388"/>
                  </a:cubicBezTo>
                  <a:cubicBezTo>
                    <a:pt x="4389" y="8388"/>
                    <a:pt x="5324" y="8103"/>
                    <a:pt x="5980" y="7556"/>
                  </a:cubicBezTo>
                  <a:cubicBezTo>
                    <a:pt x="8080" y="5821"/>
                    <a:pt x="10180" y="4109"/>
                    <a:pt x="12280" y="2375"/>
                  </a:cubicBezTo>
                  <a:cubicBezTo>
                    <a:pt x="12349" y="1576"/>
                    <a:pt x="12234" y="754"/>
                    <a:pt x="11961" y="1"/>
                  </a:cubicBezTo>
                  <a:close/>
                </a:path>
              </a:pathLst>
            </a:custGeom>
            <a:solidFill>
              <a:schemeClr val="dk1">
                <a:alpha val="297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5" name="Google Shape;355;p29"/>
          <p:cNvSpPr/>
          <p:nvPr/>
        </p:nvSpPr>
        <p:spPr>
          <a:xfrm flipH="1" rot="-542266">
            <a:off x="662496" y="4503675"/>
            <a:ext cx="501813" cy="743495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56" name="Google Shape;356;p29"/>
          <p:cNvGrpSpPr/>
          <p:nvPr/>
        </p:nvGrpSpPr>
        <p:grpSpPr>
          <a:xfrm rot="-243850">
            <a:off x="-194165" y="4006990"/>
            <a:ext cx="945789" cy="1298926"/>
            <a:chOff x="3708300" y="1072800"/>
            <a:chExt cx="776725" cy="1066650"/>
          </a:xfrm>
        </p:grpSpPr>
        <p:sp>
          <p:nvSpPr>
            <p:cNvPr id="357" name="Google Shape;357;p29"/>
            <p:cNvSpPr/>
            <p:nvPr/>
          </p:nvSpPr>
          <p:spPr>
            <a:xfrm>
              <a:off x="3708300" y="1072800"/>
              <a:ext cx="776725" cy="1066650"/>
            </a:xfrm>
            <a:custGeom>
              <a:rect b="b" l="l" r="r" t="t"/>
              <a:pathLst>
                <a:path extrusionOk="0" h="42666" w="31069">
                  <a:moveTo>
                    <a:pt x="6830" y="1"/>
                  </a:moveTo>
                  <a:cubicBezTo>
                    <a:pt x="6707" y="1"/>
                    <a:pt x="6583" y="16"/>
                    <a:pt x="6456" y="50"/>
                  </a:cubicBezTo>
                  <a:cubicBezTo>
                    <a:pt x="5911" y="196"/>
                    <a:pt x="5497" y="669"/>
                    <a:pt x="5316" y="1177"/>
                  </a:cubicBezTo>
                  <a:cubicBezTo>
                    <a:pt x="5136" y="1688"/>
                    <a:pt x="5146" y="2228"/>
                    <a:pt x="5193" y="2751"/>
                  </a:cubicBezTo>
                  <a:cubicBezTo>
                    <a:pt x="5586" y="7042"/>
                    <a:pt x="8098" y="10770"/>
                    <a:pt x="10542" y="14321"/>
                  </a:cubicBezTo>
                  <a:cubicBezTo>
                    <a:pt x="9110" y="12451"/>
                    <a:pt x="7163" y="10945"/>
                    <a:pt x="4924" y="9980"/>
                  </a:cubicBezTo>
                  <a:cubicBezTo>
                    <a:pt x="4448" y="9775"/>
                    <a:pt x="3902" y="9600"/>
                    <a:pt x="3379" y="9600"/>
                  </a:cubicBezTo>
                  <a:cubicBezTo>
                    <a:pt x="3041" y="9600"/>
                    <a:pt x="2713" y="9673"/>
                    <a:pt x="2420" y="9858"/>
                  </a:cubicBezTo>
                  <a:cubicBezTo>
                    <a:pt x="1545" y="10409"/>
                    <a:pt x="1529" y="11597"/>
                    <a:pt x="1774" y="12523"/>
                  </a:cubicBezTo>
                  <a:cubicBezTo>
                    <a:pt x="2284" y="14472"/>
                    <a:pt x="3466" y="16190"/>
                    <a:pt x="4900" y="17646"/>
                  </a:cubicBezTo>
                  <a:cubicBezTo>
                    <a:pt x="6328" y="19099"/>
                    <a:pt x="8011" y="20316"/>
                    <a:pt x="9684" y="21521"/>
                  </a:cubicBezTo>
                  <a:cubicBezTo>
                    <a:pt x="8181" y="20795"/>
                    <a:pt x="6644" y="20055"/>
                    <a:pt x="4962" y="19720"/>
                  </a:cubicBezTo>
                  <a:cubicBezTo>
                    <a:pt x="4387" y="19606"/>
                    <a:pt x="3568" y="19384"/>
                    <a:pt x="2816" y="19384"/>
                  </a:cubicBezTo>
                  <a:cubicBezTo>
                    <a:pt x="2247" y="19384"/>
                    <a:pt x="1717" y="19512"/>
                    <a:pt x="1361" y="19910"/>
                  </a:cubicBezTo>
                  <a:cubicBezTo>
                    <a:pt x="0" y="21434"/>
                    <a:pt x="2318" y="23978"/>
                    <a:pt x="3407" y="24892"/>
                  </a:cubicBezTo>
                  <a:cubicBezTo>
                    <a:pt x="4591" y="25885"/>
                    <a:pt x="5945" y="26683"/>
                    <a:pt x="7129" y="27646"/>
                  </a:cubicBezTo>
                  <a:cubicBezTo>
                    <a:pt x="7866" y="28238"/>
                    <a:pt x="8703" y="28751"/>
                    <a:pt x="9480" y="29300"/>
                  </a:cubicBezTo>
                  <a:cubicBezTo>
                    <a:pt x="9908" y="29601"/>
                    <a:pt x="11356" y="30272"/>
                    <a:pt x="11520" y="30735"/>
                  </a:cubicBezTo>
                  <a:cubicBezTo>
                    <a:pt x="10718" y="30464"/>
                    <a:pt x="9895" y="30188"/>
                    <a:pt x="9034" y="30188"/>
                  </a:cubicBezTo>
                  <a:cubicBezTo>
                    <a:pt x="9011" y="30188"/>
                    <a:pt x="8989" y="30188"/>
                    <a:pt x="8966" y="30188"/>
                  </a:cubicBezTo>
                  <a:cubicBezTo>
                    <a:pt x="7503" y="30214"/>
                    <a:pt x="7381" y="31517"/>
                    <a:pt x="7779" y="32554"/>
                  </a:cubicBezTo>
                  <a:cubicBezTo>
                    <a:pt x="8158" y="33540"/>
                    <a:pt x="9313" y="34213"/>
                    <a:pt x="10199" y="34761"/>
                  </a:cubicBezTo>
                  <a:cubicBezTo>
                    <a:pt x="14401" y="37351"/>
                    <a:pt x="18718" y="39810"/>
                    <a:pt x="22860" y="42522"/>
                  </a:cubicBezTo>
                  <a:cubicBezTo>
                    <a:pt x="22939" y="42568"/>
                    <a:pt x="23012" y="42617"/>
                    <a:pt x="23087" y="42665"/>
                  </a:cubicBezTo>
                  <a:cubicBezTo>
                    <a:pt x="23091" y="42664"/>
                    <a:pt x="23120" y="42620"/>
                    <a:pt x="23163" y="42537"/>
                  </a:cubicBezTo>
                  <a:cubicBezTo>
                    <a:pt x="23567" y="41812"/>
                    <a:pt x="25460" y="38170"/>
                    <a:pt x="25630" y="37787"/>
                  </a:cubicBezTo>
                  <a:cubicBezTo>
                    <a:pt x="26395" y="36067"/>
                    <a:pt x="27045" y="34304"/>
                    <a:pt x="27576" y="32516"/>
                  </a:cubicBezTo>
                  <a:cubicBezTo>
                    <a:pt x="28200" y="30419"/>
                    <a:pt x="31069" y="24490"/>
                    <a:pt x="28106" y="23241"/>
                  </a:cubicBezTo>
                  <a:lnTo>
                    <a:pt x="28105" y="23241"/>
                  </a:lnTo>
                  <a:cubicBezTo>
                    <a:pt x="27861" y="23137"/>
                    <a:pt x="27601" y="23090"/>
                    <a:pt x="27336" y="23090"/>
                  </a:cubicBezTo>
                  <a:cubicBezTo>
                    <a:pt x="26562" y="23090"/>
                    <a:pt x="25749" y="23492"/>
                    <a:pt x="25199" y="24059"/>
                  </a:cubicBezTo>
                  <a:cubicBezTo>
                    <a:pt x="24457" y="24819"/>
                    <a:pt x="24084" y="25814"/>
                    <a:pt x="23726" y="26778"/>
                  </a:cubicBezTo>
                  <a:cubicBezTo>
                    <a:pt x="24043" y="25919"/>
                    <a:pt x="23891" y="24633"/>
                    <a:pt x="23991" y="23727"/>
                  </a:cubicBezTo>
                  <a:cubicBezTo>
                    <a:pt x="24115" y="22592"/>
                    <a:pt x="24261" y="21459"/>
                    <a:pt x="24394" y="20323"/>
                  </a:cubicBezTo>
                  <a:cubicBezTo>
                    <a:pt x="24648" y="18135"/>
                    <a:pt x="24866" y="15939"/>
                    <a:pt x="24779" y="13752"/>
                  </a:cubicBezTo>
                  <a:cubicBezTo>
                    <a:pt x="24740" y="12670"/>
                    <a:pt x="24822" y="10582"/>
                    <a:pt x="24158" y="9343"/>
                  </a:cubicBezTo>
                  <a:cubicBezTo>
                    <a:pt x="23943" y="8948"/>
                    <a:pt x="23651" y="8639"/>
                    <a:pt x="23253" y="8480"/>
                  </a:cubicBezTo>
                  <a:cubicBezTo>
                    <a:pt x="23053" y="8400"/>
                    <a:pt x="22860" y="8364"/>
                    <a:pt x="22674" y="8364"/>
                  </a:cubicBezTo>
                  <a:cubicBezTo>
                    <a:pt x="21476" y="8364"/>
                    <a:pt x="20582" y="9872"/>
                    <a:pt x="20081" y="10780"/>
                  </a:cubicBezTo>
                  <a:cubicBezTo>
                    <a:pt x="19353" y="12109"/>
                    <a:pt x="19148" y="13337"/>
                    <a:pt x="18967" y="14655"/>
                  </a:cubicBezTo>
                  <a:cubicBezTo>
                    <a:pt x="19271" y="12310"/>
                    <a:pt x="19377" y="9955"/>
                    <a:pt x="19286" y="7612"/>
                  </a:cubicBezTo>
                  <a:cubicBezTo>
                    <a:pt x="19211" y="5571"/>
                    <a:pt x="18961" y="3466"/>
                    <a:pt x="17833" y="1770"/>
                  </a:cubicBezTo>
                  <a:cubicBezTo>
                    <a:pt x="17666" y="1518"/>
                    <a:pt x="17433" y="1252"/>
                    <a:pt x="17108" y="1252"/>
                  </a:cubicBezTo>
                  <a:cubicBezTo>
                    <a:pt x="16896" y="1252"/>
                    <a:pt x="16698" y="1371"/>
                    <a:pt x="16527" y="1495"/>
                  </a:cubicBezTo>
                  <a:cubicBezTo>
                    <a:pt x="15130" y="2518"/>
                    <a:pt x="14559" y="4230"/>
                    <a:pt x="14250" y="5840"/>
                  </a:cubicBezTo>
                  <a:cubicBezTo>
                    <a:pt x="13882" y="7743"/>
                    <a:pt x="13757" y="9675"/>
                    <a:pt x="13874" y="11580"/>
                  </a:cubicBezTo>
                  <a:cubicBezTo>
                    <a:pt x="12343" y="7957"/>
                    <a:pt x="11366" y="4185"/>
                    <a:pt x="8707" y="1114"/>
                  </a:cubicBezTo>
                  <a:cubicBezTo>
                    <a:pt x="8230" y="560"/>
                    <a:pt x="7567" y="1"/>
                    <a:pt x="683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" name="Google Shape;358;p29"/>
            <p:cNvSpPr/>
            <p:nvPr/>
          </p:nvSpPr>
          <p:spPr>
            <a:xfrm>
              <a:off x="3808850" y="1173650"/>
              <a:ext cx="565500" cy="965800"/>
            </a:xfrm>
            <a:custGeom>
              <a:rect b="b" l="l" r="r" t="t"/>
              <a:pathLst>
                <a:path extrusionOk="0" h="38632" w="22620">
                  <a:moveTo>
                    <a:pt x="3964" y="0"/>
                  </a:moveTo>
                  <a:cubicBezTo>
                    <a:pt x="3939" y="0"/>
                    <a:pt x="3913" y="6"/>
                    <a:pt x="3889" y="19"/>
                  </a:cubicBezTo>
                  <a:cubicBezTo>
                    <a:pt x="3822" y="58"/>
                    <a:pt x="3795" y="143"/>
                    <a:pt x="3832" y="204"/>
                  </a:cubicBezTo>
                  <a:cubicBezTo>
                    <a:pt x="7240" y="5902"/>
                    <a:pt x="9536" y="12032"/>
                    <a:pt x="11335" y="17279"/>
                  </a:cubicBezTo>
                  <a:cubicBezTo>
                    <a:pt x="11591" y="18016"/>
                    <a:pt x="11853" y="18753"/>
                    <a:pt x="12120" y="19490"/>
                  </a:cubicBezTo>
                  <a:cubicBezTo>
                    <a:pt x="8736" y="15289"/>
                    <a:pt x="4748" y="11561"/>
                    <a:pt x="248" y="8406"/>
                  </a:cubicBezTo>
                  <a:cubicBezTo>
                    <a:pt x="225" y="8389"/>
                    <a:pt x="197" y="8381"/>
                    <a:pt x="169" y="8381"/>
                  </a:cubicBezTo>
                  <a:cubicBezTo>
                    <a:pt x="125" y="8381"/>
                    <a:pt x="79" y="8401"/>
                    <a:pt x="48" y="8440"/>
                  </a:cubicBezTo>
                  <a:cubicBezTo>
                    <a:pt x="1" y="8498"/>
                    <a:pt x="10" y="8581"/>
                    <a:pt x="69" y="8623"/>
                  </a:cubicBezTo>
                  <a:cubicBezTo>
                    <a:pt x="4791" y="11932"/>
                    <a:pt x="8947" y="15870"/>
                    <a:pt x="12427" y="20330"/>
                  </a:cubicBezTo>
                  <a:cubicBezTo>
                    <a:pt x="12932" y="21704"/>
                    <a:pt x="13449" y="23065"/>
                    <a:pt x="13958" y="24404"/>
                  </a:cubicBezTo>
                  <a:cubicBezTo>
                    <a:pt x="12552" y="22980"/>
                    <a:pt x="10613" y="22023"/>
                    <a:pt x="8577" y="21104"/>
                  </a:cubicBezTo>
                  <a:cubicBezTo>
                    <a:pt x="6125" y="20000"/>
                    <a:pt x="3709" y="18958"/>
                    <a:pt x="1095" y="18392"/>
                  </a:cubicBezTo>
                  <a:cubicBezTo>
                    <a:pt x="1085" y="18390"/>
                    <a:pt x="1076" y="18389"/>
                    <a:pt x="1066" y="18389"/>
                  </a:cubicBezTo>
                  <a:cubicBezTo>
                    <a:pt x="1001" y="18389"/>
                    <a:pt x="939" y="18430"/>
                    <a:pt x="918" y="18493"/>
                  </a:cubicBezTo>
                  <a:cubicBezTo>
                    <a:pt x="900" y="18564"/>
                    <a:pt x="941" y="18638"/>
                    <a:pt x="1017" y="18653"/>
                  </a:cubicBezTo>
                  <a:cubicBezTo>
                    <a:pt x="3603" y="19213"/>
                    <a:pt x="6006" y="20246"/>
                    <a:pt x="8444" y="21348"/>
                  </a:cubicBezTo>
                  <a:cubicBezTo>
                    <a:pt x="10703" y="22369"/>
                    <a:pt x="12847" y="23430"/>
                    <a:pt x="14239" y="25136"/>
                  </a:cubicBezTo>
                  <a:cubicBezTo>
                    <a:pt x="15358" y="28062"/>
                    <a:pt x="16501" y="31077"/>
                    <a:pt x="17480" y="34112"/>
                  </a:cubicBezTo>
                  <a:cubicBezTo>
                    <a:pt x="14416" y="31413"/>
                    <a:pt x="10677" y="29343"/>
                    <a:pt x="6642" y="28111"/>
                  </a:cubicBezTo>
                  <a:cubicBezTo>
                    <a:pt x="6628" y="28107"/>
                    <a:pt x="6614" y="28105"/>
                    <a:pt x="6600" y="28105"/>
                  </a:cubicBezTo>
                  <a:cubicBezTo>
                    <a:pt x="6538" y="28105"/>
                    <a:pt x="6481" y="28142"/>
                    <a:pt x="6458" y="28199"/>
                  </a:cubicBezTo>
                  <a:cubicBezTo>
                    <a:pt x="6430" y="28270"/>
                    <a:pt x="6465" y="28346"/>
                    <a:pt x="6543" y="28369"/>
                  </a:cubicBezTo>
                  <a:cubicBezTo>
                    <a:pt x="10672" y="29626"/>
                    <a:pt x="14492" y="31774"/>
                    <a:pt x="17585" y="34578"/>
                  </a:cubicBezTo>
                  <a:cubicBezTo>
                    <a:pt x="17598" y="34591"/>
                    <a:pt x="17616" y="34600"/>
                    <a:pt x="17638" y="34603"/>
                  </a:cubicBezTo>
                  <a:cubicBezTo>
                    <a:pt x="18048" y="35891"/>
                    <a:pt x="18453" y="37187"/>
                    <a:pt x="18838" y="38488"/>
                  </a:cubicBezTo>
                  <a:cubicBezTo>
                    <a:pt x="18917" y="38534"/>
                    <a:pt x="18991" y="38583"/>
                    <a:pt x="19065" y="38631"/>
                  </a:cubicBezTo>
                  <a:cubicBezTo>
                    <a:pt x="19069" y="38630"/>
                    <a:pt x="19098" y="38586"/>
                    <a:pt x="19142" y="38503"/>
                  </a:cubicBezTo>
                  <a:cubicBezTo>
                    <a:pt x="18731" y="37122"/>
                    <a:pt x="18305" y="35743"/>
                    <a:pt x="17867" y="34376"/>
                  </a:cubicBezTo>
                  <a:cubicBezTo>
                    <a:pt x="19151" y="30246"/>
                    <a:pt x="20738" y="26146"/>
                    <a:pt x="22588" y="22190"/>
                  </a:cubicBezTo>
                  <a:cubicBezTo>
                    <a:pt x="22619" y="22119"/>
                    <a:pt x="22588" y="22043"/>
                    <a:pt x="22517" y="22017"/>
                  </a:cubicBezTo>
                  <a:cubicBezTo>
                    <a:pt x="22500" y="22011"/>
                    <a:pt x="22482" y="22008"/>
                    <a:pt x="22465" y="22008"/>
                  </a:cubicBezTo>
                  <a:cubicBezTo>
                    <a:pt x="22407" y="22008"/>
                    <a:pt x="22353" y="22039"/>
                    <a:pt x="22328" y="22091"/>
                  </a:cubicBezTo>
                  <a:cubicBezTo>
                    <a:pt x="20532" y="25935"/>
                    <a:pt x="18986" y="29910"/>
                    <a:pt x="17720" y="33918"/>
                  </a:cubicBezTo>
                  <a:cubicBezTo>
                    <a:pt x="16785" y="31028"/>
                    <a:pt x="15703" y="28161"/>
                    <a:pt x="14637" y="25374"/>
                  </a:cubicBezTo>
                  <a:cubicBezTo>
                    <a:pt x="14657" y="25352"/>
                    <a:pt x="14674" y="25327"/>
                    <a:pt x="14680" y="25298"/>
                  </a:cubicBezTo>
                  <a:cubicBezTo>
                    <a:pt x="15570" y="20077"/>
                    <a:pt x="16496" y="14679"/>
                    <a:pt x="19105" y="9803"/>
                  </a:cubicBezTo>
                  <a:cubicBezTo>
                    <a:pt x="19138" y="9739"/>
                    <a:pt x="19114" y="9658"/>
                    <a:pt x="19042" y="9627"/>
                  </a:cubicBezTo>
                  <a:cubicBezTo>
                    <a:pt x="19024" y="9618"/>
                    <a:pt x="19004" y="9614"/>
                    <a:pt x="18984" y="9614"/>
                  </a:cubicBezTo>
                  <a:cubicBezTo>
                    <a:pt x="18931" y="9614"/>
                    <a:pt x="18877" y="9644"/>
                    <a:pt x="18851" y="9695"/>
                  </a:cubicBezTo>
                  <a:cubicBezTo>
                    <a:pt x="16280" y="14497"/>
                    <a:pt x="15338" y="19780"/>
                    <a:pt x="14460" y="24911"/>
                  </a:cubicBezTo>
                  <a:cubicBezTo>
                    <a:pt x="14431" y="24831"/>
                    <a:pt x="14401" y="24755"/>
                    <a:pt x="14373" y="24679"/>
                  </a:cubicBezTo>
                  <a:cubicBezTo>
                    <a:pt x="13808" y="23207"/>
                    <a:pt x="13238" y="21707"/>
                    <a:pt x="12684" y="20197"/>
                  </a:cubicBezTo>
                  <a:cubicBezTo>
                    <a:pt x="12586" y="19613"/>
                    <a:pt x="10621" y="7583"/>
                    <a:pt x="13058" y="1023"/>
                  </a:cubicBezTo>
                  <a:cubicBezTo>
                    <a:pt x="13086" y="954"/>
                    <a:pt x="13046" y="877"/>
                    <a:pt x="12970" y="856"/>
                  </a:cubicBezTo>
                  <a:cubicBezTo>
                    <a:pt x="12958" y="853"/>
                    <a:pt x="12945" y="851"/>
                    <a:pt x="12932" y="851"/>
                  </a:cubicBezTo>
                  <a:cubicBezTo>
                    <a:pt x="12871" y="851"/>
                    <a:pt x="12810" y="889"/>
                    <a:pt x="12790" y="947"/>
                  </a:cubicBezTo>
                  <a:cubicBezTo>
                    <a:pt x="10783" y="6347"/>
                    <a:pt x="11725" y="15380"/>
                    <a:pt x="12196" y="18859"/>
                  </a:cubicBezTo>
                  <a:cubicBezTo>
                    <a:pt x="11997" y="18299"/>
                    <a:pt x="11798" y="17744"/>
                    <a:pt x="11608" y="17185"/>
                  </a:cubicBezTo>
                  <a:cubicBezTo>
                    <a:pt x="9804" y="11925"/>
                    <a:pt x="7503" y="5781"/>
                    <a:pt x="4083" y="62"/>
                  </a:cubicBezTo>
                  <a:cubicBezTo>
                    <a:pt x="4058" y="22"/>
                    <a:pt x="4012" y="0"/>
                    <a:pt x="396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4">
  <p:cSld name="BLANK_1_2_2_1"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0"/>
          <p:cNvSpPr txBox="1"/>
          <p:nvPr>
            <p:ph type="title"/>
          </p:nvPr>
        </p:nvSpPr>
        <p:spPr>
          <a:xfrm>
            <a:off x="909884" y="1225225"/>
            <a:ext cx="5955900" cy="942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61" name="Google Shape;361;p30"/>
          <p:cNvSpPr txBox="1"/>
          <p:nvPr>
            <p:ph hasCustomPrompt="1" idx="2" type="title"/>
          </p:nvPr>
        </p:nvSpPr>
        <p:spPr>
          <a:xfrm>
            <a:off x="6919046" y="1454100"/>
            <a:ext cx="1298400" cy="86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30"/>
          <p:cNvSpPr txBox="1"/>
          <p:nvPr>
            <p:ph idx="1" type="subTitle"/>
          </p:nvPr>
        </p:nvSpPr>
        <p:spPr>
          <a:xfrm>
            <a:off x="909909" y="2112275"/>
            <a:ext cx="5955900" cy="43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30"/>
          <p:cNvSpPr/>
          <p:nvPr/>
        </p:nvSpPr>
        <p:spPr>
          <a:xfrm flipH="1">
            <a:off x="-13050" y="3028498"/>
            <a:ext cx="9170088" cy="2138182"/>
          </a:xfrm>
          <a:custGeom>
            <a:rect b="b" l="l" r="r" t="t"/>
            <a:pathLst>
              <a:path extrusionOk="0" h="115437" w="285317">
                <a:moveTo>
                  <a:pt x="1114" y="1"/>
                </a:moveTo>
                <a:cubicBezTo>
                  <a:pt x="743" y="1"/>
                  <a:pt x="371" y="4"/>
                  <a:pt x="0" y="10"/>
                </a:cubicBezTo>
                <a:lnTo>
                  <a:pt x="0" y="115437"/>
                </a:lnTo>
                <a:lnTo>
                  <a:pt x="285316" y="115437"/>
                </a:lnTo>
                <a:lnTo>
                  <a:pt x="285316" y="16649"/>
                </a:lnTo>
                <a:cubicBezTo>
                  <a:pt x="275981" y="17517"/>
                  <a:pt x="266737" y="22219"/>
                  <a:pt x="260505" y="29363"/>
                </a:cubicBezTo>
                <a:cubicBezTo>
                  <a:pt x="255233" y="35366"/>
                  <a:pt x="250873" y="43355"/>
                  <a:pt x="243067" y="45021"/>
                </a:cubicBezTo>
                <a:cubicBezTo>
                  <a:pt x="241949" y="45253"/>
                  <a:pt x="240817" y="45339"/>
                  <a:pt x="239680" y="45339"/>
                </a:cubicBezTo>
                <a:cubicBezTo>
                  <a:pt x="237914" y="45339"/>
                  <a:pt x="236134" y="45133"/>
                  <a:pt x="234370" y="44952"/>
                </a:cubicBezTo>
                <a:cubicBezTo>
                  <a:pt x="231734" y="44685"/>
                  <a:pt x="229019" y="44498"/>
                  <a:pt x="226316" y="44498"/>
                </a:cubicBezTo>
                <a:cubicBezTo>
                  <a:pt x="219329" y="44498"/>
                  <a:pt x="212416" y="45750"/>
                  <a:pt x="207117" y="50111"/>
                </a:cubicBezTo>
                <a:cubicBezTo>
                  <a:pt x="200087" y="55886"/>
                  <a:pt x="197850" y="65495"/>
                  <a:pt x="194997" y="74169"/>
                </a:cubicBezTo>
                <a:cubicBezTo>
                  <a:pt x="192166" y="82842"/>
                  <a:pt x="187168" y="92178"/>
                  <a:pt x="178288" y="94255"/>
                </a:cubicBezTo>
                <a:cubicBezTo>
                  <a:pt x="177041" y="94543"/>
                  <a:pt x="175796" y="94669"/>
                  <a:pt x="174551" y="94669"/>
                </a:cubicBezTo>
                <a:cubicBezTo>
                  <a:pt x="165708" y="94669"/>
                  <a:pt x="156917" y="88301"/>
                  <a:pt x="148045" y="88301"/>
                </a:cubicBezTo>
                <a:cubicBezTo>
                  <a:pt x="146875" y="88301"/>
                  <a:pt x="145703" y="88412"/>
                  <a:pt x="144530" y="88663"/>
                </a:cubicBezTo>
                <a:cubicBezTo>
                  <a:pt x="141060" y="89393"/>
                  <a:pt x="137956" y="91333"/>
                  <a:pt x="134646" y="92612"/>
                </a:cubicBezTo>
                <a:cubicBezTo>
                  <a:pt x="131720" y="93737"/>
                  <a:pt x="128631" y="94264"/>
                  <a:pt x="125532" y="94264"/>
                </a:cubicBezTo>
                <a:cubicBezTo>
                  <a:pt x="113985" y="94264"/>
                  <a:pt x="102305" y="86940"/>
                  <a:pt x="98400" y="75926"/>
                </a:cubicBezTo>
                <a:cubicBezTo>
                  <a:pt x="97190" y="72525"/>
                  <a:pt x="96642" y="68873"/>
                  <a:pt x="94930" y="65678"/>
                </a:cubicBezTo>
                <a:cubicBezTo>
                  <a:pt x="90993" y="58324"/>
                  <a:pt x="81998" y="55419"/>
                  <a:pt x="73534" y="55419"/>
                </a:cubicBezTo>
                <a:cubicBezTo>
                  <a:pt x="72724" y="55419"/>
                  <a:pt x="71919" y="55446"/>
                  <a:pt x="71124" y="55498"/>
                </a:cubicBezTo>
                <a:cubicBezTo>
                  <a:pt x="62016" y="56114"/>
                  <a:pt x="53160" y="59195"/>
                  <a:pt x="44030" y="59264"/>
                </a:cubicBezTo>
                <a:cubicBezTo>
                  <a:pt x="43906" y="59265"/>
                  <a:pt x="43782" y="59266"/>
                  <a:pt x="43658" y="59266"/>
                </a:cubicBezTo>
                <a:cubicBezTo>
                  <a:pt x="41834" y="59266"/>
                  <a:pt x="39970" y="59093"/>
                  <a:pt x="38347" y="58260"/>
                </a:cubicBezTo>
                <a:cubicBezTo>
                  <a:pt x="34261" y="56205"/>
                  <a:pt x="33120" y="50727"/>
                  <a:pt x="33964" y="46208"/>
                </a:cubicBezTo>
                <a:cubicBezTo>
                  <a:pt x="34809" y="41688"/>
                  <a:pt x="37091" y="37557"/>
                  <a:pt x="37958" y="33038"/>
                </a:cubicBezTo>
                <a:cubicBezTo>
                  <a:pt x="40241" y="21169"/>
                  <a:pt x="31864" y="9117"/>
                  <a:pt x="20908" y="3981"/>
                </a:cubicBezTo>
                <a:cubicBezTo>
                  <a:pt x="14632" y="1016"/>
                  <a:pt x="7904" y="1"/>
                  <a:pt x="1114" y="1"/>
                </a:cubicBezTo>
                <a:close/>
              </a:path>
            </a:pathLst>
          </a:custGeom>
          <a:solidFill>
            <a:schemeClr val="lt1">
              <a:alpha val="4024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64" name="Google Shape;364;p30"/>
          <p:cNvGrpSpPr/>
          <p:nvPr/>
        </p:nvGrpSpPr>
        <p:grpSpPr>
          <a:xfrm flipH="1" rot="217553">
            <a:off x="5107116" y="4236482"/>
            <a:ext cx="868330" cy="1192448"/>
            <a:chOff x="3708300" y="1072800"/>
            <a:chExt cx="776725" cy="1066650"/>
          </a:xfrm>
        </p:grpSpPr>
        <p:sp>
          <p:nvSpPr>
            <p:cNvPr id="365" name="Google Shape;365;p30"/>
            <p:cNvSpPr/>
            <p:nvPr/>
          </p:nvSpPr>
          <p:spPr>
            <a:xfrm>
              <a:off x="3708300" y="1072800"/>
              <a:ext cx="776725" cy="1066650"/>
            </a:xfrm>
            <a:custGeom>
              <a:rect b="b" l="l" r="r" t="t"/>
              <a:pathLst>
                <a:path extrusionOk="0" h="42666" w="31069">
                  <a:moveTo>
                    <a:pt x="6830" y="1"/>
                  </a:moveTo>
                  <a:cubicBezTo>
                    <a:pt x="6707" y="1"/>
                    <a:pt x="6583" y="16"/>
                    <a:pt x="6456" y="50"/>
                  </a:cubicBezTo>
                  <a:cubicBezTo>
                    <a:pt x="5911" y="196"/>
                    <a:pt x="5497" y="669"/>
                    <a:pt x="5316" y="1177"/>
                  </a:cubicBezTo>
                  <a:cubicBezTo>
                    <a:pt x="5136" y="1688"/>
                    <a:pt x="5146" y="2228"/>
                    <a:pt x="5193" y="2751"/>
                  </a:cubicBezTo>
                  <a:cubicBezTo>
                    <a:pt x="5586" y="7042"/>
                    <a:pt x="8098" y="10770"/>
                    <a:pt x="10542" y="14321"/>
                  </a:cubicBezTo>
                  <a:cubicBezTo>
                    <a:pt x="9110" y="12451"/>
                    <a:pt x="7163" y="10945"/>
                    <a:pt x="4924" y="9980"/>
                  </a:cubicBezTo>
                  <a:cubicBezTo>
                    <a:pt x="4448" y="9775"/>
                    <a:pt x="3902" y="9600"/>
                    <a:pt x="3379" y="9600"/>
                  </a:cubicBezTo>
                  <a:cubicBezTo>
                    <a:pt x="3041" y="9600"/>
                    <a:pt x="2713" y="9673"/>
                    <a:pt x="2420" y="9858"/>
                  </a:cubicBezTo>
                  <a:cubicBezTo>
                    <a:pt x="1545" y="10409"/>
                    <a:pt x="1529" y="11597"/>
                    <a:pt x="1774" y="12523"/>
                  </a:cubicBezTo>
                  <a:cubicBezTo>
                    <a:pt x="2284" y="14472"/>
                    <a:pt x="3466" y="16190"/>
                    <a:pt x="4900" y="17646"/>
                  </a:cubicBezTo>
                  <a:cubicBezTo>
                    <a:pt x="6328" y="19099"/>
                    <a:pt x="8011" y="20316"/>
                    <a:pt x="9684" y="21521"/>
                  </a:cubicBezTo>
                  <a:cubicBezTo>
                    <a:pt x="8181" y="20795"/>
                    <a:pt x="6644" y="20055"/>
                    <a:pt x="4962" y="19720"/>
                  </a:cubicBezTo>
                  <a:cubicBezTo>
                    <a:pt x="4387" y="19606"/>
                    <a:pt x="3568" y="19384"/>
                    <a:pt x="2816" y="19384"/>
                  </a:cubicBezTo>
                  <a:cubicBezTo>
                    <a:pt x="2247" y="19384"/>
                    <a:pt x="1717" y="19512"/>
                    <a:pt x="1361" y="19910"/>
                  </a:cubicBezTo>
                  <a:cubicBezTo>
                    <a:pt x="0" y="21434"/>
                    <a:pt x="2318" y="23978"/>
                    <a:pt x="3407" y="24892"/>
                  </a:cubicBezTo>
                  <a:cubicBezTo>
                    <a:pt x="4591" y="25885"/>
                    <a:pt x="5945" y="26683"/>
                    <a:pt x="7129" y="27646"/>
                  </a:cubicBezTo>
                  <a:cubicBezTo>
                    <a:pt x="7866" y="28238"/>
                    <a:pt x="8703" y="28751"/>
                    <a:pt x="9480" y="29300"/>
                  </a:cubicBezTo>
                  <a:cubicBezTo>
                    <a:pt x="9908" y="29601"/>
                    <a:pt x="11356" y="30272"/>
                    <a:pt x="11520" y="30735"/>
                  </a:cubicBezTo>
                  <a:cubicBezTo>
                    <a:pt x="10718" y="30464"/>
                    <a:pt x="9895" y="30188"/>
                    <a:pt x="9034" y="30188"/>
                  </a:cubicBezTo>
                  <a:cubicBezTo>
                    <a:pt x="9011" y="30188"/>
                    <a:pt x="8989" y="30188"/>
                    <a:pt x="8966" y="30188"/>
                  </a:cubicBezTo>
                  <a:cubicBezTo>
                    <a:pt x="7503" y="30214"/>
                    <a:pt x="7381" y="31517"/>
                    <a:pt x="7779" y="32554"/>
                  </a:cubicBezTo>
                  <a:cubicBezTo>
                    <a:pt x="8158" y="33540"/>
                    <a:pt x="9313" y="34213"/>
                    <a:pt x="10199" y="34761"/>
                  </a:cubicBezTo>
                  <a:cubicBezTo>
                    <a:pt x="14401" y="37351"/>
                    <a:pt x="18718" y="39810"/>
                    <a:pt x="22860" y="42522"/>
                  </a:cubicBezTo>
                  <a:cubicBezTo>
                    <a:pt x="22939" y="42568"/>
                    <a:pt x="23012" y="42617"/>
                    <a:pt x="23087" y="42665"/>
                  </a:cubicBezTo>
                  <a:cubicBezTo>
                    <a:pt x="23091" y="42664"/>
                    <a:pt x="23120" y="42620"/>
                    <a:pt x="23163" y="42537"/>
                  </a:cubicBezTo>
                  <a:cubicBezTo>
                    <a:pt x="23567" y="41812"/>
                    <a:pt x="25460" y="38170"/>
                    <a:pt x="25630" y="37787"/>
                  </a:cubicBezTo>
                  <a:cubicBezTo>
                    <a:pt x="26395" y="36067"/>
                    <a:pt x="27045" y="34304"/>
                    <a:pt x="27576" y="32516"/>
                  </a:cubicBezTo>
                  <a:cubicBezTo>
                    <a:pt x="28200" y="30419"/>
                    <a:pt x="31069" y="24490"/>
                    <a:pt x="28106" y="23241"/>
                  </a:cubicBezTo>
                  <a:lnTo>
                    <a:pt x="28105" y="23241"/>
                  </a:lnTo>
                  <a:cubicBezTo>
                    <a:pt x="27861" y="23137"/>
                    <a:pt x="27601" y="23090"/>
                    <a:pt x="27336" y="23090"/>
                  </a:cubicBezTo>
                  <a:cubicBezTo>
                    <a:pt x="26562" y="23090"/>
                    <a:pt x="25749" y="23492"/>
                    <a:pt x="25199" y="24059"/>
                  </a:cubicBezTo>
                  <a:cubicBezTo>
                    <a:pt x="24457" y="24819"/>
                    <a:pt x="24084" y="25814"/>
                    <a:pt x="23726" y="26778"/>
                  </a:cubicBezTo>
                  <a:cubicBezTo>
                    <a:pt x="24043" y="25919"/>
                    <a:pt x="23891" y="24633"/>
                    <a:pt x="23991" y="23727"/>
                  </a:cubicBezTo>
                  <a:cubicBezTo>
                    <a:pt x="24115" y="22592"/>
                    <a:pt x="24261" y="21459"/>
                    <a:pt x="24394" y="20323"/>
                  </a:cubicBezTo>
                  <a:cubicBezTo>
                    <a:pt x="24648" y="18135"/>
                    <a:pt x="24866" y="15939"/>
                    <a:pt x="24779" y="13752"/>
                  </a:cubicBezTo>
                  <a:cubicBezTo>
                    <a:pt x="24740" y="12670"/>
                    <a:pt x="24822" y="10582"/>
                    <a:pt x="24158" y="9343"/>
                  </a:cubicBezTo>
                  <a:cubicBezTo>
                    <a:pt x="23943" y="8948"/>
                    <a:pt x="23651" y="8639"/>
                    <a:pt x="23253" y="8480"/>
                  </a:cubicBezTo>
                  <a:cubicBezTo>
                    <a:pt x="23053" y="8400"/>
                    <a:pt x="22860" y="8364"/>
                    <a:pt x="22674" y="8364"/>
                  </a:cubicBezTo>
                  <a:cubicBezTo>
                    <a:pt x="21476" y="8364"/>
                    <a:pt x="20582" y="9872"/>
                    <a:pt x="20081" y="10780"/>
                  </a:cubicBezTo>
                  <a:cubicBezTo>
                    <a:pt x="19353" y="12109"/>
                    <a:pt x="19148" y="13337"/>
                    <a:pt x="18967" y="14655"/>
                  </a:cubicBezTo>
                  <a:cubicBezTo>
                    <a:pt x="19271" y="12310"/>
                    <a:pt x="19377" y="9955"/>
                    <a:pt x="19286" y="7612"/>
                  </a:cubicBezTo>
                  <a:cubicBezTo>
                    <a:pt x="19211" y="5571"/>
                    <a:pt x="18961" y="3466"/>
                    <a:pt x="17833" y="1770"/>
                  </a:cubicBezTo>
                  <a:cubicBezTo>
                    <a:pt x="17666" y="1518"/>
                    <a:pt x="17433" y="1252"/>
                    <a:pt x="17108" y="1252"/>
                  </a:cubicBezTo>
                  <a:cubicBezTo>
                    <a:pt x="16896" y="1252"/>
                    <a:pt x="16698" y="1371"/>
                    <a:pt x="16527" y="1495"/>
                  </a:cubicBezTo>
                  <a:cubicBezTo>
                    <a:pt x="15130" y="2518"/>
                    <a:pt x="14559" y="4230"/>
                    <a:pt x="14250" y="5840"/>
                  </a:cubicBezTo>
                  <a:cubicBezTo>
                    <a:pt x="13882" y="7743"/>
                    <a:pt x="13757" y="9675"/>
                    <a:pt x="13874" y="11580"/>
                  </a:cubicBezTo>
                  <a:cubicBezTo>
                    <a:pt x="12343" y="7957"/>
                    <a:pt x="11366" y="4185"/>
                    <a:pt x="8707" y="1114"/>
                  </a:cubicBezTo>
                  <a:cubicBezTo>
                    <a:pt x="8230" y="560"/>
                    <a:pt x="7567" y="1"/>
                    <a:pt x="683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30"/>
            <p:cNvSpPr/>
            <p:nvPr/>
          </p:nvSpPr>
          <p:spPr>
            <a:xfrm>
              <a:off x="3808850" y="1173650"/>
              <a:ext cx="565500" cy="965800"/>
            </a:xfrm>
            <a:custGeom>
              <a:rect b="b" l="l" r="r" t="t"/>
              <a:pathLst>
                <a:path extrusionOk="0" h="38632" w="22620">
                  <a:moveTo>
                    <a:pt x="3964" y="0"/>
                  </a:moveTo>
                  <a:cubicBezTo>
                    <a:pt x="3939" y="0"/>
                    <a:pt x="3913" y="6"/>
                    <a:pt x="3889" y="19"/>
                  </a:cubicBezTo>
                  <a:cubicBezTo>
                    <a:pt x="3822" y="58"/>
                    <a:pt x="3795" y="143"/>
                    <a:pt x="3832" y="204"/>
                  </a:cubicBezTo>
                  <a:cubicBezTo>
                    <a:pt x="7240" y="5902"/>
                    <a:pt x="9536" y="12032"/>
                    <a:pt x="11335" y="17279"/>
                  </a:cubicBezTo>
                  <a:cubicBezTo>
                    <a:pt x="11591" y="18016"/>
                    <a:pt x="11853" y="18753"/>
                    <a:pt x="12120" y="19490"/>
                  </a:cubicBezTo>
                  <a:cubicBezTo>
                    <a:pt x="8736" y="15289"/>
                    <a:pt x="4748" y="11561"/>
                    <a:pt x="248" y="8406"/>
                  </a:cubicBezTo>
                  <a:cubicBezTo>
                    <a:pt x="225" y="8389"/>
                    <a:pt x="197" y="8381"/>
                    <a:pt x="169" y="8381"/>
                  </a:cubicBezTo>
                  <a:cubicBezTo>
                    <a:pt x="125" y="8381"/>
                    <a:pt x="79" y="8401"/>
                    <a:pt x="48" y="8440"/>
                  </a:cubicBezTo>
                  <a:cubicBezTo>
                    <a:pt x="1" y="8498"/>
                    <a:pt x="10" y="8581"/>
                    <a:pt x="69" y="8623"/>
                  </a:cubicBezTo>
                  <a:cubicBezTo>
                    <a:pt x="4791" y="11932"/>
                    <a:pt x="8947" y="15870"/>
                    <a:pt x="12427" y="20330"/>
                  </a:cubicBezTo>
                  <a:cubicBezTo>
                    <a:pt x="12932" y="21704"/>
                    <a:pt x="13449" y="23065"/>
                    <a:pt x="13958" y="24404"/>
                  </a:cubicBezTo>
                  <a:cubicBezTo>
                    <a:pt x="12552" y="22980"/>
                    <a:pt x="10613" y="22023"/>
                    <a:pt x="8577" y="21104"/>
                  </a:cubicBezTo>
                  <a:cubicBezTo>
                    <a:pt x="6125" y="20000"/>
                    <a:pt x="3709" y="18958"/>
                    <a:pt x="1095" y="18392"/>
                  </a:cubicBezTo>
                  <a:cubicBezTo>
                    <a:pt x="1085" y="18390"/>
                    <a:pt x="1076" y="18389"/>
                    <a:pt x="1066" y="18389"/>
                  </a:cubicBezTo>
                  <a:cubicBezTo>
                    <a:pt x="1001" y="18389"/>
                    <a:pt x="939" y="18430"/>
                    <a:pt x="918" y="18493"/>
                  </a:cubicBezTo>
                  <a:cubicBezTo>
                    <a:pt x="900" y="18564"/>
                    <a:pt x="941" y="18638"/>
                    <a:pt x="1017" y="18653"/>
                  </a:cubicBezTo>
                  <a:cubicBezTo>
                    <a:pt x="3603" y="19213"/>
                    <a:pt x="6006" y="20246"/>
                    <a:pt x="8444" y="21348"/>
                  </a:cubicBezTo>
                  <a:cubicBezTo>
                    <a:pt x="10703" y="22369"/>
                    <a:pt x="12847" y="23430"/>
                    <a:pt x="14239" y="25136"/>
                  </a:cubicBezTo>
                  <a:cubicBezTo>
                    <a:pt x="15358" y="28062"/>
                    <a:pt x="16501" y="31077"/>
                    <a:pt x="17480" y="34112"/>
                  </a:cubicBezTo>
                  <a:cubicBezTo>
                    <a:pt x="14416" y="31413"/>
                    <a:pt x="10677" y="29343"/>
                    <a:pt x="6642" y="28111"/>
                  </a:cubicBezTo>
                  <a:cubicBezTo>
                    <a:pt x="6628" y="28107"/>
                    <a:pt x="6614" y="28105"/>
                    <a:pt x="6600" y="28105"/>
                  </a:cubicBezTo>
                  <a:cubicBezTo>
                    <a:pt x="6538" y="28105"/>
                    <a:pt x="6481" y="28142"/>
                    <a:pt x="6458" y="28199"/>
                  </a:cubicBezTo>
                  <a:cubicBezTo>
                    <a:pt x="6430" y="28270"/>
                    <a:pt x="6465" y="28346"/>
                    <a:pt x="6543" y="28369"/>
                  </a:cubicBezTo>
                  <a:cubicBezTo>
                    <a:pt x="10672" y="29626"/>
                    <a:pt x="14492" y="31774"/>
                    <a:pt x="17585" y="34578"/>
                  </a:cubicBezTo>
                  <a:cubicBezTo>
                    <a:pt x="17598" y="34591"/>
                    <a:pt x="17616" y="34600"/>
                    <a:pt x="17638" y="34603"/>
                  </a:cubicBezTo>
                  <a:cubicBezTo>
                    <a:pt x="18048" y="35891"/>
                    <a:pt x="18453" y="37187"/>
                    <a:pt x="18838" y="38488"/>
                  </a:cubicBezTo>
                  <a:cubicBezTo>
                    <a:pt x="18917" y="38534"/>
                    <a:pt x="18991" y="38583"/>
                    <a:pt x="19065" y="38631"/>
                  </a:cubicBezTo>
                  <a:cubicBezTo>
                    <a:pt x="19069" y="38630"/>
                    <a:pt x="19098" y="38586"/>
                    <a:pt x="19142" y="38503"/>
                  </a:cubicBezTo>
                  <a:cubicBezTo>
                    <a:pt x="18731" y="37122"/>
                    <a:pt x="18305" y="35743"/>
                    <a:pt x="17867" y="34376"/>
                  </a:cubicBezTo>
                  <a:cubicBezTo>
                    <a:pt x="19151" y="30246"/>
                    <a:pt x="20738" y="26146"/>
                    <a:pt x="22588" y="22190"/>
                  </a:cubicBezTo>
                  <a:cubicBezTo>
                    <a:pt x="22619" y="22119"/>
                    <a:pt x="22588" y="22043"/>
                    <a:pt x="22517" y="22017"/>
                  </a:cubicBezTo>
                  <a:cubicBezTo>
                    <a:pt x="22500" y="22011"/>
                    <a:pt x="22482" y="22008"/>
                    <a:pt x="22465" y="22008"/>
                  </a:cubicBezTo>
                  <a:cubicBezTo>
                    <a:pt x="22407" y="22008"/>
                    <a:pt x="22353" y="22039"/>
                    <a:pt x="22328" y="22091"/>
                  </a:cubicBezTo>
                  <a:cubicBezTo>
                    <a:pt x="20532" y="25935"/>
                    <a:pt x="18986" y="29910"/>
                    <a:pt x="17720" y="33918"/>
                  </a:cubicBezTo>
                  <a:cubicBezTo>
                    <a:pt x="16785" y="31028"/>
                    <a:pt x="15703" y="28161"/>
                    <a:pt x="14637" y="25374"/>
                  </a:cubicBezTo>
                  <a:cubicBezTo>
                    <a:pt x="14657" y="25352"/>
                    <a:pt x="14674" y="25327"/>
                    <a:pt x="14680" y="25298"/>
                  </a:cubicBezTo>
                  <a:cubicBezTo>
                    <a:pt x="15570" y="20077"/>
                    <a:pt x="16496" y="14679"/>
                    <a:pt x="19105" y="9803"/>
                  </a:cubicBezTo>
                  <a:cubicBezTo>
                    <a:pt x="19138" y="9739"/>
                    <a:pt x="19114" y="9658"/>
                    <a:pt x="19042" y="9627"/>
                  </a:cubicBezTo>
                  <a:cubicBezTo>
                    <a:pt x="19024" y="9618"/>
                    <a:pt x="19004" y="9614"/>
                    <a:pt x="18984" y="9614"/>
                  </a:cubicBezTo>
                  <a:cubicBezTo>
                    <a:pt x="18931" y="9614"/>
                    <a:pt x="18877" y="9644"/>
                    <a:pt x="18851" y="9695"/>
                  </a:cubicBezTo>
                  <a:cubicBezTo>
                    <a:pt x="16280" y="14497"/>
                    <a:pt x="15338" y="19780"/>
                    <a:pt x="14460" y="24911"/>
                  </a:cubicBezTo>
                  <a:cubicBezTo>
                    <a:pt x="14431" y="24831"/>
                    <a:pt x="14401" y="24755"/>
                    <a:pt x="14373" y="24679"/>
                  </a:cubicBezTo>
                  <a:cubicBezTo>
                    <a:pt x="13808" y="23207"/>
                    <a:pt x="13238" y="21707"/>
                    <a:pt x="12684" y="20197"/>
                  </a:cubicBezTo>
                  <a:cubicBezTo>
                    <a:pt x="12586" y="19613"/>
                    <a:pt x="10621" y="7583"/>
                    <a:pt x="13058" y="1023"/>
                  </a:cubicBezTo>
                  <a:cubicBezTo>
                    <a:pt x="13086" y="954"/>
                    <a:pt x="13046" y="877"/>
                    <a:pt x="12970" y="856"/>
                  </a:cubicBezTo>
                  <a:cubicBezTo>
                    <a:pt x="12958" y="853"/>
                    <a:pt x="12945" y="851"/>
                    <a:pt x="12932" y="851"/>
                  </a:cubicBezTo>
                  <a:cubicBezTo>
                    <a:pt x="12871" y="851"/>
                    <a:pt x="12810" y="889"/>
                    <a:pt x="12790" y="947"/>
                  </a:cubicBezTo>
                  <a:cubicBezTo>
                    <a:pt x="10783" y="6347"/>
                    <a:pt x="11725" y="15380"/>
                    <a:pt x="12196" y="18859"/>
                  </a:cubicBezTo>
                  <a:cubicBezTo>
                    <a:pt x="11997" y="18299"/>
                    <a:pt x="11798" y="17744"/>
                    <a:pt x="11608" y="17185"/>
                  </a:cubicBezTo>
                  <a:cubicBezTo>
                    <a:pt x="9804" y="11925"/>
                    <a:pt x="7503" y="5781"/>
                    <a:pt x="4083" y="62"/>
                  </a:cubicBezTo>
                  <a:cubicBezTo>
                    <a:pt x="4058" y="22"/>
                    <a:pt x="4012" y="0"/>
                    <a:pt x="396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7" name="Google Shape;367;p30"/>
          <p:cNvGrpSpPr/>
          <p:nvPr/>
        </p:nvGrpSpPr>
        <p:grpSpPr>
          <a:xfrm flipH="1" rot="-2945044">
            <a:off x="3645653" y="4236480"/>
            <a:ext cx="868337" cy="1192457"/>
            <a:chOff x="3708300" y="1072800"/>
            <a:chExt cx="776725" cy="1066650"/>
          </a:xfrm>
        </p:grpSpPr>
        <p:sp>
          <p:nvSpPr>
            <p:cNvPr id="368" name="Google Shape;368;p30"/>
            <p:cNvSpPr/>
            <p:nvPr/>
          </p:nvSpPr>
          <p:spPr>
            <a:xfrm>
              <a:off x="3708300" y="1072800"/>
              <a:ext cx="776725" cy="1066650"/>
            </a:xfrm>
            <a:custGeom>
              <a:rect b="b" l="l" r="r" t="t"/>
              <a:pathLst>
                <a:path extrusionOk="0" h="42666" w="31069">
                  <a:moveTo>
                    <a:pt x="6830" y="1"/>
                  </a:moveTo>
                  <a:cubicBezTo>
                    <a:pt x="6707" y="1"/>
                    <a:pt x="6583" y="16"/>
                    <a:pt x="6456" y="50"/>
                  </a:cubicBezTo>
                  <a:cubicBezTo>
                    <a:pt x="5911" y="196"/>
                    <a:pt x="5497" y="669"/>
                    <a:pt x="5316" y="1177"/>
                  </a:cubicBezTo>
                  <a:cubicBezTo>
                    <a:pt x="5136" y="1688"/>
                    <a:pt x="5146" y="2228"/>
                    <a:pt x="5193" y="2751"/>
                  </a:cubicBezTo>
                  <a:cubicBezTo>
                    <a:pt x="5586" y="7042"/>
                    <a:pt x="8098" y="10770"/>
                    <a:pt x="10542" y="14321"/>
                  </a:cubicBezTo>
                  <a:cubicBezTo>
                    <a:pt x="9110" y="12451"/>
                    <a:pt x="7163" y="10945"/>
                    <a:pt x="4924" y="9980"/>
                  </a:cubicBezTo>
                  <a:cubicBezTo>
                    <a:pt x="4448" y="9775"/>
                    <a:pt x="3902" y="9600"/>
                    <a:pt x="3379" y="9600"/>
                  </a:cubicBezTo>
                  <a:cubicBezTo>
                    <a:pt x="3041" y="9600"/>
                    <a:pt x="2713" y="9673"/>
                    <a:pt x="2420" y="9858"/>
                  </a:cubicBezTo>
                  <a:cubicBezTo>
                    <a:pt x="1545" y="10409"/>
                    <a:pt x="1529" y="11597"/>
                    <a:pt x="1774" y="12523"/>
                  </a:cubicBezTo>
                  <a:cubicBezTo>
                    <a:pt x="2284" y="14472"/>
                    <a:pt x="3466" y="16190"/>
                    <a:pt x="4900" y="17646"/>
                  </a:cubicBezTo>
                  <a:cubicBezTo>
                    <a:pt x="6328" y="19099"/>
                    <a:pt x="8011" y="20316"/>
                    <a:pt x="9684" y="21521"/>
                  </a:cubicBezTo>
                  <a:cubicBezTo>
                    <a:pt x="8181" y="20795"/>
                    <a:pt x="6644" y="20055"/>
                    <a:pt x="4962" y="19720"/>
                  </a:cubicBezTo>
                  <a:cubicBezTo>
                    <a:pt x="4387" y="19606"/>
                    <a:pt x="3568" y="19384"/>
                    <a:pt x="2816" y="19384"/>
                  </a:cubicBezTo>
                  <a:cubicBezTo>
                    <a:pt x="2247" y="19384"/>
                    <a:pt x="1717" y="19512"/>
                    <a:pt x="1361" y="19910"/>
                  </a:cubicBezTo>
                  <a:cubicBezTo>
                    <a:pt x="0" y="21434"/>
                    <a:pt x="2318" y="23978"/>
                    <a:pt x="3407" y="24892"/>
                  </a:cubicBezTo>
                  <a:cubicBezTo>
                    <a:pt x="4591" y="25885"/>
                    <a:pt x="5945" y="26683"/>
                    <a:pt x="7129" y="27646"/>
                  </a:cubicBezTo>
                  <a:cubicBezTo>
                    <a:pt x="7866" y="28238"/>
                    <a:pt x="8703" y="28751"/>
                    <a:pt x="9480" y="29300"/>
                  </a:cubicBezTo>
                  <a:cubicBezTo>
                    <a:pt x="9908" y="29601"/>
                    <a:pt x="11356" y="30272"/>
                    <a:pt x="11520" y="30735"/>
                  </a:cubicBezTo>
                  <a:cubicBezTo>
                    <a:pt x="10718" y="30464"/>
                    <a:pt x="9895" y="30188"/>
                    <a:pt x="9034" y="30188"/>
                  </a:cubicBezTo>
                  <a:cubicBezTo>
                    <a:pt x="9011" y="30188"/>
                    <a:pt x="8989" y="30188"/>
                    <a:pt x="8966" y="30188"/>
                  </a:cubicBezTo>
                  <a:cubicBezTo>
                    <a:pt x="7503" y="30214"/>
                    <a:pt x="7381" y="31517"/>
                    <a:pt x="7779" y="32554"/>
                  </a:cubicBezTo>
                  <a:cubicBezTo>
                    <a:pt x="8158" y="33540"/>
                    <a:pt x="9313" y="34213"/>
                    <a:pt x="10199" y="34761"/>
                  </a:cubicBezTo>
                  <a:cubicBezTo>
                    <a:pt x="14401" y="37351"/>
                    <a:pt x="18718" y="39810"/>
                    <a:pt x="22860" y="42522"/>
                  </a:cubicBezTo>
                  <a:cubicBezTo>
                    <a:pt x="22939" y="42568"/>
                    <a:pt x="23012" y="42617"/>
                    <a:pt x="23087" y="42665"/>
                  </a:cubicBezTo>
                  <a:cubicBezTo>
                    <a:pt x="23091" y="42664"/>
                    <a:pt x="23120" y="42620"/>
                    <a:pt x="23163" y="42537"/>
                  </a:cubicBezTo>
                  <a:cubicBezTo>
                    <a:pt x="23567" y="41812"/>
                    <a:pt x="25460" y="38170"/>
                    <a:pt x="25630" y="37787"/>
                  </a:cubicBezTo>
                  <a:cubicBezTo>
                    <a:pt x="26395" y="36067"/>
                    <a:pt x="27045" y="34304"/>
                    <a:pt x="27576" y="32516"/>
                  </a:cubicBezTo>
                  <a:cubicBezTo>
                    <a:pt x="28200" y="30419"/>
                    <a:pt x="31069" y="24490"/>
                    <a:pt x="28106" y="23241"/>
                  </a:cubicBezTo>
                  <a:lnTo>
                    <a:pt x="28105" y="23241"/>
                  </a:lnTo>
                  <a:cubicBezTo>
                    <a:pt x="27861" y="23137"/>
                    <a:pt x="27601" y="23090"/>
                    <a:pt x="27336" y="23090"/>
                  </a:cubicBezTo>
                  <a:cubicBezTo>
                    <a:pt x="26562" y="23090"/>
                    <a:pt x="25749" y="23492"/>
                    <a:pt x="25199" y="24059"/>
                  </a:cubicBezTo>
                  <a:cubicBezTo>
                    <a:pt x="24457" y="24819"/>
                    <a:pt x="24084" y="25814"/>
                    <a:pt x="23726" y="26778"/>
                  </a:cubicBezTo>
                  <a:cubicBezTo>
                    <a:pt x="24043" y="25919"/>
                    <a:pt x="23891" y="24633"/>
                    <a:pt x="23991" y="23727"/>
                  </a:cubicBezTo>
                  <a:cubicBezTo>
                    <a:pt x="24115" y="22592"/>
                    <a:pt x="24261" y="21459"/>
                    <a:pt x="24394" y="20323"/>
                  </a:cubicBezTo>
                  <a:cubicBezTo>
                    <a:pt x="24648" y="18135"/>
                    <a:pt x="24866" y="15939"/>
                    <a:pt x="24779" y="13752"/>
                  </a:cubicBezTo>
                  <a:cubicBezTo>
                    <a:pt x="24740" y="12670"/>
                    <a:pt x="24822" y="10582"/>
                    <a:pt x="24158" y="9343"/>
                  </a:cubicBezTo>
                  <a:cubicBezTo>
                    <a:pt x="23943" y="8948"/>
                    <a:pt x="23651" y="8639"/>
                    <a:pt x="23253" y="8480"/>
                  </a:cubicBezTo>
                  <a:cubicBezTo>
                    <a:pt x="23053" y="8400"/>
                    <a:pt x="22860" y="8364"/>
                    <a:pt x="22674" y="8364"/>
                  </a:cubicBezTo>
                  <a:cubicBezTo>
                    <a:pt x="21476" y="8364"/>
                    <a:pt x="20582" y="9872"/>
                    <a:pt x="20081" y="10780"/>
                  </a:cubicBezTo>
                  <a:cubicBezTo>
                    <a:pt x="19353" y="12109"/>
                    <a:pt x="19148" y="13337"/>
                    <a:pt x="18967" y="14655"/>
                  </a:cubicBezTo>
                  <a:cubicBezTo>
                    <a:pt x="19271" y="12310"/>
                    <a:pt x="19377" y="9955"/>
                    <a:pt x="19286" y="7612"/>
                  </a:cubicBezTo>
                  <a:cubicBezTo>
                    <a:pt x="19211" y="5571"/>
                    <a:pt x="18961" y="3466"/>
                    <a:pt x="17833" y="1770"/>
                  </a:cubicBezTo>
                  <a:cubicBezTo>
                    <a:pt x="17666" y="1518"/>
                    <a:pt x="17433" y="1252"/>
                    <a:pt x="17108" y="1252"/>
                  </a:cubicBezTo>
                  <a:cubicBezTo>
                    <a:pt x="16896" y="1252"/>
                    <a:pt x="16698" y="1371"/>
                    <a:pt x="16527" y="1495"/>
                  </a:cubicBezTo>
                  <a:cubicBezTo>
                    <a:pt x="15130" y="2518"/>
                    <a:pt x="14559" y="4230"/>
                    <a:pt x="14250" y="5840"/>
                  </a:cubicBezTo>
                  <a:cubicBezTo>
                    <a:pt x="13882" y="7743"/>
                    <a:pt x="13757" y="9675"/>
                    <a:pt x="13874" y="11580"/>
                  </a:cubicBezTo>
                  <a:cubicBezTo>
                    <a:pt x="12343" y="7957"/>
                    <a:pt x="11366" y="4185"/>
                    <a:pt x="8707" y="1114"/>
                  </a:cubicBezTo>
                  <a:cubicBezTo>
                    <a:pt x="8230" y="560"/>
                    <a:pt x="7567" y="1"/>
                    <a:pt x="683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30"/>
            <p:cNvSpPr/>
            <p:nvPr/>
          </p:nvSpPr>
          <p:spPr>
            <a:xfrm>
              <a:off x="3808850" y="1173650"/>
              <a:ext cx="565500" cy="965800"/>
            </a:xfrm>
            <a:custGeom>
              <a:rect b="b" l="l" r="r" t="t"/>
              <a:pathLst>
                <a:path extrusionOk="0" h="38632" w="22620">
                  <a:moveTo>
                    <a:pt x="3964" y="0"/>
                  </a:moveTo>
                  <a:cubicBezTo>
                    <a:pt x="3939" y="0"/>
                    <a:pt x="3913" y="6"/>
                    <a:pt x="3889" y="19"/>
                  </a:cubicBezTo>
                  <a:cubicBezTo>
                    <a:pt x="3822" y="58"/>
                    <a:pt x="3795" y="143"/>
                    <a:pt x="3832" y="204"/>
                  </a:cubicBezTo>
                  <a:cubicBezTo>
                    <a:pt x="7240" y="5902"/>
                    <a:pt x="9536" y="12032"/>
                    <a:pt x="11335" y="17279"/>
                  </a:cubicBezTo>
                  <a:cubicBezTo>
                    <a:pt x="11591" y="18016"/>
                    <a:pt x="11853" y="18753"/>
                    <a:pt x="12120" y="19490"/>
                  </a:cubicBezTo>
                  <a:cubicBezTo>
                    <a:pt x="8736" y="15289"/>
                    <a:pt x="4748" y="11561"/>
                    <a:pt x="248" y="8406"/>
                  </a:cubicBezTo>
                  <a:cubicBezTo>
                    <a:pt x="225" y="8389"/>
                    <a:pt x="197" y="8381"/>
                    <a:pt x="169" y="8381"/>
                  </a:cubicBezTo>
                  <a:cubicBezTo>
                    <a:pt x="125" y="8381"/>
                    <a:pt x="79" y="8401"/>
                    <a:pt x="48" y="8440"/>
                  </a:cubicBezTo>
                  <a:cubicBezTo>
                    <a:pt x="1" y="8498"/>
                    <a:pt x="10" y="8581"/>
                    <a:pt x="69" y="8623"/>
                  </a:cubicBezTo>
                  <a:cubicBezTo>
                    <a:pt x="4791" y="11932"/>
                    <a:pt x="8947" y="15870"/>
                    <a:pt x="12427" y="20330"/>
                  </a:cubicBezTo>
                  <a:cubicBezTo>
                    <a:pt x="12932" y="21704"/>
                    <a:pt x="13449" y="23065"/>
                    <a:pt x="13958" y="24404"/>
                  </a:cubicBezTo>
                  <a:cubicBezTo>
                    <a:pt x="12552" y="22980"/>
                    <a:pt x="10613" y="22023"/>
                    <a:pt x="8577" y="21104"/>
                  </a:cubicBezTo>
                  <a:cubicBezTo>
                    <a:pt x="6125" y="20000"/>
                    <a:pt x="3709" y="18958"/>
                    <a:pt x="1095" y="18392"/>
                  </a:cubicBezTo>
                  <a:cubicBezTo>
                    <a:pt x="1085" y="18390"/>
                    <a:pt x="1076" y="18389"/>
                    <a:pt x="1066" y="18389"/>
                  </a:cubicBezTo>
                  <a:cubicBezTo>
                    <a:pt x="1001" y="18389"/>
                    <a:pt x="939" y="18430"/>
                    <a:pt x="918" y="18493"/>
                  </a:cubicBezTo>
                  <a:cubicBezTo>
                    <a:pt x="900" y="18564"/>
                    <a:pt x="941" y="18638"/>
                    <a:pt x="1017" y="18653"/>
                  </a:cubicBezTo>
                  <a:cubicBezTo>
                    <a:pt x="3603" y="19213"/>
                    <a:pt x="6006" y="20246"/>
                    <a:pt x="8444" y="21348"/>
                  </a:cubicBezTo>
                  <a:cubicBezTo>
                    <a:pt x="10703" y="22369"/>
                    <a:pt x="12847" y="23430"/>
                    <a:pt x="14239" y="25136"/>
                  </a:cubicBezTo>
                  <a:cubicBezTo>
                    <a:pt x="15358" y="28062"/>
                    <a:pt x="16501" y="31077"/>
                    <a:pt x="17480" y="34112"/>
                  </a:cubicBezTo>
                  <a:cubicBezTo>
                    <a:pt x="14416" y="31413"/>
                    <a:pt x="10677" y="29343"/>
                    <a:pt x="6642" y="28111"/>
                  </a:cubicBezTo>
                  <a:cubicBezTo>
                    <a:pt x="6628" y="28107"/>
                    <a:pt x="6614" y="28105"/>
                    <a:pt x="6600" y="28105"/>
                  </a:cubicBezTo>
                  <a:cubicBezTo>
                    <a:pt x="6538" y="28105"/>
                    <a:pt x="6481" y="28142"/>
                    <a:pt x="6458" y="28199"/>
                  </a:cubicBezTo>
                  <a:cubicBezTo>
                    <a:pt x="6430" y="28270"/>
                    <a:pt x="6465" y="28346"/>
                    <a:pt x="6543" y="28369"/>
                  </a:cubicBezTo>
                  <a:cubicBezTo>
                    <a:pt x="10672" y="29626"/>
                    <a:pt x="14492" y="31774"/>
                    <a:pt x="17585" y="34578"/>
                  </a:cubicBezTo>
                  <a:cubicBezTo>
                    <a:pt x="17598" y="34591"/>
                    <a:pt x="17616" y="34600"/>
                    <a:pt x="17638" y="34603"/>
                  </a:cubicBezTo>
                  <a:cubicBezTo>
                    <a:pt x="18048" y="35891"/>
                    <a:pt x="18453" y="37187"/>
                    <a:pt x="18838" y="38488"/>
                  </a:cubicBezTo>
                  <a:cubicBezTo>
                    <a:pt x="18917" y="38534"/>
                    <a:pt x="18991" y="38583"/>
                    <a:pt x="19065" y="38631"/>
                  </a:cubicBezTo>
                  <a:cubicBezTo>
                    <a:pt x="19069" y="38630"/>
                    <a:pt x="19098" y="38586"/>
                    <a:pt x="19142" y="38503"/>
                  </a:cubicBezTo>
                  <a:cubicBezTo>
                    <a:pt x="18731" y="37122"/>
                    <a:pt x="18305" y="35743"/>
                    <a:pt x="17867" y="34376"/>
                  </a:cubicBezTo>
                  <a:cubicBezTo>
                    <a:pt x="19151" y="30246"/>
                    <a:pt x="20738" y="26146"/>
                    <a:pt x="22588" y="22190"/>
                  </a:cubicBezTo>
                  <a:cubicBezTo>
                    <a:pt x="22619" y="22119"/>
                    <a:pt x="22588" y="22043"/>
                    <a:pt x="22517" y="22017"/>
                  </a:cubicBezTo>
                  <a:cubicBezTo>
                    <a:pt x="22500" y="22011"/>
                    <a:pt x="22482" y="22008"/>
                    <a:pt x="22465" y="22008"/>
                  </a:cubicBezTo>
                  <a:cubicBezTo>
                    <a:pt x="22407" y="22008"/>
                    <a:pt x="22353" y="22039"/>
                    <a:pt x="22328" y="22091"/>
                  </a:cubicBezTo>
                  <a:cubicBezTo>
                    <a:pt x="20532" y="25935"/>
                    <a:pt x="18986" y="29910"/>
                    <a:pt x="17720" y="33918"/>
                  </a:cubicBezTo>
                  <a:cubicBezTo>
                    <a:pt x="16785" y="31028"/>
                    <a:pt x="15703" y="28161"/>
                    <a:pt x="14637" y="25374"/>
                  </a:cubicBezTo>
                  <a:cubicBezTo>
                    <a:pt x="14657" y="25352"/>
                    <a:pt x="14674" y="25327"/>
                    <a:pt x="14680" y="25298"/>
                  </a:cubicBezTo>
                  <a:cubicBezTo>
                    <a:pt x="15570" y="20077"/>
                    <a:pt x="16496" y="14679"/>
                    <a:pt x="19105" y="9803"/>
                  </a:cubicBezTo>
                  <a:cubicBezTo>
                    <a:pt x="19138" y="9739"/>
                    <a:pt x="19114" y="9658"/>
                    <a:pt x="19042" y="9627"/>
                  </a:cubicBezTo>
                  <a:cubicBezTo>
                    <a:pt x="19024" y="9618"/>
                    <a:pt x="19004" y="9614"/>
                    <a:pt x="18984" y="9614"/>
                  </a:cubicBezTo>
                  <a:cubicBezTo>
                    <a:pt x="18931" y="9614"/>
                    <a:pt x="18877" y="9644"/>
                    <a:pt x="18851" y="9695"/>
                  </a:cubicBezTo>
                  <a:cubicBezTo>
                    <a:pt x="16280" y="14497"/>
                    <a:pt x="15338" y="19780"/>
                    <a:pt x="14460" y="24911"/>
                  </a:cubicBezTo>
                  <a:cubicBezTo>
                    <a:pt x="14431" y="24831"/>
                    <a:pt x="14401" y="24755"/>
                    <a:pt x="14373" y="24679"/>
                  </a:cubicBezTo>
                  <a:cubicBezTo>
                    <a:pt x="13808" y="23207"/>
                    <a:pt x="13238" y="21707"/>
                    <a:pt x="12684" y="20197"/>
                  </a:cubicBezTo>
                  <a:cubicBezTo>
                    <a:pt x="12586" y="19613"/>
                    <a:pt x="10621" y="7583"/>
                    <a:pt x="13058" y="1023"/>
                  </a:cubicBezTo>
                  <a:cubicBezTo>
                    <a:pt x="13086" y="954"/>
                    <a:pt x="13046" y="877"/>
                    <a:pt x="12970" y="856"/>
                  </a:cubicBezTo>
                  <a:cubicBezTo>
                    <a:pt x="12958" y="853"/>
                    <a:pt x="12945" y="851"/>
                    <a:pt x="12932" y="851"/>
                  </a:cubicBezTo>
                  <a:cubicBezTo>
                    <a:pt x="12871" y="851"/>
                    <a:pt x="12810" y="889"/>
                    <a:pt x="12790" y="947"/>
                  </a:cubicBezTo>
                  <a:cubicBezTo>
                    <a:pt x="10783" y="6347"/>
                    <a:pt x="11725" y="15380"/>
                    <a:pt x="12196" y="18859"/>
                  </a:cubicBezTo>
                  <a:cubicBezTo>
                    <a:pt x="11997" y="18299"/>
                    <a:pt x="11798" y="17744"/>
                    <a:pt x="11608" y="17185"/>
                  </a:cubicBezTo>
                  <a:cubicBezTo>
                    <a:pt x="9804" y="11925"/>
                    <a:pt x="7503" y="5781"/>
                    <a:pt x="4083" y="62"/>
                  </a:cubicBezTo>
                  <a:cubicBezTo>
                    <a:pt x="4058" y="22"/>
                    <a:pt x="4012" y="0"/>
                    <a:pt x="396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70" name="Google Shape;370;p30"/>
          <p:cNvSpPr/>
          <p:nvPr/>
        </p:nvSpPr>
        <p:spPr>
          <a:xfrm flipH="1" rot="-651101">
            <a:off x="8470933" y="2402416"/>
            <a:ext cx="666084" cy="1380435"/>
          </a:xfrm>
          <a:custGeom>
            <a:rect b="b" l="l" r="r" t="t"/>
            <a:pathLst>
              <a:path extrusionOk="0" h="33862" w="16339">
                <a:moveTo>
                  <a:pt x="3138" y="679"/>
                </a:moveTo>
                <a:cubicBezTo>
                  <a:pt x="3139" y="680"/>
                  <a:pt x="3140" y="681"/>
                  <a:pt x="3141" y="683"/>
                </a:cubicBezTo>
                <a:cubicBezTo>
                  <a:pt x="3186" y="742"/>
                  <a:pt x="3227" y="795"/>
                  <a:pt x="3248" y="831"/>
                </a:cubicBezTo>
                <a:cubicBezTo>
                  <a:pt x="3407" y="1099"/>
                  <a:pt x="3540" y="1341"/>
                  <a:pt x="3657" y="1573"/>
                </a:cubicBezTo>
                <a:cubicBezTo>
                  <a:pt x="3938" y="2126"/>
                  <a:pt x="4138" y="2632"/>
                  <a:pt x="4269" y="3119"/>
                </a:cubicBezTo>
                <a:cubicBezTo>
                  <a:pt x="4361" y="3464"/>
                  <a:pt x="4397" y="3813"/>
                  <a:pt x="4380" y="4187"/>
                </a:cubicBezTo>
                <a:cubicBezTo>
                  <a:pt x="4363" y="4563"/>
                  <a:pt x="4287" y="4944"/>
                  <a:pt x="4214" y="5313"/>
                </a:cubicBezTo>
                <a:cubicBezTo>
                  <a:pt x="4153" y="5623"/>
                  <a:pt x="4090" y="5945"/>
                  <a:pt x="4060" y="6266"/>
                </a:cubicBezTo>
                <a:cubicBezTo>
                  <a:pt x="4005" y="6842"/>
                  <a:pt x="4054" y="7397"/>
                  <a:pt x="4105" y="7934"/>
                </a:cubicBezTo>
                <a:cubicBezTo>
                  <a:pt x="3799" y="7054"/>
                  <a:pt x="3602" y="6203"/>
                  <a:pt x="3529" y="5403"/>
                </a:cubicBezTo>
                <a:cubicBezTo>
                  <a:pt x="3496" y="5035"/>
                  <a:pt x="3544" y="4655"/>
                  <a:pt x="3590" y="4287"/>
                </a:cubicBezTo>
                <a:cubicBezTo>
                  <a:pt x="3665" y="3698"/>
                  <a:pt x="3742" y="3088"/>
                  <a:pt x="3503" y="2473"/>
                </a:cubicBezTo>
                <a:cubicBezTo>
                  <a:pt x="3485" y="2427"/>
                  <a:pt x="3441" y="2399"/>
                  <a:pt x="3395" y="2399"/>
                </a:cubicBezTo>
                <a:cubicBezTo>
                  <a:pt x="3381" y="2399"/>
                  <a:pt x="3367" y="2402"/>
                  <a:pt x="3353" y="2407"/>
                </a:cubicBezTo>
                <a:cubicBezTo>
                  <a:pt x="3294" y="2430"/>
                  <a:pt x="3264" y="2497"/>
                  <a:pt x="3287" y="2557"/>
                </a:cubicBezTo>
                <a:cubicBezTo>
                  <a:pt x="3505" y="3117"/>
                  <a:pt x="3435" y="3671"/>
                  <a:pt x="3360" y="4258"/>
                </a:cubicBezTo>
                <a:cubicBezTo>
                  <a:pt x="3313" y="4637"/>
                  <a:pt x="3263" y="5031"/>
                  <a:pt x="3298" y="5424"/>
                </a:cubicBezTo>
                <a:cubicBezTo>
                  <a:pt x="3370" y="6218"/>
                  <a:pt x="3559" y="7058"/>
                  <a:pt x="3856" y="7927"/>
                </a:cubicBezTo>
                <a:cubicBezTo>
                  <a:pt x="3839" y="7903"/>
                  <a:pt x="3824" y="7877"/>
                  <a:pt x="3808" y="7853"/>
                </a:cubicBezTo>
                <a:cubicBezTo>
                  <a:pt x="3714" y="7709"/>
                  <a:pt x="3620" y="7566"/>
                  <a:pt x="3532" y="7421"/>
                </a:cubicBezTo>
                <a:cubicBezTo>
                  <a:pt x="2833" y="6265"/>
                  <a:pt x="2586" y="4936"/>
                  <a:pt x="2753" y="3237"/>
                </a:cubicBezTo>
                <a:cubicBezTo>
                  <a:pt x="2794" y="2821"/>
                  <a:pt x="2870" y="2399"/>
                  <a:pt x="2942" y="1991"/>
                </a:cubicBezTo>
                <a:cubicBezTo>
                  <a:pt x="3018" y="1561"/>
                  <a:pt x="3097" y="1123"/>
                  <a:pt x="3138" y="679"/>
                </a:cubicBezTo>
                <a:close/>
                <a:moveTo>
                  <a:pt x="588" y="8057"/>
                </a:moveTo>
                <a:lnTo>
                  <a:pt x="588" y="8057"/>
                </a:lnTo>
                <a:cubicBezTo>
                  <a:pt x="854" y="8178"/>
                  <a:pt x="1125" y="8269"/>
                  <a:pt x="1183" y="8285"/>
                </a:cubicBezTo>
                <a:cubicBezTo>
                  <a:pt x="1356" y="8333"/>
                  <a:pt x="1527" y="8372"/>
                  <a:pt x="1696" y="8412"/>
                </a:cubicBezTo>
                <a:cubicBezTo>
                  <a:pt x="2086" y="8501"/>
                  <a:pt x="2455" y="8587"/>
                  <a:pt x="2818" y="8769"/>
                </a:cubicBezTo>
                <a:cubicBezTo>
                  <a:pt x="3170" y="8945"/>
                  <a:pt x="3489" y="9183"/>
                  <a:pt x="3792" y="9496"/>
                </a:cubicBezTo>
                <a:cubicBezTo>
                  <a:pt x="4167" y="9884"/>
                  <a:pt x="4466" y="10326"/>
                  <a:pt x="4818" y="10864"/>
                </a:cubicBezTo>
                <a:cubicBezTo>
                  <a:pt x="4890" y="10974"/>
                  <a:pt x="4956" y="11087"/>
                  <a:pt x="5026" y="11198"/>
                </a:cubicBezTo>
                <a:cubicBezTo>
                  <a:pt x="5100" y="11365"/>
                  <a:pt x="5177" y="11533"/>
                  <a:pt x="5264" y="11704"/>
                </a:cubicBezTo>
                <a:cubicBezTo>
                  <a:pt x="5038" y="11509"/>
                  <a:pt x="4788" y="11337"/>
                  <a:pt x="4544" y="11168"/>
                </a:cubicBezTo>
                <a:lnTo>
                  <a:pt x="4437" y="11094"/>
                </a:lnTo>
                <a:cubicBezTo>
                  <a:pt x="3560" y="10486"/>
                  <a:pt x="2720" y="9808"/>
                  <a:pt x="1941" y="9082"/>
                </a:cubicBezTo>
                <a:cubicBezTo>
                  <a:pt x="1918" y="9061"/>
                  <a:pt x="1890" y="9051"/>
                  <a:pt x="1862" y="9051"/>
                </a:cubicBezTo>
                <a:cubicBezTo>
                  <a:pt x="1830" y="9051"/>
                  <a:pt x="1799" y="9064"/>
                  <a:pt x="1776" y="9088"/>
                </a:cubicBezTo>
                <a:cubicBezTo>
                  <a:pt x="1733" y="9134"/>
                  <a:pt x="1735" y="9208"/>
                  <a:pt x="1782" y="9252"/>
                </a:cubicBezTo>
                <a:cubicBezTo>
                  <a:pt x="2571" y="9986"/>
                  <a:pt x="3418" y="10670"/>
                  <a:pt x="4305" y="11285"/>
                </a:cubicBezTo>
                <a:lnTo>
                  <a:pt x="4412" y="11359"/>
                </a:lnTo>
                <a:cubicBezTo>
                  <a:pt x="4728" y="11577"/>
                  <a:pt x="5050" y="11801"/>
                  <a:pt x="5315" y="12070"/>
                </a:cubicBezTo>
                <a:cubicBezTo>
                  <a:pt x="5280" y="12052"/>
                  <a:pt x="5250" y="12035"/>
                  <a:pt x="5224" y="12022"/>
                </a:cubicBezTo>
                <a:cubicBezTo>
                  <a:pt x="4784" y="11759"/>
                  <a:pt x="4313" y="11567"/>
                  <a:pt x="3856" y="11381"/>
                </a:cubicBezTo>
                <a:cubicBezTo>
                  <a:pt x="2985" y="11026"/>
                  <a:pt x="2161" y="10691"/>
                  <a:pt x="1552" y="9906"/>
                </a:cubicBezTo>
                <a:cubicBezTo>
                  <a:pt x="1245" y="9509"/>
                  <a:pt x="1042" y="9056"/>
                  <a:pt x="826" y="8575"/>
                </a:cubicBezTo>
                <a:cubicBezTo>
                  <a:pt x="749" y="8404"/>
                  <a:pt x="672" y="8230"/>
                  <a:pt x="588" y="8057"/>
                </a:cubicBezTo>
                <a:close/>
                <a:moveTo>
                  <a:pt x="7516" y="5870"/>
                </a:moveTo>
                <a:cubicBezTo>
                  <a:pt x="7784" y="6765"/>
                  <a:pt x="8028" y="7737"/>
                  <a:pt x="7966" y="8690"/>
                </a:cubicBezTo>
                <a:cubicBezTo>
                  <a:pt x="7917" y="9470"/>
                  <a:pt x="7666" y="10263"/>
                  <a:pt x="7240" y="10987"/>
                </a:cubicBezTo>
                <a:cubicBezTo>
                  <a:pt x="7148" y="11146"/>
                  <a:pt x="7051" y="11297"/>
                  <a:pt x="6957" y="11446"/>
                </a:cubicBezTo>
                <a:cubicBezTo>
                  <a:pt x="6831" y="11646"/>
                  <a:pt x="6708" y="11843"/>
                  <a:pt x="6597" y="12046"/>
                </a:cubicBezTo>
                <a:cubicBezTo>
                  <a:pt x="6674" y="11191"/>
                  <a:pt x="6834" y="10460"/>
                  <a:pt x="7098" y="9745"/>
                </a:cubicBezTo>
                <a:cubicBezTo>
                  <a:pt x="7384" y="8966"/>
                  <a:pt x="7647" y="8139"/>
                  <a:pt x="7447" y="7345"/>
                </a:cubicBezTo>
                <a:cubicBezTo>
                  <a:pt x="7434" y="7291"/>
                  <a:pt x="7385" y="7257"/>
                  <a:pt x="7333" y="7257"/>
                </a:cubicBezTo>
                <a:cubicBezTo>
                  <a:pt x="7324" y="7257"/>
                  <a:pt x="7315" y="7258"/>
                  <a:pt x="7306" y="7260"/>
                </a:cubicBezTo>
                <a:cubicBezTo>
                  <a:pt x="7245" y="7276"/>
                  <a:pt x="7207" y="7339"/>
                  <a:pt x="7223" y="7400"/>
                </a:cubicBezTo>
                <a:cubicBezTo>
                  <a:pt x="7407" y="8132"/>
                  <a:pt x="7166" y="8889"/>
                  <a:pt x="6881" y="9665"/>
                </a:cubicBezTo>
                <a:cubicBezTo>
                  <a:pt x="6568" y="10512"/>
                  <a:pt x="6397" y="11380"/>
                  <a:pt x="6334" y="12439"/>
                </a:cubicBezTo>
                <a:cubicBezTo>
                  <a:pt x="6234" y="11910"/>
                  <a:pt x="6138" y="11368"/>
                  <a:pt x="6129" y="10833"/>
                </a:cubicBezTo>
                <a:cubicBezTo>
                  <a:pt x="6111" y="9916"/>
                  <a:pt x="6216" y="9125"/>
                  <a:pt x="6449" y="8414"/>
                </a:cubicBezTo>
                <a:cubicBezTo>
                  <a:pt x="6590" y="7987"/>
                  <a:pt x="6787" y="7567"/>
                  <a:pt x="6976" y="7160"/>
                </a:cubicBezTo>
                <a:cubicBezTo>
                  <a:pt x="7171" y="6744"/>
                  <a:pt x="7370" y="6317"/>
                  <a:pt x="7516" y="5870"/>
                </a:cubicBezTo>
                <a:close/>
                <a:moveTo>
                  <a:pt x="11531" y="10010"/>
                </a:moveTo>
                <a:lnTo>
                  <a:pt x="11531" y="10010"/>
                </a:lnTo>
                <a:cubicBezTo>
                  <a:pt x="11517" y="10747"/>
                  <a:pt x="11471" y="11487"/>
                  <a:pt x="11394" y="12218"/>
                </a:cubicBezTo>
                <a:cubicBezTo>
                  <a:pt x="11322" y="12900"/>
                  <a:pt x="11232" y="13463"/>
                  <a:pt x="11022" y="13992"/>
                </a:cubicBezTo>
                <a:cubicBezTo>
                  <a:pt x="10748" y="14682"/>
                  <a:pt x="10269" y="15281"/>
                  <a:pt x="9881" y="15724"/>
                </a:cubicBezTo>
                <a:cubicBezTo>
                  <a:pt x="9590" y="16058"/>
                  <a:pt x="9267" y="16401"/>
                  <a:pt x="8877" y="16652"/>
                </a:cubicBezTo>
                <a:cubicBezTo>
                  <a:pt x="8834" y="16680"/>
                  <a:pt x="8799" y="16698"/>
                  <a:pt x="8769" y="16713"/>
                </a:cubicBezTo>
                <a:cubicBezTo>
                  <a:pt x="8886" y="16452"/>
                  <a:pt x="8994" y="16189"/>
                  <a:pt x="9094" y="15930"/>
                </a:cubicBezTo>
                <a:cubicBezTo>
                  <a:pt x="9269" y="15484"/>
                  <a:pt x="9450" y="15020"/>
                  <a:pt x="9699" y="14594"/>
                </a:cubicBezTo>
                <a:lnTo>
                  <a:pt x="9857" y="14327"/>
                </a:lnTo>
                <a:cubicBezTo>
                  <a:pt x="10217" y="13725"/>
                  <a:pt x="10589" y="13103"/>
                  <a:pt x="10684" y="12382"/>
                </a:cubicBezTo>
                <a:cubicBezTo>
                  <a:pt x="10692" y="12318"/>
                  <a:pt x="10647" y="12260"/>
                  <a:pt x="10584" y="12251"/>
                </a:cubicBezTo>
                <a:cubicBezTo>
                  <a:pt x="10579" y="12251"/>
                  <a:pt x="10574" y="12250"/>
                  <a:pt x="10570" y="12250"/>
                </a:cubicBezTo>
                <a:cubicBezTo>
                  <a:pt x="10512" y="12250"/>
                  <a:pt x="10462" y="12293"/>
                  <a:pt x="10454" y="12351"/>
                </a:cubicBezTo>
                <a:cubicBezTo>
                  <a:pt x="10366" y="13025"/>
                  <a:pt x="10007" y="13627"/>
                  <a:pt x="9659" y="14209"/>
                </a:cubicBezTo>
                <a:lnTo>
                  <a:pt x="9499" y="14477"/>
                </a:lnTo>
                <a:cubicBezTo>
                  <a:pt x="9240" y="14919"/>
                  <a:pt x="9057" y="15391"/>
                  <a:pt x="8878" y="15847"/>
                </a:cubicBezTo>
                <a:cubicBezTo>
                  <a:pt x="8785" y="16086"/>
                  <a:pt x="8686" y="16329"/>
                  <a:pt x="8580" y="16571"/>
                </a:cubicBezTo>
                <a:cubicBezTo>
                  <a:pt x="8573" y="16477"/>
                  <a:pt x="8573" y="16367"/>
                  <a:pt x="8573" y="16285"/>
                </a:cubicBezTo>
                <a:lnTo>
                  <a:pt x="8573" y="16167"/>
                </a:lnTo>
                <a:cubicBezTo>
                  <a:pt x="8564" y="15208"/>
                  <a:pt x="8784" y="14252"/>
                  <a:pt x="9209" y="13404"/>
                </a:cubicBezTo>
                <a:cubicBezTo>
                  <a:pt x="9500" y="12824"/>
                  <a:pt x="9890" y="12285"/>
                  <a:pt x="10265" y="11763"/>
                </a:cubicBezTo>
                <a:lnTo>
                  <a:pt x="11531" y="10010"/>
                </a:lnTo>
                <a:close/>
                <a:moveTo>
                  <a:pt x="1994" y="14108"/>
                </a:moveTo>
                <a:lnTo>
                  <a:pt x="1994" y="14108"/>
                </a:lnTo>
                <a:cubicBezTo>
                  <a:pt x="2699" y="14402"/>
                  <a:pt x="3454" y="14559"/>
                  <a:pt x="4187" y="14713"/>
                </a:cubicBezTo>
                <a:cubicBezTo>
                  <a:pt x="4586" y="14796"/>
                  <a:pt x="5001" y="14883"/>
                  <a:pt x="5397" y="14990"/>
                </a:cubicBezTo>
                <a:cubicBezTo>
                  <a:pt x="6409" y="15262"/>
                  <a:pt x="7164" y="15653"/>
                  <a:pt x="7703" y="16186"/>
                </a:cubicBezTo>
                <a:lnTo>
                  <a:pt x="7703" y="16187"/>
                </a:lnTo>
                <a:cubicBezTo>
                  <a:pt x="7845" y="16326"/>
                  <a:pt x="7960" y="16486"/>
                  <a:pt x="8069" y="16657"/>
                </a:cubicBezTo>
                <a:cubicBezTo>
                  <a:pt x="7841" y="16541"/>
                  <a:pt x="7592" y="16458"/>
                  <a:pt x="7344" y="16391"/>
                </a:cubicBezTo>
                <a:cubicBezTo>
                  <a:pt x="7042" y="16310"/>
                  <a:pt x="6736" y="16237"/>
                  <a:pt x="6428" y="16165"/>
                </a:cubicBezTo>
                <a:cubicBezTo>
                  <a:pt x="5419" y="15927"/>
                  <a:pt x="4375" y="15682"/>
                  <a:pt x="3533" y="15088"/>
                </a:cubicBezTo>
                <a:cubicBezTo>
                  <a:pt x="3513" y="15074"/>
                  <a:pt x="3490" y="15067"/>
                  <a:pt x="3467" y="15067"/>
                </a:cubicBezTo>
                <a:cubicBezTo>
                  <a:pt x="3430" y="15067"/>
                  <a:pt x="3394" y="15085"/>
                  <a:pt x="3372" y="15117"/>
                </a:cubicBezTo>
                <a:cubicBezTo>
                  <a:pt x="3335" y="15170"/>
                  <a:pt x="3348" y="15241"/>
                  <a:pt x="3400" y="15279"/>
                </a:cubicBezTo>
                <a:cubicBezTo>
                  <a:pt x="4279" y="15897"/>
                  <a:pt x="5345" y="16147"/>
                  <a:pt x="6375" y="16391"/>
                </a:cubicBezTo>
                <a:cubicBezTo>
                  <a:pt x="6680" y="16462"/>
                  <a:pt x="6984" y="16534"/>
                  <a:pt x="7283" y="16615"/>
                </a:cubicBezTo>
                <a:cubicBezTo>
                  <a:pt x="7651" y="16713"/>
                  <a:pt x="8060" y="16848"/>
                  <a:pt x="8342" y="17132"/>
                </a:cubicBezTo>
                <a:cubicBezTo>
                  <a:pt x="8241" y="17139"/>
                  <a:pt x="8140" y="17147"/>
                  <a:pt x="8040" y="17155"/>
                </a:cubicBezTo>
                <a:cubicBezTo>
                  <a:pt x="7694" y="17181"/>
                  <a:pt x="7335" y="17209"/>
                  <a:pt x="6985" y="17209"/>
                </a:cubicBezTo>
                <a:cubicBezTo>
                  <a:pt x="6978" y="17209"/>
                  <a:pt x="6970" y="17209"/>
                  <a:pt x="6963" y="17209"/>
                </a:cubicBezTo>
                <a:cubicBezTo>
                  <a:pt x="5720" y="17205"/>
                  <a:pt x="4611" y="16487"/>
                  <a:pt x="3492" y="15689"/>
                </a:cubicBezTo>
                <a:cubicBezTo>
                  <a:pt x="2865" y="15243"/>
                  <a:pt x="2242" y="14754"/>
                  <a:pt x="1994" y="14108"/>
                </a:cubicBezTo>
                <a:close/>
                <a:moveTo>
                  <a:pt x="13245" y="14791"/>
                </a:moveTo>
                <a:cubicBezTo>
                  <a:pt x="13570" y="16232"/>
                  <a:pt x="13590" y="17442"/>
                  <a:pt x="13307" y="18485"/>
                </a:cubicBezTo>
                <a:cubicBezTo>
                  <a:pt x="12953" y="19783"/>
                  <a:pt x="12118" y="20632"/>
                  <a:pt x="11179" y="21456"/>
                </a:cubicBezTo>
                <a:cubicBezTo>
                  <a:pt x="11744" y="20102"/>
                  <a:pt x="12209" y="18699"/>
                  <a:pt x="12552" y="17274"/>
                </a:cubicBezTo>
                <a:cubicBezTo>
                  <a:pt x="12567" y="17211"/>
                  <a:pt x="12528" y="17150"/>
                  <a:pt x="12466" y="17134"/>
                </a:cubicBezTo>
                <a:cubicBezTo>
                  <a:pt x="12457" y="17132"/>
                  <a:pt x="12448" y="17131"/>
                  <a:pt x="12439" y="17131"/>
                </a:cubicBezTo>
                <a:cubicBezTo>
                  <a:pt x="12387" y="17131"/>
                  <a:pt x="12339" y="17167"/>
                  <a:pt x="12327" y="17220"/>
                </a:cubicBezTo>
                <a:cubicBezTo>
                  <a:pt x="11986" y="18641"/>
                  <a:pt x="11522" y="20039"/>
                  <a:pt x="10957" y="21390"/>
                </a:cubicBezTo>
                <a:cubicBezTo>
                  <a:pt x="10954" y="21368"/>
                  <a:pt x="10953" y="21346"/>
                  <a:pt x="10951" y="21324"/>
                </a:cubicBezTo>
                <a:cubicBezTo>
                  <a:pt x="10867" y="20317"/>
                  <a:pt x="10789" y="19366"/>
                  <a:pt x="11082" y="18421"/>
                </a:cubicBezTo>
                <a:cubicBezTo>
                  <a:pt x="11371" y="17489"/>
                  <a:pt x="11857" y="16635"/>
                  <a:pt x="12330" y="15839"/>
                </a:cubicBezTo>
                <a:cubicBezTo>
                  <a:pt x="12579" y="15419"/>
                  <a:pt x="12856" y="14998"/>
                  <a:pt x="13245" y="14791"/>
                </a:cubicBezTo>
                <a:close/>
                <a:moveTo>
                  <a:pt x="3318" y="18297"/>
                </a:moveTo>
                <a:cubicBezTo>
                  <a:pt x="4575" y="18392"/>
                  <a:pt x="5974" y="18556"/>
                  <a:pt x="7238" y="19055"/>
                </a:cubicBezTo>
                <a:cubicBezTo>
                  <a:pt x="7989" y="19351"/>
                  <a:pt x="8646" y="19751"/>
                  <a:pt x="9191" y="20244"/>
                </a:cubicBezTo>
                <a:cubicBezTo>
                  <a:pt x="9566" y="20583"/>
                  <a:pt x="9854" y="21029"/>
                  <a:pt x="10123" y="21482"/>
                </a:cubicBezTo>
                <a:cubicBezTo>
                  <a:pt x="8872" y="20585"/>
                  <a:pt x="7446" y="19916"/>
                  <a:pt x="5961" y="19531"/>
                </a:cubicBezTo>
                <a:cubicBezTo>
                  <a:pt x="5951" y="19528"/>
                  <a:pt x="5942" y="19527"/>
                  <a:pt x="5932" y="19527"/>
                </a:cubicBezTo>
                <a:cubicBezTo>
                  <a:pt x="5881" y="19527"/>
                  <a:pt x="5833" y="19562"/>
                  <a:pt x="5819" y="19614"/>
                </a:cubicBezTo>
                <a:cubicBezTo>
                  <a:pt x="5803" y="19677"/>
                  <a:pt x="5840" y="19740"/>
                  <a:pt x="5903" y="19756"/>
                </a:cubicBezTo>
                <a:cubicBezTo>
                  <a:pt x="7404" y="20144"/>
                  <a:pt x="8842" y="20831"/>
                  <a:pt x="10096" y="21750"/>
                </a:cubicBezTo>
                <a:cubicBezTo>
                  <a:pt x="9752" y="21648"/>
                  <a:pt x="9413" y="21604"/>
                  <a:pt x="9064" y="21562"/>
                </a:cubicBezTo>
                <a:cubicBezTo>
                  <a:pt x="8901" y="21542"/>
                  <a:pt x="8733" y="21522"/>
                  <a:pt x="8557" y="21496"/>
                </a:cubicBezTo>
                <a:cubicBezTo>
                  <a:pt x="7823" y="21383"/>
                  <a:pt x="7101" y="21166"/>
                  <a:pt x="6412" y="20852"/>
                </a:cubicBezTo>
                <a:cubicBezTo>
                  <a:pt x="5727" y="20538"/>
                  <a:pt x="5090" y="20134"/>
                  <a:pt x="4520" y="19651"/>
                </a:cubicBezTo>
                <a:cubicBezTo>
                  <a:pt x="4241" y="19416"/>
                  <a:pt x="3979" y="19161"/>
                  <a:pt x="3737" y="18892"/>
                </a:cubicBezTo>
                <a:cubicBezTo>
                  <a:pt x="3711" y="18862"/>
                  <a:pt x="3633" y="18748"/>
                  <a:pt x="3558" y="18639"/>
                </a:cubicBezTo>
                <a:cubicBezTo>
                  <a:pt x="3461" y="18498"/>
                  <a:pt x="3384" y="18386"/>
                  <a:pt x="3318" y="18297"/>
                </a:cubicBezTo>
                <a:close/>
                <a:moveTo>
                  <a:pt x="12167" y="21170"/>
                </a:moveTo>
                <a:cubicBezTo>
                  <a:pt x="12636" y="21170"/>
                  <a:pt x="13092" y="21416"/>
                  <a:pt x="13480" y="21660"/>
                </a:cubicBezTo>
                <a:cubicBezTo>
                  <a:pt x="14352" y="22209"/>
                  <a:pt x="15143" y="22874"/>
                  <a:pt x="15832" y="23638"/>
                </a:cubicBezTo>
                <a:cubicBezTo>
                  <a:pt x="15041" y="23633"/>
                  <a:pt x="14231" y="23614"/>
                  <a:pt x="13452" y="23468"/>
                </a:cubicBezTo>
                <a:cubicBezTo>
                  <a:pt x="12894" y="23364"/>
                  <a:pt x="12482" y="23215"/>
                  <a:pt x="12156" y="22997"/>
                </a:cubicBezTo>
                <a:cubicBezTo>
                  <a:pt x="11761" y="22731"/>
                  <a:pt x="11457" y="22344"/>
                  <a:pt x="11167" y="21962"/>
                </a:cubicBezTo>
                <a:lnTo>
                  <a:pt x="11167" y="21962"/>
                </a:lnTo>
                <a:cubicBezTo>
                  <a:pt x="12205" y="22032"/>
                  <a:pt x="13217" y="22342"/>
                  <a:pt x="14116" y="22873"/>
                </a:cubicBezTo>
                <a:cubicBezTo>
                  <a:pt x="14135" y="22884"/>
                  <a:pt x="14155" y="22888"/>
                  <a:pt x="14175" y="22888"/>
                </a:cubicBezTo>
                <a:cubicBezTo>
                  <a:pt x="14182" y="22888"/>
                  <a:pt x="14189" y="22888"/>
                  <a:pt x="14196" y="22886"/>
                </a:cubicBezTo>
                <a:cubicBezTo>
                  <a:pt x="14228" y="22881"/>
                  <a:pt x="14258" y="22862"/>
                  <a:pt x="14275" y="22832"/>
                </a:cubicBezTo>
                <a:cubicBezTo>
                  <a:pt x="14308" y="22776"/>
                  <a:pt x="14289" y="22706"/>
                  <a:pt x="14235" y="22673"/>
                </a:cubicBezTo>
                <a:cubicBezTo>
                  <a:pt x="13345" y="22149"/>
                  <a:pt x="12347" y="21833"/>
                  <a:pt x="11323" y="21743"/>
                </a:cubicBezTo>
                <a:cubicBezTo>
                  <a:pt x="11503" y="21586"/>
                  <a:pt x="11679" y="21427"/>
                  <a:pt x="11850" y="21266"/>
                </a:cubicBezTo>
                <a:cubicBezTo>
                  <a:pt x="11853" y="21266"/>
                  <a:pt x="11856" y="21266"/>
                  <a:pt x="11860" y="21266"/>
                </a:cubicBezTo>
                <a:cubicBezTo>
                  <a:pt x="11913" y="21266"/>
                  <a:pt x="11965" y="21240"/>
                  <a:pt x="11994" y="21190"/>
                </a:cubicBezTo>
                <a:cubicBezTo>
                  <a:pt x="11999" y="21186"/>
                  <a:pt x="12022" y="21176"/>
                  <a:pt x="12076" y="21173"/>
                </a:cubicBezTo>
                <a:cubicBezTo>
                  <a:pt x="12106" y="21171"/>
                  <a:pt x="12137" y="21170"/>
                  <a:pt x="12167" y="21170"/>
                </a:cubicBezTo>
                <a:close/>
                <a:moveTo>
                  <a:pt x="10385" y="24577"/>
                </a:moveTo>
                <a:cubicBezTo>
                  <a:pt x="10620" y="24577"/>
                  <a:pt x="10851" y="24590"/>
                  <a:pt x="11079" y="24617"/>
                </a:cubicBezTo>
                <a:cubicBezTo>
                  <a:pt x="9975" y="24796"/>
                  <a:pt x="8979" y="25350"/>
                  <a:pt x="8016" y="25891"/>
                </a:cubicBezTo>
                <a:cubicBezTo>
                  <a:pt x="7512" y="26174"/>
                  <a:pt x="6991" y="26466"/>
                  <a:pt x="6462" y="26699"/>
                </a:cubicBezTo>
                <a:cubicBezTo>
                  <a:pt x="6404" y="26725"/>
                  <a:pt x="6377" y="26793"/>
                  <a:pt x="6403" y="26852"/>
                </a:cubicBezTo>
                <a:cubicBezTo>
                  <a:pt x="6422" y="26896"/>
                  <a:pt x="6465" y="26921"/>
                  <a:pt x="6509" y="26921"/>
                </a:cubicBezTo>
                <a:cubicBezTo>
                  <a:pt x="6516" y="26921"/>
                  <a:pt x="6523" y="26921"/>
                  <a:pt x="6529" y="26920"/>
                </a:cubicBezTo>
                <a:cubicBezTo>
                  <a:pt x="6539" y="26917"/>
                  <a:pt x="6548" y="26915"/>
                  <a:pt x="6556" y="26911"/>
                </a:cubicBezTo>
                <a:cubicBezTo>
                  <a:pt x="7094" y="26674"/>
                  <a:pt x="7621" y="26378"/>
                  <a:pt x="8130" y="26092"/>
                </a:cubicBezTo>
                <a:cubicBezTo>
                  <a:pt x="9075" y="25562"/>
                  <a:pt x="10053" y="25018"/>
                  <a:pt x="11117" y="24846"/>
                </a:cubicBezTo>
                <a:lnTo>
                  <a:pt x="11117" y="24846"/>
                </a:lnTo>
                <a:cubicBezTo>
                  <a:pt x="10801" y="25169"/>
                  <a:pt x="10435" y="25499"/>
                  <a:pt x="9986" y="25767"/>
                </a:cubicBezTo>
                <a:cubicBezTo>
                  <a:pt x="9318" y="26167"/>
                  <a:pt x="8606" y="26505"/>
                  <a:pt x="7871" y="26775"/>
                </a:cubicBezTo>
                <a:cubicBezTo>
                  <a:pt x="7681" y="26843"/>
                  <a:pt x="6308" y="27230"/>
                  <a:pt x="5851" y="27332"/>
                </a:cubicBezTo>
                <a:cubicBezTo>
                  <a:pt x="5866" y="26605"/>
                  <a:pt x="6484" y="26007"/>
                  <a:pt x="6765" y="25772"/>
                </a:cubicBezTo>
                <a:cubicBezTo>
                  <a:pt x="7377" y="25261"/>
                  <a:pt x="8127" y="24902"/>
                  <a:pt x="8932" y="24735"/>
                </a:cubicBezTo>
                <a:cubicBezTo>
                  <a:pt x="9450" y="24628"/>
                  <a:pt x="9927" y="24577"/>
                  <a:pt x="10385" y="24577"/>
                </a:cubicBezTo>
                <a:close/>
                <a:moveTo>
                  <a:pt x="3017" y="0"/>
                </a:moveTo>
                <a:cubicBezTo>
                  <a:pt x="2930" y="0"/>
                  <a:pt x="2862" y="69"/>
                  <a:pt x="2859" y="154"/>
                </a:cubicBezTo>
                <a:lnTo>
                  <a:pt x="2859" y="156"/>
                </a:lnTo>
                <a:cubicBezTo>
                  <a:pt x="2849" y="752"/>
                  <a:pt x="2742" y="1354"/>
                  <a:pt x="2639" y="1936"/>
                </a:cubicBezTo>
                <a:cubicBezTo>
                  <a:pt x="2565" y="2350"/>
                  <a:pt x="2488" y="2778"/>
                  <a:pt x="2446" y="3206"/>
                </a:cubicBezTo>
                <a:cubicBezTo>
                  <a:pt x="2272" y="4975"/>
                  <a:pt x="2533" y="6365"/>
                  <a:pt x="3269" y="7580"/>
                </a:cubicBezTo>
                <a:cubicBezTo>
                  <a:pt x="3358" y="7729"/>
                  <a:pt x="3454" y="7876"/>
                  <a:pt x="3551" y="8022"/>
                </a:cubicBezTo>
                <a:cubicBezTo>
                  <a:pt x="3817" y="8428"/>
                  <a:pt x="4069" y="8812"/>
                  <a:pt x="4196" y="9252"/>
                </a:cubicBezTo>
                <a:cubicBezTo>
                  <a:pt x="4215" y="9318"/>
                  <a:pt x="4276" y="9361"/>
                  <a:pt x="4344" y="9361"/>
                </a:cubicBezTo>
                <a:cubicBezTo>
                  <a:pt x="4345" y="9361"/>
                  <a:pt x="4345" y="9361"/>
                  <a:pt x="4346" y="9361"/>
                </a:cubicBezTo>
                <a:cubicBezTo>
                  <a:pt x="4378" y="9452"/>
                  <a:pt x="4411" y="9546"/>
                  <a:pt x="4441" y="9637"/>
                </a:cubicBezTo>
                <a:cubicBezTo>
                  <a:pt x="4472" y="9725"/>
                  <a:pt x="4502" y="9813"/>
                  <a:pt x="4532" y="9900"/>
                </a:cubicBezTo>
                <a:cubicBezTo>
                  <a:pt x="4368" y="9680"/>
                  <a:pt x="4201" y="9474"/>
                  <a:pt x="4015" y="9281"/>
                </a:cubicBezTo>
                <a:cubicBezTo>
                  <a:pt x="3686" y="8942"/>
                  <a:pt x="3341" y="8684"/>
                  <a:pt x="2957" y="8492"/>
                </a:cubicBezTo>
                <a:cubicBezTo>
                  <a:pt x="2560" y="8294"/>
                  <a:pt x="2156" y="8201"/>
                  <a:pt x="1766" y="8110"/>
                </a:cubicBezTo>
                <a:cubicBezTo>
                  <a:pt x="1601" y="8072"/>
                  <a:pt x="1435" y="8034"/>
                  <a:pt x="1267" y="7987"/>
                </a:cubicBezTo>
                <a:cubicBezTo>
                  <a:pt x="986" y="7910"/>
                  <a:pt x="378" y="7642"/>
                  <a:pt x="308" y="7534"/>
                </a:cubicBezTo>
                <a:cubicBezTo>
                  <a:pt x="278" y="7486"/>
                  <a:pt x="227" y="7460"/>
                  <a:pt x="175" y="7460"/>
                </a:cubicBezTo>
                <a:cubicBezTo>
                  <a:pt x="148" y="7460"/>
                  <a:pt x="120" y="7467"/>
                  <a:pt x="95" y="7483"/>
                </a:cubicBezTo>
                <a:cubicBezTo>
                  <a:pt x="25" y="7526"/>
                  <a:pt x="0" y="7616"/>
                  <a:pt x="40" y="7688"/>
                </a:cubicBezTo>
                <a:cubicBezTo>
                  <a:pt x="40" y="7688"/>
                  <a:pt x="39" y="7688"/>
                  <a:pt x="39" y="7688"/>
                </a:cubicBezTo>
                <a:lnTo>
                  <a:pt x="39" y="7688"/>
                </a:lnTo>
                <a:cubicBezTo>
                  <a:pt x="39" y="7688"/>
                  <a:pt x="39" y="7688"/>
                  <a:pt x="40" y="7689"/>
                </a:cubicBezTo>
                <a:cubicBezTo>
                  <a:pt x="41" y="7690"/>
                  <a:pt x="42" y="7693"/>
                  <a:pt x="43" y="7695"/>
                </a:cubicBezTo>
                <a:cubicBezTo>
                  <a:pt x="237" y="8012"/>
                  <a:pt x="393" y="8362"/>
                  <a:pt x="545" y="8701"/>
                </a:cubicBezTo>
                <a:cubicBezTo>
                  <a:pt x="758" y="9177"/>
                  <a:pt x="978" y="9669"/>
                  <a:pt x="1307" y="10095"/>
                </a:cubicBezTo>
                <a:cubicBezTo>
                  <a:pt x="1967" y="10945"/>
                  <a:pt x="2869" y="11313"/>
                  <a:pt x="3740" y="11667"/>
                </a:cubicBezTo>
                <a:cubicBezTo>
                  <a:pt x="4185" y="11849"/>
                  <a:pt x="4646" y="12037"/>
                  <a:pt x="5068" y="12286"/>
                </a:cubicBezTo>
                <a:cubicBezTo>
                  <a:pt x="5122" y="12320"/>
                  <a:pt x="5205" y="12360"/>
                  <a:pt x="5297" y="12408"/>
                </a:cubicBezTo>
                <a:cubicBezTo>
                  <a:pt x="5462" y="12491"/>
                  <a:pt x="5743" y="12634"/>
                  <a:pt x="5870" y="12748"/>
                </a:cubicBezTo>
                <a:cubicBezTo>
                  <a:pt x="5973" y="12912"/>
                  <a:pt x="6073" y="13078"/>
                  <a:pt x="6174" y="13245"/>
                </a:cubicBezTo>
                <a:lnTo>
                  <a:pt x="6176" y="13256"/>
                </a:lnTo>
                <a:cubicBezTo>
                  <a:pt x="6184" y="13297"/>
                  <a:pt x="6208" y="13331"/>
                  <a:pt x="6239" y="13353"/>
                </a:cubicBezTo>
                <a:cubicBezTo>
                  <a:pt x="6702" y="14119"/>
                  <a:pt x="7160" y="14898"/>
                  <a:pt x="7607" y="15693"/>
                </a:cubicBezTo>
                <a:cubicBezTo>
                  <a:pt x="7063" y="15260"/>
                  <a:pt x="6363" y="14929"/>
                  <a:pt x="5478" y="14692"/>
                </a:cubicBezTo>
                <a:cubicBezTo>
                  <a:pt x="5072" y="14583"/>
                  <a:pt x="4655" y="14494"/>
                  <a:pt x="4250" y="14410"/>
                </a:cubicBezTo>
                <a:cubicBezTo>
                  <a:pt x="3429" y="14238"/>
                  <a:pt x="2580" y="14061"/>
                  <a:pt x="1824" y="13693"/>
                </a:cubicBezTo>
                <a:cubicBezTo>
                  <a:pt x="1802" y="13683"/>
                  <a:pt x="1780" y="13678"/>
                  <a:pt x="1757" y="13678"/>
                </a:cubicBezTo>
                <a:cubicBezTo>
                  <a:pt x="1724" y="13678"/>
                  <a:pt x="1691" y="13688"/>
                  <a:pt x="1663" y="13709"/>
                </a:cubicBezTo>
                <a:cubicBezTo>
                  <a:pt x="1617" y="13745"/>
                  <a:pt x="1594" y="13803"/>
                  <a:pt x="1604" y="13860"/>
                </a:cubicBezTo>
                <a:cubicBezTo>
                  <a:pt x="1771" y="14775"/>
                  <a:pt x="2540" y="15390"/>
                  <a:pt x="3313" y="15940"/>
                </a:cubicBezTo>
                <a:cubicBezTo>
                  <a:pt x="4475" y="16769"/>
                  <a:pt x="5628" y="17514"/>
                  <a:pt x="6963" y="17518"/>
                </a:cubicBezTo>
                <a:cubicBezTo>
                  <a:pt x="7332" y="17518"/>
                  <a:pt x="7704" y="17491"/>
                  <a:pt x="8064" y="17463"/>
                </a:cubicBezTo>
                <a:cubicBezTo>
                  <a:pt x="8225" y="17450"/>
                  <a:pt x="8386" y="17438"/>
                  <a:pt x="8548" y="17429"/>
                </a:cubicBezTo>
                <a:cubicBezTo>
                  <a:pt x="9166" y="18619"/>
                  <a:pt x="9741" y="19836"/>
                  <a:pt x="10239" y="21079"/>
                </a:cubicBezTo>
                <a:cubicBezTo>
                  <a:pt x="9999" y="20692"/>
                  <a:pt x="9735" y="20318"/>
                  <a:pt x="9399" y="20015"/>
                </a:cubicBezTo>
                <a:cubicBezTo>
                  <a:pt x="8826" y="19497"/>
                  <a:pt x="8137" y="19077"/>
                  <a:pt x="7353" y="18768"/>
                </a:cubicBezTo>
                <a:cubicBezTo>
                  <a:pt x="5915" y="18202"/>
                  <a:pt x="4328" y="18054"/>
                  <a:pt x="2953" y="17961"/>
                </a:cubicBezTo>
                <a:cubicBezTo>
                  <a:pt x="2953" y="17961"/>
                  <a:pt x="2953" y="17961"/>
                  <a:pt x="2953" y="17961"/>
                </a:cubicBezTo>
                <a:cubicBezTo>
                  <a:pt x="2953" y="17961"/>
                  <a:pt x="2953" y="17961"/>
                  <a:pt x="2952" y="17961"/>
                </a:cubicBezTo>
                <a:cubicBezTo>
                  <a:pt x="2949" y="17961"/>
                  <a:pt x="2946" y="17961"/>
                  <a:pt x="2943" y="17961"/>
                </a:cubicBezTo>
                <a:cubicBezTo>
                  <a:pt x="2864" y="17961"/>
                  <a:pt x="2794" y="18022"/>
                  <a:pt x="2789" y="18105"/>
                </a:cubicBezTo>
                <a:cubicBezTo>
                  <a:pt x="2783" y="18176"/>
                  <a:pt x="2827" y="18239"/>
                  <a:pt x="2891" y="18261"/>
                </a:cubicBezTo>
                <a:cubicBezTo>
                  <a:pt x="2970" y="18328"/>
                  <a:pt x="3193" y="18654"/>
                  <a:pt x="3304" y="18814"/>
                </a:cubicBezTo>
                <a:cubicBezTo>
                  <a:pt x="3408" y="18967"/>
                  <a:pt x="3469" y="19055"/>
                  <a:pt x="3508" y="19098"/>
                </a:cubicBezTo>
                <a:cubicBezTo>
                  <a:pt x="3758" y="19378"/>
                  <a:pt x="4031" y="19643"/>
                  <a:pt x="4321" y="19888"/>
                </a:cubicBezTo>
                <a:cubicBezTo>
                  <a:pt x="4912" y="20388"/>
                  <a:pt x="5572" y="20807"/>
                  <a:pt x="6285" y="21133"/>
                </a:cubicBezTo>
                <a:cubicBezTo>
                  <a:pt x="6999" y="21460"/>
                  <a:pt x="7748" y="21685"/>
                  <a:pt x="8510" y="21801"/>
                </a:cubicBezTo>
                <a:cubicBezTo>
                  <a:pt x="8690" y="21829"/>
                  <a:pt x="8862" y="21850"/>
                  <a:pt x="9028" y="21869"/>
                </a:cubicBezTo>
                <a:cubicBezTo>
                  <a:pt x="9604" y="21938"/>
                  <a:pt x="10103" y="21997"/>
                  <a:pt x="10653" y="22327"/>
                </a:cubicBezTo>
                <a:cubicBezTo>
                  <a:pt x="10674" y="22339"/>
                  <a:pt x="10695" y="22345"/>
                  <a:pt x="10717" y="22346"/>
                </a:cubicBezTo>
                <a:cubicBezTo>
                  <a:pt x="10950" y="23005"/>
                  <a:pt x="11157" y="23669"/>
                  <a:pt x="11338" y="24341"/>
                </a:cubicBezTo>
                <a:cubicBezTo>
                  <a:pt x="11026" y="24292"/>
                  <a:pt x="10710" y="24267"/>
                  <a:pt x="10386" y="24267"/>
                </a:cubicBezTo>
                <a:cubicBezTo>
                  <a:pt x="9907" y="24267"/>
                  <a:pt x="9408" y="24322"/>
                  <a:pt x="8869" y="24434"/>
                </a:cubicBezTo>
                <a:cubicBezTo>
                  <a:pt x="8015" y="24610"/>
                  <a:pt x="7218" y="24992"/>
                  <a:pt x="6566" y="25536"/>
                </a:cubicBezTo>
                <a:cubicBezTo>
                  <a:pt x="6147" y="25887"/>
                  <a:pt x="5455" y="26612"/>
                  <a:pt x="5552" y="27524"/>
                </a:cubicBezTo>
                <a:cubicBezTo>
                  <a:pt x="5556" y="27570"/>
                  <a:pt x="5584" y="27615"/>
                  <a:pt x="5625" y="27640"/>
                </a:cubicBezTo>
                <a:cubicBezTo>
                  <a:pt x="5637" y="27648"/>
                  <a:pt x="5661" y="27652"/>
                  <a:pt x="5694" y="27652"/>
                </a:cubicBezTo>
                <a:cubicBezTo>
                  <a:pt x="5747" y="27652"/>
                  <a:pt x="5825" y="27642"/>
                  <a:pt x="5919" y="27625"/>
                </a:cubicBezTo>
                <a:cubicBezTo>
                  <a:pt x="6554" y="27510"/>
                  <a:pt x="7961" y="27070"/>
                  <a:pt x="7977" y="27065"/>
                </a:cubicBezTo>
                <a:cubicBezTo>
                  <a:pt x="8730" y="26790"/>
                  <a:pt x="9459" y="26442"/>
                  <a:pt x="10145" y="26032"/>
                </a:cubicBezTo>
                <a:cubicBezTo>
                  <a:pt x="10697" y="25702"/>
                  <a:pt x="11126" y="25291"/>
                  <a:pt x="11483" y="24909"/>
                </a:cubicBezTo>
                <a:cubicBezTo>
                  <a:pt x="12172" y="27742"/>
                  <a:pt x="12343" y="30674"/>
                  <a:pt x="11649" y="33673"/>
                </a:cubicBezTo>
                <a:cubicBezTo>
                  <a:pt x="11629" y="33756"/>
                  <a:pt x="11682" y="33838"/>
                  <a:pt x="11765" y="33858"/>
                </a:cubicBezTo>
                <a:cubicBezTo>
                  <a:pt x="11776" y="33861"/>
                  <a:pt x="11788" y="33862"/>
                  <a:pt x="11799" y="33862"/>
                </a:cubicBezTo>
                <a:cubicBezTo>
                  <a:pt x="11808" y="33862"/>
                  <a:pt x="11818" y="33861"/>
                  <a:pt x="11827" y="33859"/>
                </a:cubicBezTo>
                <a:cubicBezTo>
                  <a:pt x="11886" y="33849"/>
                  <a:pt x="11936" y="33804"/>
                  <a:pt x="11950" y="33742"/>
                </a:cubicBezTo>
                <a:cubicBezTo>
                  <a:pt x="12868" y="29773"/>
                  <a:pt x="12305" y="25927"/>
                  <a:pt x="11022" y="22280"/>
                </a:cubicBezTo>
                <a:lnTo>
                  <a:pt x="11022" y="22280"/>
                </a:lnTo>
                <a:cubicBezTo>
                  <a:pt x="11292" y="22629"/>
                  <a:pt x="11596" y="22993"/>
                  <a:pt x="11984" y="23253"/>
                </a:cubicBezTo>
                <a:cubicBezTo>
                  <a:pt x="12346" y="23495"/>
                  <a:pt x="12794" y="23660"/>
                  <a:pt x="13395" y="23771"/>
                </a:cubicBezTo>
                <a:cubicBezTo>
                  <a:pt x="14315" y="23944"/>
                  <a:pt x="15260" y="23947"/>
                  <a:pt x="16174" y="23949"/>
                </a:cubicBezTo>
                <a:cubicBezTo>
                  <a:pt x="16183" y="23948"/>
                  <a:pt x="16193" y="23948"/>
                  <a:pt x="16201" y="23945"/>
                </a:cubicBezTo>
                <a:cubicBezTo>
                  <a:pt x="16251" y="23937"/>
                  <a:pt x="16292" y="23905"/>
                  <a:pt x="16314" y="23860"/>
                </a:cubicBezTo>
                <a:cubicBezTo>
                  <a:pt x="16339" y="23804"/>
                  <a:pt x="16331" y="23740"/>
                  <a:pt x="16291" y="23694"/>
                </a:cubicBezTo>
                <a:cubicBezTo>
                  <a:pt x="15530" y="22797"/>
                  <a:pt x="14639" y="22026"/>
                  <a:pt x="13644" y="21398"/>
                </a:cubicBezTo>
                <a:cubicBezTo>
                  <a:pt x="13241" y="21144"/>
                  <a:pt x="12766" y="20891"/>
                  <a:pt x="12254" y="20865"/>
                </a:cubicBezTo>
                <a:cubicBezTo>
                  <a:pt x="12852" y="20231"/>
                  <a:pt x="13345" y="19517"/>
                  <a:pt x="13605" y="18566"/>
                </a:cubicBezTo>
                <a:cubicBezTo>
                  <a:pt x="13913" y="17428"/>
                  <a:pt x="13881" y="16111"/>
                  <a:pt x="13504" y="14540"/>
                </a:cubicBezTo>
                <a:cubicBezTo>
                  <a:pt x="13493" y="14498"/>
                  <a:pt x="13467" y="14462"/>
                  <a:pt x="13429" y="14441"/>
                </a:cubicBezTo>
                <a:cubicBezTo>
                  <a:pt x="13405" y="14428"/>
                  <a:pt x="13380" y="14421"/>
                  <a:pt x="13354" y="14421"/>
                </a:cubicBezTo>
                <a:cubicBezTo>
                  <a:pt x="13337" y="14421"/>
                  <a:pt x="13320" y="14424"/>
                  <a:pt x="13303" y="14429"/>
                </a:cubicBezTo>
                <a:cubicBezTo>
                  <a:pt x="12728" y="14629"/>
                  <a:pt x="12376" y="15157"/>
                  <a:pt x="12066" y="15680"/>
                </a:cubicBezTo>
                <a:cubicBezTo>
                  <a:pt x="11582" y="16493"/>
                  <a:pt x="11087" y="17366"/>
                  <a:pt x="10787" y="18330"/>
                </a:cubicBezTo>
                <a:cubicBezTo>
                  <a:pt x="10488" y="19294"/>
                  <a:pt x="10555" y="20281"/>
                  <a:pt x="10634" y="21238"/>
                </a:cubicBezTo>
                <a:cubicBezTo>
                  <a:pt x="10076" y="19813"/>
                  <a:pt x="9419" y="18420"/>
                  <a:pt x="8706" y="17064"/>
                </a:cubicBezTo>
                <a:cubicBezTo>
                  <a:pt x="8828" y="17042"/>
                  <a:pt x="8950" y="16972"/>
                  <a:pt x="9045" y="16912"/>
                </a:cubicBezTo>
                <a:cubicBezTo>
                  <a:pt x="9466" y="16640"/>
                  <a:pt x="9808" y="16278"/>
                  <a:pt x="10115" y="15927"/>
                </a:cubicBezTo>
                <a:cubicBezTo>
                  <a:pt x="10518" y="15465"/>
                  <a:pt x="11018" y="14840"/>
                  <a:pt x="11309" y="14106"/>
                </a:cubicBezTo>
                <a:cubicBezTo>
                  <a:pt x="11532" y="13544"/>
                  <a:pt x="11627" y="12958"/>
                  <a:pt x="11701" y="12249"/>
                </a:cubicBezTo>
                <a:cubicBezTo>
                  <a:pt x="11797" y="11349"/>
                  <a:pt x="11844" y="10431"/>
                  <a:pt x="11844" y="9525"/>
                </a:cubicBezTo>
                <a:cubicBezTo>
                  <a:pt x="11844" y="9458"/>
                  <a:pt x="11801" y="9399"/>
                  <a:pt x="11737" y="9378"/>
                </a:cubicBezTo>
                <a:cubicBezTo>
                  <a:pt x="11722" y="9373"/>
                  <a:pt x="11706" y="9370"/>
                  <a:pt x="11690" y="9370"/>
                </a:cubicBezTo>
                <a:cubicBezTo>
                  <a:pt x="11641" y="9370"/>
                  <a:pt x="11594" y="9394"/>
                  <a:pt x="11565" y="9435"/>
                </a:cubicBezTo>
                <a:lnTo>
                  <a:pt x="10015" y="11582"/>
                </a:lnTo>
                <a:cubicBezTo>
                  <a:pt x="9632" y="12113"/>
                  <a:pt x="9235" y="12663"/>
                  <a:pt x="8933" y="13266"/>
                </a:cubicBezTo>
                <a:cubicBezTo>
                  <a:pt x="8486" y="14157"/>
                  <a:pt x="8255" y="15161"/>
                  <a:pt x="8265" y="16171"/>
                </a:cubicBezTo>
                <a:lnTo>
                  <a:pt x="8265" y="16241"/>
                </a:lnTo>
                <a:cubicBezTo>
                  <a:pt x="7694" y="15196"/>
                  <a:pt x="7098" y="14175"/>
                  <a:pt x="6496" y="13180"/>
                </a:cubicBezTo>
                <a:cubicBezTo>
                  <a:pt x="6613" y="12575"/>
                  <a:pt x="6906" y="12105"/>
                  <a:pt x="7219" y="11611"/>
                </a:cubicBezTo>
                <a:cubicBezTo>
                  <a:pt x="7315" y="11459"/>
                  <a:pt x="7412" y="11305"/>
                  <a:pt x="7507" y="11143"/>
                </a:cubicBezTo>
                <a:cubicBezTo>
                  <a:pt x="7957" y="10378"/>
                  <a:pt x="8223" y="9537"/>
                  <a:pt x="8275" y="8711"/>
                </a:cubicBezTo>
                <a:cubicBezTo>
                  <a:pt x="8353" y="7515"/>
                  <a:pt x="7982" y="6322"/>
                  <a:pt x="7654" y="5268"/>
                </a:cubicBezTo>
                <a:cubicBezTo>
                  <a:pt x="7634" y="5204"/>
                  <a:pt x="7575" y="5159"/>
                  <a:pt x="7508" y="5159"/>
                </a:cubicBezTo>
                <a:cubicBezTo>
                  <a:pt x="7505" y="5159"/>
                  <a:pt x="7503" y="5159"/>
                  <a:pt x="7500" y="5159"/>
                </a:cubicBezTo>
                <a:cubicBezTo>
                  <a:pt x="7432" y="5162"/>
                  <a:pt x="7370" y="5214"/>
                  <a:pt x="7356" y="5282"/>
                </a:cubicBezTo>
                <a:cubicBezTo>
                  <a:pt x="7230" y="5889"/>
                  <a:pt x="6960" y="6469"/>
                  <a:pt x="6698" y="7030"/>
                </a:cubicBezTo>
                <a:cubicBezTo>
                  <a:pt x="6504" y="7444"/>
                  <a:pt x="6303" y="7874"/>
                  <a:pt x="6157" y="8318"/>
                </a:cubicBezTo>
                <a:cubicBezTo>
                  <a:pt x="5912" y="9063"/>
                  <a:pt x="5802" y="9887"/>
                  <a:pt x="5821" y="10838"/>
                </a:cubicBezTo>
                <a:cubicBezTo>
                  <a:pt x="5830" y="11309"/>
                  <a:pt x="5899" y="11778"/>
                  <a:pt x="5983" y="12237"/>
                </a:cubicBezTo>
                <a:cubicBezTo>
                  <a:pt x="5768" y="11830"/>
                  <a:pt x="5539" y="11429"/>
                  <a:pt x="5294" y="11039"/>
                </a:cubicBezTo>
                <a:cubicBezTo>
                  <a:pt x="5077" y="10539"/>
                  <a:pt x="4908" y="10046"/>
                  <a:pt x="4735" y="9537"/>
                </a:cubicBezTo>
                <a:cubicBezTo>
                  <a:pt x="4654" y="9301"/>
                  <a:pt x="4571" y="9059"/>
                  <a:pt x="4482" y="8813"/>
                </a:cubicBezTo>
                <a:cubicBezTo>
                  <a:pt x="4468" y="8535"/>
                  <a:pt x="4446" y="8260"/>
                  <a:pt x="4421" y="7993"/>
                </a:cubicBezTo>
                <a:cubicBezTo>
                  <a:pt x="4365" y="7418"/>
                  <a:pt x="4314" y="6874"/>
                  <a:pt x="4367" y="6295"/>
                </a:cubicBezTo>
                <a:cubicBezTo>
                  <a:pt x="4396" y="5989"/>
                  <a:pt x="4459" y="5676"/>
                  <a:pt x="4518" y="5372"/>
                </a:cubicBezTo>
                <a:cubicBezTo>
                  <a:pt x="4593" y="4994"/>
                  <a:pt x="4671" y="4601"/>
                  <a:pt x="4690" y="4202"/>
                </a:cubicBezTo>
                <a:cubicBezTo>
                  <a:pt x="4708" y="3795"/>
                  <a:pt x="4669" y="3415"/>
                  <a:pt x="4568" y="3039"/>
                </a:cubicBezTo>
                <a:cubicBezTo>
                  <a:pt x="4431" y="2531"/>
                  <a:pt x="4223" y="2006"/>
                  <a:pt x="3933" y="1433"/>
                </a:cubicBezTo>
                <a:cubicBezTo>
                  <a:pt x="3813" y="1196"/>
                  <a:pt x="3676" y="948"/>
                  <a:pt x="3515" y="673"/>
                </a:cubicBezTo>
                <a:cubicBezTo>
                  <a:pt x="3489" y="631"/>
                  <a:pt x="3443" y="567"/>
                  <a:pt x="3388" y="497"/>
                </a:cubicBezTo>
                <a:cubicBezTo>
                  <a:pt x="3320" y="406"/>
                  <a:pt x="3177" y="217"/>
                  <a:pt x="3168" y="154"/>
                </a:cubicBezTo>
                <a:cubicBezTo>
                  <a:pt x="3170" y="69"/>
                  <a:pt x="3102" y="1"/>
                  <a:pt x="3017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30"/>
          <p:cNvSpPr/>
          <p:nvPr/>
        </p:nvSpPr>
        <p:spPr>
          <a:xfrm flipH="1" rot="1092079">
            <a:off x="7618016" y="3804904"/>
            <a:ext cx="1805029" cy="1487161"/>
          </a:xfrm>
          <a:custGeom>
            <a:rect b="b" l="l" r="r" t="t"/>
            <a:pathLst>
              <a:path extrusionOk="0" h="29503" w="35809">
                <a:moveTo>
                  <a:pt x="15987" y="1"/>
                </a:moveTo>
                <a:cubicBezTo>
                  <a:pt x="15307" y="1"/>
                  <a:pt x="14281" y="3232"/>
                  <a:pt x="14368" y="6973"/>
                </a:cubicBezTo>
                <a:cubicBezTo>
                  <a:pt x="14458" y="10828"/>
                  <a:pt x="15190" y="13875"/>
                  <a:pt x="15404" y="14690"/>
                </a:cubicBezTo>
                <a:cubicBezTo>
                  <a:pt x="14257" y="15585"/>
                  <a:pt x="13139" y="16472"/>
                  <a:pt x="12154" y="17278"/>
                </a:cubicBezTo>
                <a:cubicBezTo>
                  <a:pt x="12377" y="15499"/>
                  <a:pt x="13438" y="6337"/>
                  <a:pt x="11926" y="5049"/>
                </a:cubicBezTo>
                <a:cubicBezTo>
                  <a:pt x="11844" y="4980"/>
                  <a:pt x="11771" y="4947"/>
                  <a:pt x="11706" y="4947"/>
                </a:cubicBezTo>
                <a:cubicBezTo>
                  <a:pt x="10531" y="4947"/>
                  <a:pt x="11858" y="15586"/>
                  <a:pt x="12085" y="17335"/>
                </a:cubicBezTo>
                <a:cubicBezTo>
                  <a:pt x="11392" y="17902"/>
                  <a:pt x="10768" y="18428"/>
                  <a:pt x="10252" y="18884"/>
                </a:cubicBezTo>
                <a:cubicBezTo>
                  <a:pt x="9784" y="19295"/>
                  <a:pt x="9290" y="19737"/>
                  <a:pt x="8781" y="20197"/>
                </a:cubicBezTo>
                <a:cubicBezTo>
                  <a:pt x="8837" y="19388"/>
                  <a:pt x="8963" y="17101"/>
                  <a:pt x="8739" y="15321"/>
                </a:cubicBezTo>
                <a:cubicBezTo>
                  <a:pt x="8461" y="13121"/>
                  <a:pt x="8054" y="9892"/>
                  <a:pt x="7037" y="8882"/>
                </a:cubicBezTo>
                <a:cubicBezTo>
                  <a:pt x="6947" y="8793"/>
                  <a:pt x="6865" y="8751"/>
                  <a:pt x="6789" y="8751"/>
                </a:cubicBezTo>
                <a:cubicBezTo>
                  <a:pt x="6001" y="8751"/>
                  <a:pt x="5945" y="13255"/>
                  <a:pt x="6706" y="16066"/>
                </a:cubicBezTo>
                <a:cubicBezTo>
                  <a:pt x="7376" y="18540"/>
                  <a:pt x="8293" y="19896"/>
                  <a:pt x="8628" y="20336"/>
                </a:cubicBezTo>
                <a:cubicBezTo>
                  <a:pt x="7462" y="21390"/>
                  <a:pt x="6232" y="22525"/>
                  <a:pt x="5096" y="23580"/>
                </a:cubicBezTo>
                <a:cubicBezTo>
                  <a:pt x="4742" y="21933"/>
                  <a:pt x="2590" y="12171"/>
                  <a:pt x="1305" y="11870"/>
                </a:cubicBezTo>
                <a:cubicBezTo>
                  <a:pt x="1249" y="11856"/>
                  <a:pt x="1196" y="11850"/>
                  <a:pt x="1148" y="11850"/>
                </a:cubicBezTo>
                <a:cubicBezTo>
                  <a:pt x="0" y="11850"/>
                  <a:pt x="1144" y="15497"/>
                  <a:pt x="2010" y="18541"/>
                </a:cubicBezTo>
                <a:cubicBezTo>
                  <a:pt x="2773" y="21225"/>
                  <a:pt x="4488" y="23142"/>
                  <a:pt x="5000" y="23669"/>
                </a:cubicBezTo>
                <a:cubicBezTo>
                  <a:pt x="2665" y="25843"/>
                  <a:pt x="761" y="27656"/>
                  <a:pt x="729" y="27687"/>
                </a:cubicBezTo>
                <a:cubicBezTo>
                  <a:pt x="645" y="27766"/>
                  <a:pt x="643" y="27898"/>
                  <a:pt x="722" y="27982"/>
                </a:cubicBezTo>
                <a:cubicBezTo>
                  <a:pt x="763" y="28024"/>
                  <a:pt x="818" y="28046"/>
                  <a:pt x="873" y="28046"/>
                </a:cubicBezTo>
                <a:cubicBezTo>
                  <a:pt x="924" y="28046"/>
                  <a:pt x="976" y="28027"/>
                  <a:pt x="1015" y="27989"/>
                </a:cubicBezTo>
                <a:cubicBezTo>
                  <a:pt x="1044" y="27961"/>
                  <a:pt x="2508" y="26567"/>
                  <a:pt x="4438" y="24762"/>
                </a:cubicBezTo>
                <a:cubicBezTo>
                  <a:pt x="4937" y="25299"/>
                  <a:pt x="7022" y="27416"/>
                  <a:pt x="9822" y="28442"/>
                </a:cubicBezTo>
                <a:cubicBezTo>
                  <a:pt x="11569" y="29082"/>
                  <a:pt x="13043" y="29502"/>
                  <a:pt x="13944" y="29502"/>
                </a:cubicBezTo>
                <a:cubicBezTo>
                  <a:pt x="14706" y="29502"/>
                  <a:pt x="15060" y="29202"/>
                  <a:pt x="14824" y="28481"/>
                </a:cubicBezTo>
                <a:cubicBezTo>
                  <a:pt x="14353" y="27037"/>
                  <a:pt x="5935" y="25011"/>
                  <a:pt x="4525" y="24682"/>
                </a:cubicBezTo>
                <a:cubicBezTo>
                  <a:pt x="5736" y="23550"/>
                  <a:pt x="7122" y="22265"/>
                  <a:pt x="8453" y="21056"/>
                </a:cubicBezTo>
                <a:cubicBezTo>
                  <a:pt x="9028" y="21495"/>
                  <a:pt x="11038" y="22939"/>
                  <a:pt x="13519" y="23705"/>
                </a:cubicBezTo>
                <a:cubicBezTo>
                  <a:pt x="14917" y="24137"/>
                  <a:pt x="16280" y="24373"/>
                  <a:pt x="17219" y="24373"/>
                </a:cubicBezTo>
                <a:cubicBezTo>
                  <a:pt x="18262" y="24373"/>
                  <a:pt x="18784" y="24082"/>
                  <a:pt x="18253" y="23442"/>
                </a:cubicBezTo>
                <a:cubicBezTo>
                  <a:pt x="17346" y="22351"/>
                  <a:pt x="10041" y="21192"/>
                  <a:pt x="8551" y="20966"/>
                </a:cubicBezTo>
                <a:cubicBezTo>
                  <a:pt x="9238" y="20343"/>
                  <a:pt x="9907" y="19742"/>
                  <a:pt x="10527" y="19194"/>
                </a:cubicBezTo>
                <a:cubicBezTo>
                  <a:pt x="11026" y="18755"/>
                  <a:pt x="11626" y="18249"/>
                  <a:pt x="12292" y="17703"/>
                </a:cubicBezTo>
                <a:cubicBezTo>
                  <a:pt x="13223" y="18361"/>
                  <a:pt x="17658" y="21405"/>
                  <a:pt x="20039" y="21405"/>
                </a:cubicBezTo>
                <a:cubicBezTo>
                  <a:pt x="20668" y="21405"/>
                  <a:pt x="21154" y="21192"/>
                  <a:pt x="21393" y="20666"/>
                </a:cubicBezTo>
                <a:cubicBezTo>
                  <a:pt x="22518" y="18195"/>
                  <a:pt x="14163" y="17671"/>
                  <a:pt x="12429" y="17590"/>
                </a:cubicBezTo>
                <a:cubicBezTo>
                  <a:pt x="13473" y="16737"/>
                  <a:pt x="14669" y="15789"/>
                  <a:pt x="15889" y="14839"/>
                </a:cubicBezTo>
                <a:cubicBezTo>
                  <a:pt x="16572" y="15469"/>
                  <a:pt x="21288" y="19753"/>
                  <a:pt x="23143" y="19753"/>
                </a:cubicBezTo>
                <a:cubicBezTo>
                  <a:pt x="23456" y="19753"/>
                  <a:pt x="23687" y="19631"/>
                  <a:pt x="23804" y="19349"/>
                </a:cubicBezTo>
                <a:cubicBezTo>
                  <a:pt x="24607" y="17414"/>
                  <a:pt x="17037" y="15122"/>
                  <a:pt x="15939" y="14801"/>
                </a:cubicBezTo>
                <a:cubicBezTo>
                  <a:pt x="16884" y="14064"/>
                  <a:pt x="17842" y="13326"/>
                  <a:pt x="18753" y="12632"/>
                </a:cubicBezTo>
                <a:cubicBezTo>
                  <a:pt x="19677" y="13167"/>
                  <a:pt x="23672" y="15409"/>
                  <a:pt x="25766" y="15409"/>
                </a:cubicBezTo>
                <a:cubicBezTo>
                  <a:pt x="26368" y="15409"/>
                  <a:pt x="26812" y="15224"/>
                  <a:pt x="26983" y="14760"/>
                </a:cubicBezTo>
                <a:cubicBezTo>
                  <a:pt x="27726" y="12728"/>
                  <a:pt x="20565" y="12536"/>
                  <a:pt x="18900" y="12519"/>
                </a:cubicBezTo>
                <a:cubicBezTo>
                  <a:pt x="19594" y="11990"/>
                  <a:pt x="20257" y="11488"/>
                  <a:pt x="20864" y="11030"/>
                </a:cubicBezTo>
                <a:cubicBezTo>
                  <a:pt x="21653" y="11329"/>
                  <a:pt x="24365" y="12297"/>
                  <a:pt x="26536" y="12297"/>
                </a:cubicBezTo>
                <a:cubicBezTo>
                  <a:pt x="27567" y="12297"/>
                  <a:pt x="28476" y="12079"/>
                  <a:pt x="29000" y="11468"/>
                </a:cubicBezTo>
                <a:cubicBezTo>
                  <a:pt x="29730" y="10616"/>
                  <a:pt x="28546" y="10360"/>
                  <a:pt x="26858" y="10360"/>
                </a:cubicBezTo>
                <a:cubicBezTo>
                  <a:pt x="24844" y="10360"/>
                  <a:pt x="22113" y="10725"/>
                  <a:pt x="21068" y="10877"/>
                </a:cubicBezTo>
                <a:cubicBezTo>
                  <a:pt x="22154" y="10058"/>
                  <a:pt x="23038" y="9398"/>
                  <a:pt x="23557" y="9010"/>
                </a:cubicBezTo>
                <a:cubicBezTo>
                  <a:pt x="24913" y="8524"/>
                  <a:pt x="28112" y="7282"/>
                  <a:pt x="30457" y="5643"/>
                </a:cubicBezTo>
                <a:cubicBezTo>
                  <a:pt x="33505" y="3511"/>
                  <a:pt x="35808" y="1748"/>
                  <a:pt x="34285" y="1564"/>
                </a:cubicBezTo>
                <a:cubicBezTo>
                  <a:pt x="34255" y="1560"/>
                  <a:pt x="34222" y="1558"/>
                  <a:pt x="34187" y="1558"/>
                </a:cubicBezTo>
                <a:cubicBezTo>
                  <a:pt x="32630" y="1558"/>
                  <a:pt x="26873" y="5224"/>
                  <a:pt x="23715" y="8376"/>
                </a:cubicBezTo>
                <a:cubicBezTo>
                  <a:pt x="23400" y="8610"/>
                  <a:pt x="22367" y="9377"/>
                  <a:pt x="20979" y="10423"/>
                </a:cubicBezTo>
                <a:cubicBezTo>
                  <a:pt x="22252" y="8480"/>
                  <a:pt x="26568" y="1726"/>
                  <a:pt x="25050" y="1726"/>
                </a:cubicBezTo>
                <a:cubicBezTo>
                  <a:pt x="24989" y="1726"/>
                  <a:pt x="24920" y="1736"/>
                  <a:pt x="24840" y="1758"/>
                </a:cubicBezTo>
                <a:cubicBezTo>
                  <a:pt x="22704" y="2355"/>
                  <a:pt x="21055" y="9093"/>
                  <a:pt x="20705" y="10630"/>
                </a:cubicBezTo>
                <a:cubicBezTo>
                  <a:pt x="19973" y="11182"/>
                  <a:pt x="19154" y="11802"/>
                  <a:pt x="18298" y="12456"/>
                </a:cubicBezTo>
                <a:cubicBezTo>
                  <a:pt x="18846" y="10632"/>
                  <a:pt x="21322" y="2040"/>
                  <a:pt x="19462" y="1752"/>
                </a:cubicBezTo>
                <a:cubicBezTo>
                  <a:pt x="19433" y="1747"/>
                  <a:pt x="19404" y="1745"/>
                  <a:pt x="19376" y="1745"/>
                </a:cubicBezTo>
                <a:cubicBezTo>
                  <a:pt x="17577" y="1745"/>
                  <a:pt x="18076" y="10917"/>
                  <a:pt x="18179" y="12548"/>
                </a:cubicBezTo>
                <a:cubicBezTo>
                  <a:pt x="17325" y="13200"/>
                  <a:pt x="16438" y="13884"/>
                  <a:pt x="15563" y="14566"/>
                </a:cubicBezTo>
                <a:cubicBezTo>
                  <a:pt x="15836" y="13622"/>
                  <a:pt x="16579" y="10903"/>
                  <a:pt x="16774" y="8720"/>
                </a:cubicBezTo>
                <a:cubicBezTo>
                  <a:pt x="17014" y="6033"/>
                  <a:pt x="16925" y="2211"/>
                  <a:pt x="16353" y="444"/>
                </a:cubicBezTo>
                <a:cubicBezTo>
                  <a:pt x="16255" y="140"/>
                  <a:pt x="16128" y="1"/>
                  <a:pt x="15987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30"/>
          <p:cNvSpPr/>
          <p:nvPr/>
        </p:nvSpPr>
        <p:spPr>
          <a:xfrm rot="651101">
            <a:off x="22144" y="2402416"/>
            <a:ext cx="666084" cy="1380435"/>
          </a:xfrm>
          <a:custGeom>
            <a:rect b="b" l="l" r="r" t="t"/>
            <a:pathLst>
              <a:path extrusionOk="0" h="33862" w="16339">
                <a:moveTo>
                  <a:pt x="3138" y="679"/>
                </a:moveTo>
                <a:cubicBezTo>
                  <a:pt x="3139" y="680"/>
                  <a:pt x="3140" y="681"/>
                  <a:pt x="3141" y="683"/>
                </a:cubicBezTo>
                <a:cubicBezTo>
                  <a:pt x="3186" y="742"/>
                  <a:pt x="3227" y="795"/>
                  <a:pt x="3248" y="831"/>
                </a:cubicBezTo>
                <a:cubicBezTo>
                  <a:pt x="3407" y="1099"/>
                  <a:pt x="3540" y="1341"/>
                  <a:pt x="3657" y="1573"/>
                </a:cubicBezTo>
                <a:cubicBezTo>
                  <a:pt x="3938" y="2126"/>
                  <a:pt x="4138" y="2632"/>
                  <a:pt x="4269" y="3119"/>
                </a:cubicBezTo>
                <a:cubicBezTo>
                  <a:pt x="4361" y="3464"/>
                  <a:pt x="4397" y="3813"/>
                  <a:pt x="4380" y="4187"/>
                </a:cubicBezTo>
                <a:cubicBezTo>
                  <a:pt x="4363" y="4563"/>
                  <a:pt x="4287" y="4944"/>
                  <a:pt x="4214" y="5313"/>
                </a:cubicBezTo>
                <a:cubicBezTo>
                  <a:pt x="4153" y="5623"/>
                  <a:pt x="4090" y="5945"/>
                  <a:pt x="4060" y="6266"/>
                </a:cubicBezTo>
                <a:cubicBezTo>
                  <a:pt x="4005" y="6842"/>
                  <a:pt x="4054" y="7397"/>
                  <a:pt x="4105" y="7934"/>
                </a:cubicBezTo>
                <a:cubicBezTo>
                  <a:pt x="3799" y="7054"/>
                  <a:pt x="3602" y="6203"/>
                  <a:pt x="3529" y="5403"/>
                </a:cubicBezTo>
                <a:cubicBezTo>
                  <a:pt x="3496" y="5035"/>
                  <a:pt x="3544" y="4655"/>
                  <a:pt x="3590" y="4287"/>
                </a:cubicBezTo>
                <a:cubicBezTo>
                  <a:pt x="3665" y="3698"/>
                  <a:pt x="3742" y="3088"/>
                  <a:pt x="3503" y="2473"/>
                </a:cubicBezTo>
                <a:cubicBezTo>
                  <a:pt x="3485" y="2427"/>
                  <a:pt x="3441" y="2399"/>
                  <a:pt x="3395" y="2399"/>
                </a:cubicBezTo>
                <a:cubicBezTo>
                  <a:pt x="3381" y="2399"/>
                  <a:pt x="3367" y="2402"/>
                  <a:pt x="3353" y="2407"/>
                </a:cubicBezTo>
                <a:cubicBezTo>
                  <a:pt x="3294" y="2430"/>
                  <a:pt x="3264" y="2497"/>
                  <a:pt x="3287" y="2557"/>
                </a:cubicBezTo>
                <a:cubicBezTo>
                  <a:pt x="3505" y="3117"/>
                  <a:pt x="3435" y="3671"/>
                  <a:pt x="3360" y="4258"/>
                </a:cubicBezTo>
                <a:cubicBezTo>
                  <a:pt x="3313" y="4637"/>
                  <a:pt x="3263" y="5031"/>
                  <a:pt x="3298" y="5424"/>
                </a:cubicBezTo>
                <a:cubicBezTo>
                  <a:pt x="3370" y="6218"/>
                  <a:pt x="3559" y="7058"/>
                  <a:pt x="3856" y="7927"/>
                </a:cubicBezTo>
                <a:cubicBezTo>
                  <a:pt x="3839" y="7903"/>
                  <a:pt x="3824" y="7877"/>
                  <a:pt x="3808" y="7853"/>
                </a:cubicBezTo>
                <a:cubicBezTo>
                  <a:pt x="3714" y="7709"/>
                  <a:pt x="3620" y="7566"/>
                  <a:pt x="3532" y="7421"/>
                </a:cubicBezTo>
                <a:cubicBezTo>
                  <a:pt x="2833" y="6265"/>
                  <a:pt x="2586" y="4936"/>
                  <a:pt x="2753" y="3237"/>
                </a:cubicBezTo>
                <a:cubicBezTo>
                  <a:pt x="2794" y="2821"/>
                  <a:pt x="2870" y="2399"/>
                  <a:pt x="2942" y="1991"/>
                </a:cubicBezTo>
                <a:cubicBezTo>
                  <a:pt x="3018" y="1561"/>
                  <a:pt x="3097" y="1123"/>
                  <a:pt x="3138" y="679"/>
                </a:cubicBezTo>
                <a:close/>
                <a:moveTo>
                  <a:pt x="588" y="8057"/>
                </a:moveTo>
                <a:lnTo>
                  <a:pt x="588" y="8057"/>
                </a:lnTo>
                <a:cubicBezTo>
                  <a:pt x="854" y="8178"/>
                  <a:pt x="1125" y="8269"/>
                  <a:pt x="1183" y="8285"/>
                </a:cubicBezTo>
                <a:cubicBezTo>
                  <a:pt x="1356" y="8333"/>
                  <a:pt x="1527" y="8372"/>
                  <a:pt x="1696" y="8412"/>
                </a:cubicBezTo>
                <a:cubicBezTo>
                  <a:pt x="2086" y="8501"/>
                  <a:pt x="2455" y="8587"/>
                  <a:pt x="2818" y="8769"/>
                </a:cubicBezTo>
                <a:cubicBezTo>
                  <a:pt x="3170" y="8945"/>
                  <a:pt x="3489" y="9183"/>
                  <a:pt x="3792" y="9496"/>
                </a:cubicBezTo>
                <a:cubicBezTo>
                  <a:pt x="4167" y="9884"/>
                  <a:pt x="4466" y="10326"/>
                  <a:pt x="4818" y="10864"/>
                </a:cubicBezTo>
                <a:cubicBezTo>
                  <a:pt x="4890" y="10974"/>
                  <a:pt x="4956" y="11087"/>
                  <a:pt x="5026" y="11198"/>
                </a:cubicBezTo>
                <a:cubicBezTo>
                  <a:pt x="5100" y="11365"/>
                  <a:pt x="5177" y="11533"/>
                  <a:pt x="5264" y="11704"/>
                </a:cubicBezTo>
                <a:cubicBezTo>
                  <a:pt x="5038" y="11509"/>
                  <a:pt x="4788" y="11337"/>
                  <a:pt x="4544" y="11168"/>
                </a:cubicBezTo>
                <a:lnTo>
                  <a:pt x="4437" y="11094"/>
                </a:lnTo>
                <a:cubicBezTo>
                  <a:pt x="3560" y="10486"/>
                  <a:pt x="2720" y="9808"/>
                  <a:pt x="1941" y="9082"/>
                </a:cubicBezTo>
                <a:cubicBezTo>
                  <a:pt x="1918" y="9061"/>
                  <a:pt x="1890" y="9051"/>
                  <a:pt x="1862" y="9051"/>
                </a:cubicBezTo>
                <a:cubicBezTo>
                  <a:pt x="1830" y="9051"/>
                  <a:pt x="1799" y="9064"/>
                  <a:pt x="1776" y="9088"/>
                </a:cubicBezTo>
                <a:cubicBezTo>
                  <a:pt x="1733" y="9134"/>
                  <a:pt x="1735" y="9208"/>
                  <a:pt x="1782" y="9252"/>
                </a:cubicBezTo>
                <a:cubicBezTo>
                  <a:pt x="2571" y="9986"/>
                  <a:pt x="3418" y="10670"/>
                  <a:pt x="4305" y="11285"/>
                </a:cubicBezTo>
                <a:lnTo>
                  <a:pt x="4412" y="11359"/>
                </a:lnTo>
                <a:cubicBezTo>
                  <a:pt x="4728" y="11577"/>
                  <a:pt x="5050" y="11801"/>
                  <a:pt x="5315" y="12070"/>
                </a:cubicBezTo>
                <a:cubicBezTo>
                  <a:pt x="5280" y="12052"/>
                  <a:pt x="5250" y="12035"/>
                  <a:pt x="5224" y="12022"/>
                </a:cubicBezTo>
                <a:cubicBezTo>
                  <a:pt x="4784" y="11759"/>
                  <a:pt x="4313" y="11567"/>
                  <a:pt x="3856" y="11381"/>
                </a:cubicBezTo>
                <a:cubicBezTo>
                  <a:pt x="2985" y="11026"/>
                  <a:pt x="2161" y="10691"/>
                  <a:pt x="1552" y="9906"/>
                </a:cubicBezTo>
                <a:cubicBezTo>
                  <a:pt x="1245" y="9509"/>
                  <a:pt x="1042" y="9056"/>
                  <a:pt x="826" y="8575"/>
                </a:cubicBezTo>
                <a:cubicBezTo>
                  <a:pt x="749" y="8404"/>
                  <a:pt x="672" y="8230"/>
                  <a:pt x="588" y="8057"/>
                </a:cubicBezTo>
                <a:close/>
                <a:moveTo>
                  <a:pt x="7516" y="5870"/>
                </a:moveTo>
                <a:cubicBezTo>
                  <a:pt x="7784" y="6765"/>
                  <a:pt x="8028" y="7737"/>
                  <a:pt x="7966" y="8690"/>
                </a:cubicBezTo>
                <a:cubicBezTo>
                  <a:pt x="7917" y="9470"/>
                  <a:pt x="7666" y="10263"/>
                  <a:pt x="7240" y="10987"/>
                </a:cubicBezTo>
                <a:cubicBezTo>
                  <a:pt x="7148" y="11146"/>
                  <a:pt x="7051" y="11297"/>
                  <a:pt x="6957" y="11446"/>
                </a:cubicBezTo>
                <a:cubicBezTo>
                  <a:pt x="6831" y="11646"/>
                  <a:pt x="6708" y="11843"/>
                  <a:pt x="6597" y="12046"/>
                </a:cubicBezTo>
                <a:cubicBezTo>
                  <a:pt x="6674" y="11191"/>
                  <a:pt x="6834" y="10460"/>
                  <a:pt x="7098" y="9745"/>
                </a:cubicBezTo>
                <a:cubicBezTo>
                  <a:pt x="7384" y="8966"/>
                  <a:pt x="7647" y="8139"/>
                  <a:pt x="7447" y="7345"/>
                </a:cubicBezTo>
                <a:cubicBezTo>
                  <a:pt x="7434" y="7291"/>
                  <a:pt x="7385" y="7257"/>
                  <a:pt x="7333" y="7257"/>
                </a:cubicBezTo>
                <a:cubicBezTo>
                  <a:pt x="7324" y="7257"/>
                  <a:pt x="7315" y="7258"/>
                  <a:pt x="7306" y="7260"/>
                </a:cubicBezTo>
                <a:cubicBezTo>
                  <a:pt x="7245" y="7276"/>
                  <a:pt x="7207" y="7339"/>
                  <a:pt x="7223" y="7400"/>
                </a:cubicBezTo>
                <a:cubicBezTo>
                  <a:pt x="7407" y="8132"/>
                  <a:pt x="7166" y="8889"/>
                  <a:pt x="6881" y="9665"/>
                </a:cubicBezTo>
                <a:cubicBezTo>
                  <a:pt x="6568" y="10512"/>
                  <a:pt x="6397" y="11380"/>
                  <a:pt x="6334" y="12439"/>
                </a:cubicBezTo>
                <a:cubicBezTo>
                  <a:pt x="6234" y="11910"/>
                  <a:pt x="6138" y="11368"/>
                  <a:pt x="6129" y="10833"/>
                </a:cubicBezTo>
                <a:cubicBezTo>
                  <a:pt x="6111" y="9916"/>
                  <a:pt x="6216" y="9125"/>
                  <a:pt x="6449" y="8414"/>
                </a:cubicBezTo>
                <a:cubicBezTo>
                  <a:pt x="6590" y="7987"/>
                  <a:pt x="6787" y="7567"/>
                  <a:pt x="6976" y="7160"/>
                </a:cubicBezTo>
                <a:cubicBezTo>
                  <a:pt x="7171" y="6744"/>
                  <a:pt x="7370" y="6317"/>
                  <a:pt x="7516" y="5870"/>
                </a:cubicBezTo>
                <a:close/>
                <a:moveTo>
                  <a:pt x="11531" y="10010"/>
                </a:moveTo>
                <a:lnTo>
                  <a:pt x="11531" y="10010"/>
                </a:lnTo>
                <a:cubicBezTo>
                  <a:pt x="11517" y="10747"/>
                  <a:pt x="11471" y="11487"/>
                  <a:pt x="11394" y="12218"/>
                </a:cubicBezTo>
                <a:cubicBezTo>
                  <a:pt x="11322" y="12900"/>
                  <a:pt x="11232" y="13463"/>
                  <a:pt x="11022" y="13992"/>
                </a:cubicBezTo>
                <a:cubicBezTo>
                  <a:pt x="10748" y="14682"/>
                  <a:pt x="10269" y="15281"/>
                  <a:pt x="9881" y="15724"/>
                </a:cubicBezTo>
                <a:cubicBezTo>
                  <a:pt x="9590" y="16058"/>
                  <a:pt x="9267" y="16401"/>
                  <a:pt x="8877" y="16652"/>
                </a:cubicBezTo>
                <a:cubicBezTo>
                  <a:pt x="8834" y="16680"/>
                  <a:pt x="8799" y="16698"/>
                  <a:pt x="8769" y="16713"/>
                </a:cubicBezTo>
                <a:cubicBezTo>
                  <a:pt x="8886" y="16452"/>
                  <a:pt x="8994" y="16189"/>
                  <a:pt x="9094" y="15930"/>
                </a:cubicBezTo>
                <a:cubicBezTo>
                  <a:pt x="9269" y="15484"/>
                  <a:pt x="9450" y="15020"/>
                  <a:pt x="9699" y="14594"/>
                </a:cubicBezTo>
                <a:lnTo>
                  <a:pt x="9857" y="14327"/>
                </a:lnTo>
                <a:cubicBezTo>
                  <a:pt x="10217" y="13725"/>
                  <a:pt x="10589" y="13103"/>
                  <a:pt x="10684" y="12382"/>
                </a:cubicBezTo>
                <a:cubicBezTo>
                  <a:pt x="10692" y="12318"/>
                  <a:pt x="10647" y="12260"/>
                  <a:pt x="10584" y="12251"/>
                </a:cubicBezTo>
                <a:cubicBezTo>
                  <a:pt x="10579" y="12251"/>
                  <a:pt x="10574" y="12250"/>
                  <a:pt x="10570" y="12250"/>
                </a:cubicBezTo>
                <a:cubicBezTo>
                  <a:pt x="10512" y="12250"/>
                  <a:pt x="10462" y="12293"/>
                  <a:pt x="10454" y="12351"/>
                </a:cubicBezTo>
                <a:cubicBezTo>
                  <a:pt x="10366" y="13025"/>
                  <a:pt x="10007" y="13627"/>
                  <a:pt x="9659" y="14209"/>
                </a:cubicBezTo>
                <a:lnTo>
                  <a:pt x="9499" y="14477"/>
                </a:lnTo>
                <a:cubicBezTo>
                  <a:pt x="9240" y="14919"/>
                  <a:pt x="9057" y="15391"/>
                  <a:pt x="8878" y="15847"/>
                </a:cubicBezTo>
                <a:cubicBezTo>
                  <a:pt x="8785" y="16086"/>
                  <a:pt x="8686" y="16329"/>
                  <a:pt x="8580" y="16571"/>
                </a:cubicBezTo>
                <a:cubicBezTo>
                  <a:pt x="8573" y="16477"/>
                  <a:pt x="8573" y="16367"/>
                  <a:pt x="8573" y="16285"/>
                </a:cubicBezTo>
                <a:lnTo>
                  <a:pt x="8573" y="16167"/>
                </a:lnTo>
                <a:cubicBezTo>
                  <a:pt x="8564" y="15208"/>
                  <a:pt x="8784" y="14252"/>
                  <a:pt x="9209" y="13404"/>
                </a:cubicBezTo>
                <a:cubicBezTo>
                  <a:pt x="9500" y="12824"/>
                  <a:pt x="9890" y="12285"/>
                  <a:pt x="10265" y="11763"/>
                </a:cubicBezTo>
                <a:lnTo>
                  <a:pt x="11531" y="10010"/>
                </a:lnTo>
                <a:close/>
                <a:moveTo>
                  <a:pt x="1994" y="14108"/>
                </a:moveTo>
                <a:lnTo>
                  <a:pt x="1994" y="14108"/>
                </a:lnTo>
                <a:cubicBezTo>
                  <a:pt x="2699" y="14402"/>
                  <a:pt x="3454" y="14559"/>
                  <a:pt x="4187" y="14713"/>
                </a:cubicBezTo>
                <a:cubicBezTo>
                  <a:pt x="4586" y="14796"/>
                  <a:pt x="5001" y="14883"/>
                  <a:pt x="5397" y="14990"/>
                </a:cubicBezTo>
                <a:cubicBezTo>
                  <a:pt x="6409" y="15262"/>
                  <a:pt x="7164" y="15653"/>
                  <a:pt x="7703" y="16186"/>
                </a:cubicBezTo>
                <a:lnTo>
                  <a:pt x="7703" y="16187"/>
                </a:lnTo>
                <a:cubicBezTo>
                  <a:pt x="7845" y="16326"/>
                  <a:pt x="7960" y="16486"/>
                  <a:pt x="8069" y="16657"/>
                </a:cubicBezTo>
                <a:cubicBezTo>
                  <a:pt x="7841" y="16541"/>
                  <a:pt x="7592" y="16458"/>
                  <a:pt x="7344" y="16391"/>
                </a:cubicBezTo>
                <a:cubicBezTo>
                  <a:pt x="7042" y="16310"/>
                  <a:pt x="6736" y="16237"/>
                  <a:pt x="6428" y="16165"/>
                </a:cubicBezTo>
                <a:cubicBezTo>
                  <a:pt x="5419" y="15927"/>
                  <a:pt x="4375" y="15682"/>
                  <a:pt x="3533" y="15088"/>
                </a:cubicBezTo>
                <a:cubicBezTo>
                  <a:pt x="3513" y="15074"/>
                  <a:pt x="3490" y="15067"/>
                  <a:pt x="3467" y="15067"/>
                </a:cubicBezTo>
                <a:cubicBezTo>
                  <a:pt x="3430" y="15067"/>
                  <a:pt x="3394" y="15085"/>
                  <a:pt x="3372" y="15117"/>
                </a:cubicBezTo>
                <a:cubicBezTo>
                  <a:pt x="3335" y="15170"/>
                  <a:pt x="3348" y="15241"/>
                  <a:pt x="3400" y="15279"/>
                </a:cubicBezTo>
                <a:cubicBezTo>
                  <a:pt x="4279" y="15897"/>
                  <a:pt x="5345" y="16147"/>
                  <a:pt x="6375" y="16391"/>
                </a:cubicBezTo>
                <a:cubicBezTo>
                  <a:pt x="6680" y="16462"/>
                  <a:pt x="6984" y="16534"/>
                  <a:pt x="7283" y="16615"/>
                </a:cubicBezTo>
                <a:cubicBezTo>
                  <a:pt x="7651" y="16713"/>
                  <a:pt x="8060" y="16848"/>
                  <a:pt x="8342" y="17132"/>
                </a:cubicBezTo>
                <a:cubicBezTo>
                  <a:pt x="8241" y="17139"/>
                  <a:pt x="8140" y="17147"/>
                  <a:pt x="8040" y="17155"/>
                </a:cubicBezTo>
                <a:cubicBezTo>
                  <a:pt x="7694" y="17181"/>
                  <a:pt x="7335" y="17209"/>
                  <a:pt x="6985" y="17209"/>
                </a:cubicBezTo>
                <a:cubicBezTo>
                  <a:pt x="6978" y="17209"/>
                  <a:pt x="6970" y="17209"/>
                  <a:pt x="6963" y="17209"/>
                </a:cubicBezTo>
                <a:cubicBezTo>
                  <a:pt x="5720" y="17205"/>
                  <a:pt x="4611" y="16487"/>
                  <a:pt x="3492" y="15689"/>
                </a:cubicBezTo>
                <a:cubicBezTo>
                  <a:pt x="2865" y="15243"/>
                  <a:pt x="2242" y="14754"/>
                  <a:pt x="1994" y="14108"/>
                </a:cubicBezTo>
                <a:close/>
                <a:moveTo>
                  <a:pt x="13245" y="14791"/>
                </a:moveTo>
                <a:cubicBezTo>
                  <a:pt x="13570" y="16232"/>
                  <a:pt x="13590" y="17442"/>
                  <a:pt x="13307" y="18485"/>
                </a:cubicBezTo>
                <a:cubicBezTo>
                  <a:pt x="12953" y="19783"/>
                  <a:pt x="12118" y="20632"/>
                  <a:pt x="11179" y="21456"/>
                </a:cubicBezTo>
                <a:cubicBezTo>
                  <a:pt x="11744" y="20102"/>
                  <a:pt x="12209" y="18699"/>
                  <a:pt x="12552" y="17274"/>
                </a:cubicBezTo>
                <a:cubicBezTo>
                  <a:pt x="12567" y="17211"/>
                  <a:pt x="12528" y="17150"/>
                  <a:pt x="12466" y="17134"/>
                </a:cubicBezTo>
                <a:cubicBezTo>
                  <a:pt x="12457" y="17132"/>
                  <a:pt x="12448" y="17131"/>
                  <a:pt x="12439" y="17131"/>
                </a:cubicBezTo>
                <a:cubicBezTo>
                  <a:pt x="12387" y="17131"/>
                  <a:pt x="12339" y="17167"/>
                  <a:pt x="12327" y="17220"/>
                </a:cubicBezTo>
                <a:cubicBezTo>
                  <a:pt x="11986" y="18641"/>
                  <a:pt x="11522" y="20039"/>
                  <a:pt x="10957" y="21390"/>
                </a:cubicBezTo>
                <a:cubicBezTo>
                  <a:pt x="10954" y="21368"/>
                  <a:pt x="10953" y="21346"/>
                  <a:pt x="10951" y="21324"/>
                </a:cubicBezTo>
                <a:cubicBezTo>
                  <a:pt x="10867" y="20317"/>
                  <a:pt x="10789" y="19366"/>
                  <a:pt x="11082" y="18421"/>
                </a:cubicBezTo>
                <a:cubicBezTo>
                  <a:pt x="11371" y="17489"/>
                  <a:pt x="11857" y="16635"/>
                  <a:pt x="12330" y="15839"/>
                </a:cubicBezTo>
                <a:cubicBezTo>
                  <a:pt x="12579" y="15419"/>
                  <a:pt x="12856" y="14998"/>
                  <a:pt x="13245" y="14791"/>
                </a:cubicBezTo>
                <a:close/>
                <a:moveTo>
                  <a:pt x="3318" y="18297"/>
                </a:moveTo>
                <a:cubicBezTo>
                  <a:pt x="4575" y="18392"/>
                  <a:pt x="5974" y="18556"/>
                  <a:pt x="7238" y="19055"/>
                </a:cubicBezTo>
                <a:cubicBezTo>
                  <a:pt x="7989" y="19351"/>
                  <a:pt x="8646" y="19751"/>
                  <a:pt x="9191" y="20244"/>
                </a:cubicBezTo>
                <a:cubicBezTo>
                  <a:pt x="9566" y="20583"/>
                  <a:pt x="9854" y="21029"/>
                  <a:pt x="10123" y="21482"/>
                </a:cubicBezTo>
                <a:cubicBezTo>
                  <a:pt x="8872" y="20585"/>
                  <a:pt x="7446" y="19916"/>
                  <a:pt x="5961" y="19531"/>
                </a:cubicBezTo>
                <a:cubicBezTo>
                  <a:pt x="5951" y="19528"/>
                  <a:pt x="5942" y="19527"/>
                  <a:pt x="5932" y="19527"/>
                </a:cubicBezTo>
                <a:cubicBezTo>
                  <a:pt x="5881" y="19527"/>
                  <a:pt x="5833" y="19562"/>
                  <a:pt x="5819" y="19614"/>
                </a:cubicBezTo>
                <a:cubicBezTo>
                  <a:pt x="5803" y="19677"/>
                  <a:pt x="5840" y="19740"/>
                  <a:pt x="5903" y="19756"/>
                </a:cubicBezTo>
                <a:cubicBezTo>
                  <a:pt x="7404" y="20144"/>
                  <a:pt x="8842" y="20831"/>
                  <a:pt x="10096" y="21750"/>
                </a:cubicBezTo>
                <a:cubicBezTo>
                  <a:pt x="9752" y="21648"/>
                  <a:pt x="9413" y="21604"/>
                  <a:pt x="9064" y="21562"/>
                </a:cubicBezTo>
                <a:cubicBezTo>
                  <a:pt x="8901" y="21542"/>
                  <a:pt x="8733" y="21522"/>
                  <a:pt x="8557" y="21496"/>
                </a:cubicBezTo>
                <a:cubicBezTo>
                  <a:pt x="7823" y="21383"/>
                  <a:pt x="7101" y="21166"/>
                  <a:pt x="6412" y="20852"/>
                </a:cubicBezTo>
                <a:cubicBezTo>
                  <a:pt x="5727" y="20538"/>
                  <a:pt x="5090" y="20134"/>
                  <a:pt x="4520" y="19651"/>
                </a:cubicBezTo>
                <a:cubicBezTo>
                  <a:pt x="4241" y="19416"/>
                  <a:pt x="3979" y="19161"/>
                  <a:pt x="3737" y="18892"/>
                </a:cubicBezTo>
                <a:cubicBezTo>
                  <a:pt x="3711" y="18862"/>
                  <a:pt x="3633" y="18748"/>
                  <a:pt x="3558" y="18639"/>
                </a:cubicBezTo>
                <a:cubicBezTo>
                  <a:pt x="3461" y="18498"/>
                  <a:pt x="3384" y="18386"/>
                  <a:pt x="3318" y="18297"/>
                </a:cubicBezTo>
                <a:close/>
                <a:moveTo>
                  <a:pt x="12167" y="21170"/>
                </a:moveTo>
                <a:cubicBezTo>
                  <a:pt x="12636" y="21170"/>
                  <a:pt x="13092" y="21416"/>
                  <a:pt x="13480" y="21660"/>
                </a:cubicBezTo>
                <a:cubicBezTo>
                  <a:pt x="14352" y="22209"/>
                  <a:pt x="15143" y="22874"/>
                  <a:pt x="15832" y="23638"/>
                </a:cubicBezTo>
                <a:cubicBezTo>
                  <a:pt x="15041" y="23633"/>
                  <a:pt x="14231" y="23614"/>
                  <a:pt x="13452" y="23468"/>
                </a:cubicBezTo>
                <a:cubicBezTo>
                  <a:pt x="12894" y="23364"/>
                  <a:pt x="12482" y="23215"/>
                  <a:pt x="12156" y="22997"/>
                </a:cubicBezTo>
                <a:cubicBezTo>
                  <a:pt x="11761" y="22731"/>
                  <a:pt x="11457" y="22344"/>
                  <a:pt x="11167" y="21962"/>
                </a:cubicBezTo>
                <a:lnTo>
                  <a:pt x="11167" y="21962"/>
                </a:lnTo>
                <a:cubicBezTo>
                  <a:pt x="12205" y="22032"/>
                  <a:pt x="13217" y="22342"/>
                  <a:pt x="14116" y="22873"/>
                </a:cubicBezTo>
                <a:cubicBezTo>
                  <a:pt x="14135" y="22884"/>
                  <a:pt x="14155" y="22888"/>
                  <a:pt x="14175" y="22888"/>
                </a:cubicBezTo>
                <a:cubicBezTo>
                  <a:pt x="14182" y="22888"/>
                  <a:pt x="14189" y="22888"/>
                  <a:pt x="14196" y="22886"/>
                </a:cubicBezTo>
                <a:cubicBezTo>
                  <a:pt x="14228" y="22881"/>
                  <a:pt x="14258" y="22862"/>
                  <a:pt x="14275" y="22832"/>
                </a:cubicBezTo>
                <a:cubicBezTo>
                  <a:pt x="14308" y="22776"/>
                  <a:pt x="14289" y="22706"/>
                  <a:pt x="14235" y="22673"/>
                </a:cubicBezTo>
                <a:cubicBezTo>
                  <a:pt x="13345" y="22149"/>
                  <a:pt x="12347" y="21833"/>
                  <a:pt x="11323" y="21743"/>
                </a:cubicBezTo>
                <a:cubicBezTo>
                  <a:pt x="11503" y="21586"/>
                  <a:pt x="11679" y="21427"/>
                  <a:pt x="11850" y="21266"/>
                </a:cubicBezTo>
                <a:cubicBezTo>
                  <a:pt x="11853" y="21266"/>
                  <a:pt x="11856" y="21266"/>
                  <a:pt x="11860" y="21266"/>
                </a:cubicBezTo>
                <a:cubicBezTo>
                  <a:pt x="11913" y="21266"/>
                  <a:pt x="11965" y="21240"/>
                  <a:pt x="11994" y="21190"/>
                </a:cubicBezTo>
                <a:cubicBezTo>
                  <a:pt x="11999" y="21186"/>
                  <a:pt x="12022" y="21176"/>
                  <a:pt x="12076" y="21173"/>
                </a:cubicBezTo>
                <a:cubicBezTo>
                  <a:pt x="12106" y="21171"/>
                  <a:pt x="12137" y="21170"/>
                  <a:pt x="12167" y="21170"/>
                </a:cubicBezTo>
                <a:close/>
                <a:moveTo>
                  <a:pt x="10385" y="24577"/>
                </a:moveTo>
                <a:cubicBezTo>
                  <a:pt x="10620" y="24577"/>
                  <a:pt x="10851" y="24590"/>
                  <a:pt x="11079" y="24617"/>
                </a:cubicBezTo>
                <a:cubicBezTo>
                  <a:pt x="9975" y="24796"/>
                  <a:pt x="8979" y="25350"/>
                  <a:pt x="8016" y="25891"/>
                </a:cubicBezTo>
                <a:cubicBezTo>
                  <a:pt x="7512" y="26174"/>
                  <a:pt x="6991" y="26466"/>
                  <a:pt x="6462" y="26699"/>
                </a:cubicBezTo>
                <a:cubicBezTo>
                  <a:pt x="6404" y="26725"/>
                  <a:pt x="6377" y="26793"/>
                  <a:pt x="6403" y="26852"/>
                </a:cubicBezTo>
                <a:cubicBezTo>
                  <a:pt x="6422" y="26896"/>
                  <a:pt x="6465" y="26921"/>
                  <a:pt x="6509" y="26921"/>
                </a:cubicBezTo>
                <a:cubicBezTo>
                  <a:pt x="6516" y="26921"/>
                  <a:pt x="6523" y="26921"/>
                  <a:pt x="6529" y="26920"/>
                </a:cubicBezTo>
                <a:cubicBezTo>
                  <a:pt x="6539" y="26917"/>
                  <a:pt x="6548" y="26915"/>
                  <a:pt x="6556" y="26911"/>
                </a:cubicBezTo>
                <a:cubicBezTo>
                  <a:pt x="7094" y="26674"/>
                  <a:pt x="7621" y="26378"/>
                  <a:pt x="8130" y="26092"/>
                </a:cubicBezTo>
                <a:cubicBezTo>
                  <a:pt x="9075" y="25562"/>
                  <a:pt x="10053" y="25018"/>
                  <a:pt x="11117" y="24846"/>
                </a:cubicBezTo>
                <a:lnTo>
                  <a:pt x="11117" y="24846"/>
                </a:lnTo>
                <a:cubicBezTo>
                  <a:pt x="10801" y="25169"/>
                  <a:pt x="10435" y="25499"/>
                  <a:pt x="9986" y="25767"/>
                </a:cubicBezTo>
                <a:cubicBezTo>
                  <a:pt x="9318" y="26167"/>
                  <a:pt x="8606" y="26505"/>
                  <a:pt x="7871" y="26775"/>
                </a:cubicBezTo>
                <a:cubicBezTo>
                  <a:pt x="7681" y="26843"/>
                  <a:pt x="6308" y="27230"/>
                  <a:pt x="5851" y="27332"/>
                </a:cubicBezTo>
                <a:cubicBezTo>
                  <a:pt x="5866" y="26605"/>
                  <a:pt x="6484" y="26007"/>
                  <a:pt x="6765" y="25772"/>
                </a:cubicBezTo>
                <a:cubicBezTo>
                  <a:pt x="7377" y="25261"/>
                  <a:pt x="8127" y="24902"/>
                  <a:pt x="8932" y="24735"/>
                </a:cubicBezTo>
                <a:cubicBezTo>
                  <a:pt x="9450" y="24628"/>
                  <a:pt x="9927" y="24577"/>
                  <a:pt x="10385" y="24577"/>
                </a:cubicBezTo>
                <a:close/>
                <a:moveTo>
                  <a:pt x="3017" y="0"/>
                </a:moveTo>
                <a:cubicBezTo>
                  <a:pt x="2930" y="0"/>
                  <a:pt x="2862" y="69"/>
                  <a:pt x="2859" y="154"/>
                </a:cubicBezTo>
                <a:lnTo>
                  <a:pt x="2859" y="156"/>
                </a:lnTo>
                <a:cubicBezTo>
                  <a:pt x="2849" y="752"/>
                  <a:pt x="2742" y="1354"/>
                  <a:pt x="2639" y="1936"/>
                </a:cubicBezTo>
                <a:cubicBezTo>
                  <a:pt x="2565" y="2350"/>
                  <a:pt x="2488" y="2778"/>
                  <a:pt x="2446" y="3206"/>
                </a:cubicBezTo>
                <a:cubicBezTo>
                  <a:pt x="2272" y="4975"/>
                  <a:pt x="2533" y="6365"/>
                  <a:pt x="3269" y="7580"/>
                </a:cubicBezTo>
                <a:cubicBezTo>
                  <a:pt x="3358" y="7729"/>
                  <a:pt x="3454" y="7876"/>
                  <a:pt x="3551" y="8022"/>
                </a:cubicBezTo>
                <a:cubicBezTo>
                  <a:pt x="3817" y="8428"/>
                  <a:pt x="4069" y="8812"/>
                  <a:pt x="4196" y="9252"/>
                </a:cubicBezTo>
                <a:cubicBezTo>
                  <a:pt x="4215" y="9318"/>
                  <a:pt x="4276" y="9361"/>
                  <a:pt x="4344" y="9361"/>
                </a:cubicBezTo>
                <a:cubicBezTo>
                  <a:pt x="4345" y="9361"/>
                  <a:pt x="4345" y="9361"/>
                  <a:pt x="4346" y="9361"/>
                </a:cubicBezTo>
                <a:cubicBezTo>
                  <a:pt x="4378" y="9452"/>
                  <a:pt x="4411" y="9546"/>
                  <a:pt x="4441" y="9637"/>
                </a:cubicBezTo>
                <a:cubicBezTo>
                  <a:pt x="4472" y="9725"/>
                  <a:pt x="4502" y="9813"/>
                  <a:pt x="4532" y="9900"/>
                </a:cubicBezTo>
                <a:cubicBezTo>
                  <a:pt x="4368" y="9680"/>
                  <a:pt x="4201" y="9474"/>
                  <a:pt x="4015" y="9281"/>
                </a:cubicBezTo>
                <a:cubicBezTo>
                  <a:pt x="3686" y="8942"/>
                  <a:pt x="3341" y="8684"/>
                  <a:pt x="2957" y="8492"/>
                </a:cubicBezTo>
                <a:cubicBezTo>
                  <a:pt x="2560" y="8294"/>
                  <a:pt x="2156" y="8201"/>
                  <a:pt x="1766" y="8110"/>
                </a:cubicBezTo>
                <a:cubicBezTo>
                  <a:pt x="1601" y="8072"/>
                  <a:pt x="1435" y="8034"/>
                  <a:pt x="1267" y="7987"/>
                </a:cubicBezTo>
                <a:cubicBezTo>
                  <a:pt x="986" y="7910"/>
                  <a:pt x="378" y="7642"/>
                  <a:pt x="308" y="7534"/>
                </a:cubicBezTo>
                <a:cubicBezTo>
                  <a:pt x="278" y="7486"/>
                  <a:pt x="227" y="7460"/>
                  <a:pt x="175" y="7460"/>
                </a:cubicBezTo>
                <a:cubicBezTo>
                  <a:pt x="148" y="7460"/>
                  <a:pt x="120" y="7467"/>
                  <a:pt x="95" y="7483"/>
                </a:cubicBezTo>
                <a:cubicBezTo>
                  <a:pt x="25" y="7526"/>
                  <a:pt x="0" y="7616"/>
                  <a:pt x="40" y="7688"/>
                </a:cubicBezTo>
                <a:cubicBezTo>
                  <a:pt x="40" y="7688"/>
                  <a:pt x="39" y="7688"/>
                  <a:pt x="39" y="7688"/>
                </a:cubicBezTo>
                <a:lnTo>
                  <a:pt x="39" y="7688"/>
                </a:lnTo>
                <a:cubicBezTo>
                  <a:pt x="39" y="7688"/>
                  <a:pt x="39" y="7688"/>
                  <a:pt x="40" y="7689"/>
                </a:cubicBezTo>
                <a:cubicBezTo>
                  <a:pt x="41" y="7690"/>
                  <a:pt x="42" y="7693"/>
                  <a:pt x="43" y="7695"/>
                </a:cubicBezTo>
                <a:cubicBezTo>
                  <a:pt x="237" y="8012"/>
                  <a:pt x="393" y="8362"/>
                  <a:pt x="545" y="8701"/>
                </a:cubicBezTo>
                <a:cubicBezTo>
                  <a:pt x="758" y="9177"/>
                  <a:pt x="978" y="9669"/>
                  <a:pt x="1307" y="10095"/>
                </a:cubicBezTo>
                <a:cubicBezTo>
                  <a:pt x="1967" y="10945"/>
                  <a:pt x="2869" y="11313"/>
                  <a:pt x="3740" y="11667"/>
                </a:cubicBezTo>
                <a:cubicBezTo>
                  <a:pt x="4185" y="11849"/>
                  <a:pt x="4646" y="12037"/>
                  <a:pt x="5068" y="12286"/>
                </a:cubicBezTo>
                <a:cubicBezTo>
                  <a:pt x="5122" y="12320"/>
                  <a:pt x="5205" y="12360"/>
                  <a:pt x="5297" y="12408"/>
                </a:cubicBezTo>
                <a:cubicBezTo>
                  <a:pt x="5462" y="12491"/>
                  <a:pt x="5743" y="12634"/>
                  <a:pt x="5870" y="12748"/>
                </a:cubicBezTo>
                <a:cubicBezTo>
                  <a:pt x="5973" y="12912"/>
                  <a:pt x="6073" y="13078"/>
                  <a:pt x="6174" y="13245"/>
                </a:cubicBezTo>
                <a:lnTo>
                  <a:pt x="6176" y="13256"/>
                </a:lnTo>
                <a:cubicBezTo>
                  <a:pt x="6184" y="13297"/>
                  <a:pt x="6208" y="13331"/>
                  <a:pt x="6239" y="13353"/>
                </a:cubicBezTo>
                <a:cubicBezTo>
                  <a:pt x="6702" y="14119"/>
                  <a:pt x="7160" y="14898"/>
                  <a:pt x="7607" y="15693"/>
                </a:cubicBezTo>
                <a:cubicBezTo>
                  <a:pt x="7063" y="15260"/>
                  <a:pt x="6363" y="14929"/>
                  <a:pt x="5478" y="14692"/>
                </a:cubicBezTo>
                <a:cubicBezTo>
                  <a:pt x="5072" y="14583"/>
                  <a:pt x="4655" y="14494"/>
                  <a:pt x="4250" y="14410"/>
                </a:cubicBezTo>
                <a:cubicBezTo>
                  <a:pt x="3429" y="14238"/>
                  <a:pt x="2580" y="14061"/>
                  <a:pt x="1824" y="13693"/>
                </a:cubicBezTo>
                <a:cubicBezTo>
                  <a:pt x="1802" y="13683"/>
                  <a:pt x="1780" y="13678"/>
                  <a:pt x="1757" y="13678"/>
                </a:cubicBezTo>
                <a:cubicBezTo>
                  <a:pt x="1724" y="13678"/>
                  <a:pt x="1691" y="13688"/>
                  <a:pt x="1663" y="13709"/>
                </a:cubicBezTo>
                <a:cubicBezTo>
                  <a:pt x="1617" y="13745"/>
                  <a:pt x="1594" y="13803"/>
                  <a:pt x="1604" y="13860"/>
                </a:cubicBezTo>
                <a:cubicBezTo>
                  <a:pt x="1771" y="14775"/>
                  <a:pt x="2540" y="15390"/>
                  <a:pt x="3313" y="15940"/>
                </a:cubicBezTo>
                <a:cubicBezTo>
                  <a:pt x="4475" y="16769"/>
                  <a:pt x="5628" y="17514"/>
                  <a:pt x="6963" y="17518"/>
                </a:cubicBezTo>
                <a:cubicBezTo>
                  <a:pt x="7332" y="17518"/>
                  <a:pt x="7704" y="17491"/>
                  <a:pt x="8064" y="17463"/>
                </a:cubicBezTo>
                <a:cubicBezTo>
                  <a:pt x="8225" y="17450"/>
                  <a:pt x="8386" y="17438"/>
                  <a:pt x="8548" y="17429"/>
                </a:cubicBezTo>
                <a:cubicBezTo>
                  <a:pt x="9166" y="18619"/>
                  <a:pt x="9741" y="19836"/>
                  <a:pt x="10239" y="21079"/>
                </a:cubicBezTo>
                <a:cubicBezTo>
                  <a:pt x="9999" y="20692"/>
                  <a:pt x="9735" y="20318"/>
                  <a:pt x="9399" y="20015"/>
                </a:cubicBezTo>
                <a:cubicBezTo>
                  <a:pt x="8826" y="19497"/>
                  <a:pt x="8137" y="19077"/>
                  <a:pt x="7353" y="18768"/>
                </a:cubicBezTo>
                <a:cubicBezTo>
                  <a:pt x="5915" y="18202"/>
                  <a:pt x="4328" y="18054"/>
                  <a:pt x="2953" y="17961"/>
                </a:cubicBezTo>
                <a:cubicBezTo>
                  <a:pt x="2953" y="17961"/>
                  <a:pt x="2953" y="17961"/>
                  <a:pt x="2953" y="17961"/>
                </a:cubicBezTo>
                <a:cubicBezTo>
                  <a:pt x="2953" y="17961"/>
                  <a:pt x="2953" y="17961"/>
                  <a:pt x="2952" y="17961"/>
                </a:cubicBezTo>
                <a:cubicBezTo>
                  <a:pt x="2949" y="17961"/>
                  <a:pt x="2946" y="17961"/>
                  <a:pt x="2943" y="17961"/>
                </a:cubicBezTo>
                <a:cubicBezTo>
                  <a:pt x="2864" y="17961"/>
                  <a:pt x="2794" y="18022"/>
                  <a:pt x="2789" y="18105"/>
                </a:cubicBezTo>
                <a:cubicBezTo>
                  <a:pt x="2783" y="18176"/>
                  <a:pt x="2827" y="18239"/>
                  <a:pt x="2891" y="18261"/>
                </a:cubicBezTo>
                <a:cubicBezTo>
                  <a:pt x="2970" y="18328"/>
                  <a:pt x="3193" y="18654"/>
                  <a:pt x="3304" y="18814"/>
                </a:cubicBezTo>
                <a:cubicBezTo>
                  <a:pt x="3408" y="18967"/>
                  <a:pt x="3469" y="19055"/>
                  <a:pt x="3508" y="19098"/>
                </a:cubicBezTo>
                <a:cubicBezTo>
                  <a:pt x="3758" y="19378"/>
                  <a:pt x="4031" y="19643"/>
                  <a:pt x="4321" y="19888"/>
                </a:cubicBezTo>
                <a:cubicBezTo>
                  <a:pt x="4912" y="20388"/>
                  <a:pt x="5572" y="20807"/>
                  <a:pt x="6285" y="21133"/>
                </a:cubicBezTo>
                <a:cubicBezTo>
                  <a:pt x="6999" y="21460"/>
                  <a:pt x="7748" y="21685"/>
                  <a:pt x="8510" y="21801"/>
                </a:cubicBezTo>
                <a:cubicBezTo>
                  <a:pt x="8690" y="21829"/>
                  <a:pt x="8862" y="21850"/>
                  <a:pt x="9028" y="21869"/>
                </a:cubicBezTo>
                <a:cubicBezTo>
                  <a:pt x="9604" y="21938"/>
                  <a:pt x="10103" y="21997"/>
                  <a:pt x="10653" y="22327"/>
                </a:cubicBezTo>
                <a:cubicBezTo>
                  <a:pt x="10674" y="22339"/>
                  <a:pt x="10695" y="22345"/>
                  <a:pt x="10717" y="22346"/>
                </a:cubicBezTo>
                <a:cubicBezTo>
                  <a:pt x="10950" y="23005"/>
                  <a:pt x="11157" y="23669"/>
                  <a:pt x="11338" y="24341"/>
                </a:cubicBezTo>
                <a:cubicBezTo>
                  <a:pt x="11026" y="24292"/>
                  <a:pt x="10710" y="24267"/>
                  <a:pt x="10386" y="24267"/>
                </a:cubicBezTo>
                <a:cubicBezTo>
                  <a:pt x="9907" y="24267"/>
                  <a:pt x="9408" y="24322"/>
                  <a:pt x="8869" y="24434"/>
                </a:cubicBezTo>
                <a:cubicBezTo>
                  <a:pt x="8015" y="24610"/>
                  <a:pt x="7218" y="24992"/>
                  <a:pt x="6566" y="25536"/>
                </a:cubicBezTo>
                <a:cubicBezTo>
                  <a:pt x="6147" y="25887"/>
                  <a:pt x="5455" y="26612"/>
                  <a:pt x="5552" y="27524"/>
                </a:cubicBezTo>
                <a:cubicBezTo>
                  <a:pt x="5556" y="27570"/>
                  <a:pt x="5584" y="27615"/>
                  <a:pt x="5625" y="27640"/>
                </a:cubicBezTo>
                <a:cubicBezTo>
                  <a:pt x="5637" y="27648"/>
                  <a:pt x="5661" y="27652"/>
                  <a:pt x="5694" y="27652"/>
                </a:cubicBezTo>
                <a:cubicBezTo>
                  <a:pt x="5747" y="27652"/>
                  <a:pt x="5825" y="27642"/>
                  <a:pt x="5919" y="27625"/>
                </a:cubicBezTo>
                <a:cubicBezTo>
                  <a:pt x="6554" y="27510"/>
                  <a:pt x="7961" y="27070"/>
                  <a:pt x="7977" y="27065"/>
                </a:cubicBezTo>
                <a:cubicBezTo>
                  <a:pt x="8730" y="26790"/>
                  <a:pt x="9459" y="26442"/>
                  <a:pt x="10145" y="26032"/>
                </a:cubicBezTo>
                <a:cubicBezTo>
                  <a:pt x="10697" y="25702"/>
                  <a:pt x="11126" y="25291"/>
                  <a:pt x="11483" y="24909"/>
                </a:cubicBezTo>
                <a:cubicBezTo>
                  <a:pt x="12172" y="27742"/>
                  <a:pt x="12343" y="30674"/>
                  <a:pt x="11649" y="33673"/>
                </a:cubicBezTo>
                <a:cubicBezTo>
                  <a:pt x="11629" y="33756"/>
                  <a:pt x="11682" y="33838"/>
                  <a:pt x="11765" y="33858"/>
                </a:cubicBezTo>
                <a:cubicBezTo>
                  <a:pt x="11776" y="33861"/>
                  <a:pt x="11788" y="33862"/>
                  <a:pt x="11799" y="33862"/>
                </a:cubicBezTo>
                <a:cubicBezTo>
                  <a:pt x="11808" y="33862"/>
                  <a:pt x="11818" y="33861"/>
                  <a:pt x="11827" y="33859"/>
                </a:cubicBezTo>
                <a:cubicBezTo>
                  <a:pt x="11886" y="33849"/>
                  <a:pt x="11936" y="33804"/>
                  <a:pt x="11950" y="33742"/>
                </a:cubicBezTo>
                <a:cubicBezTo>
                  <a:pt x="12868" y="29773"/>
                  <a:pt x="12305" y="25927"/>
                  <a:pt x="11022" y="22280"/>
                </a:cubicBezTo>
                <a:lnTo>
                  <a:pt x="11022" y="22280"/>
                </a:lnTo>
                <a:cubicBezTo>
                  <a:pt x="11292" y="22629"/>
                  <a:pt x="11596" y="22993"/>
                  <a:pt x="11984" y="23253"/>
                </a:cubicBezTo>
                <a:cubicBezTo>
                  <a:pt x="12346" y="23495"/>
                  <a:pt x="12794" y="23660"/>
                  <a:pt x="13395" y="23771"/>
                </a:cubicBezTo>
                <a:cubicBezTo>
                  <a:pt x="14315" y="23944"/>
                  <a:pt x="15260" y="23947"/>
                  <a:pt x="16174" y="23949"/>
                </a:cubicBezTo>
                <a:cubicBezTo>
                  <a:pt x="16183" y="23948"/>
                  <a:pt x="16193" y="23948"/>
                  <a:pt x="16201" y="23945"/>
                </a:cubicBezTo>
                <a:cubicBezTo>
                  <a:pt x="16251" y="23937"/>
                  <a:pt x="16292" y="23905"/>
                  <a:pt x="16314" y="23860"/>
                </a:cubicBezTo>
                <a:cubicBezTo>
                  <a:pt x="16339" y="23804"/>
                  <a:pt x="16331" y="23740"/>
                  <a:pt x="16291" y="23694"/>
                </a:cubicBezTo>
                <a:cubicBezTo>
                  <a:pt x="15530" y="22797"/>
                  <a:pt x="14639" y="22026"/>
                  <a:pt x="13644" y="21398"/>
                </a:cubicBezTo>
                <a:cubicBezTo>
                  <a:pt x="13241" y="21144"/>
                  <a:pt x="12766" y="20891"/>
                  <a:pt x="12254" y="20865"/>
                </a:cubicBezTo>
                <a:cubicBezTo>
                  <a:pt x="12852" y="20231"/>
                  <a:pt x="13345" y="19517"/>
                  <a:pt x="13605" y="18566"/>
                </a:cubicBezTo>
                <a:cubicBezTo>
                  <a:pt x="13913" y="17428"/>
                  <a:pt x="13881" y="16111"/>
                  <a:pt x="13504" y="14540"/>
                </a:cubicBezTo>
                <a:cubicBezTo>
                  <a:pt x="13493" y="14498"/>
                  <a:pt x="13467" y="14462"/>
                  <a:pt x="13429" y="14441"/>
                </a:cubicBezTo>
                <a:cubicBezTo>
                  <a:pt x="13405" y="14428"/>
                  <a:pt x="13380" y="14421"/>
                  <a:pt x="13354" y="14421"/>
                </a:cubicBezTo>
                <a:cubicBezTo>
                  <a:pt x="13337" y="14421"/>
                  <a:pt x="13320" y="14424"/>
                  <a:pt x="13303" y="14429"/>
                </a:cubicBezTo>
                <a:cubicBezTo>
                  <a:pt x="12728" y="14629"/>
                  <a:pt x="12376" y="15157"/>
                  <a:pt x="12066" y="15680"/>
                </a:cubicBezTo>
                <a:cubicBezTo>
                  <a:pt x="11582" y="16493"/>
                  <a:pt x="11087" y="17366"/>
                  <a:pt x="10787" y="18330"/>
                </a:cubicBezTo>
                <a:cubicBezTo>
                  <a:pt x="10488" y="19294"/>
                  <a:pt x="10555" y="20281"/>
                  <a:pt x="10634" y="21238"/>
                </a:cubicBezTo>
                <a:cubicBezTo>
                  <a:pt x="10076" y="19813"/>
                  <a:pt x="9419" y="18420"/>
                  <a:pt x="8706" y="17064"/>
                </a:cubicBezTo>
                <a:cubicBezTo>
                  <a:pt x="8828" y="17042"/>
                  <a:pt x="8950" y="16972"/>
                  <a:pt x="9045" y="16912"/>
                </a:cubicBezTo>
                <a:cubicBezTo>
                  <a:pt x="9466" y="16640"/>
                  <a:pt x="9808" y="16278"/>
                  <a:pt x="10115" y="15927"/>
                </a:cubicBezTo>
                <a:cubicBezTo>
                  <a:pt x="10518" y="15465"/>
                  <a:pt x="11018" y="14840"/>
                  <a:pt x="11309" y="14106"/>
                </a:cubicBezTo>
                <a:cubicBezTo>
                  <a:pt x="11532" y="13544"/>
                  <a:pt x="11627" y="12958"/>
                  <a:pt x="11701" y="12249"/>
                </a:cubicBezTo>
                <a:cubicBezTo>
                  <a:pt x="11797" y="11349"/>
                  <a:pt x="11844" y="10431"/>
                  <a:pt x="11844" y="9525"/>
                </a:cubicBezTo>
                <a:cubicBezTo>
                  <a:pt x="11844" y="9458"/>
                  <a:pt x="11801" y="9399"/>
                  <a:pt x="11737" y="9378"/>
                </a:cubicBezTo>
                <a:cubicBezTo>
                  <a:pt x="11722" y="9373"/>
                  <a:pt x="11706" y="9370"/>
                  <a:pt x="11690" y="9370"/>
                </a:cubicBezTo>
                <a:cubicBezTo>
                  <a:pt x="11641" y="9370"/>
                  <a:pt x="11594" y="9394"/>
                  <a:pt x="11565" y="9435"/>
                </a:cubicBezTo>
                <a:lnTo>
                  <a:pt x="10015" y="11582"/>
                </a:lnTo>
                <a:cubicBezTo>
                  <a:pt x="9632" y="12113"/>
                  <a:pt x="9235" y="12663"/>
                  <a:pt x="8933" y="13266"/>
                </a:cubicBezTo>
                <a:cubicBezTo>
                  <a:pt x="8486" y="14157"/>
                  <a:pt x="8255" y="15161"/>
                  <a:pt x="8265" y="16171"/>
                </a:cubicBezTo>
                <a:lnTo>
                  <a:pt x="8265" y="16241"/>
                </a:lnTo>
                <a:cubicBezTo>
                  <a:pt x="7694" y="15196"/>
                  <a:pt x="7098" y="14175"/>
                  <a:pt x="6496" y="13180"/>
                </a:cubicBezTo>
                <a:cubicBezTo>
                  <a:pt x="6613" y="12575"/>
                  <a:pt x="6906" y="12105"/>
                  <a:pt x="7219" y="11611"/>
                </a:cubicBezTo>
                <a:cubicBezTo>
                  <a:pt x="7315" y="11459"/>
                  <a:pt x="7412" y="11305"/>
                  <a:pt x="7507" y="11143"/>
                </a:cubicBezTo>
                <a:cubicBezTo>
                  <a:pt x="7957" y="10378"/>
                  <a:pt x="8223" y="9537"/>
                  <a:pt x="8275" y="8711"/>
                </a:cubicBezTo>
                <a:cubicBezTo>
                  <a:pt x="8353" y="7515"/>
                  <a:pt x="7982" y="6322"/>
                  <a:pt x="7654" y="5268"/>
                </a:cubicBezTo>
                <a:cubicBezTo>
                  <a:pt x="7634" y="5204"/>
                  <a:pt x="7575" y="5159"/>
                  <a:pt x="7508" y="5159"/>
                </a:cubicBezTo>
                <a:cubicBezTo>
                  <a:pt x="7505" y="5159"/>
                  <a:pt x="7503" y="5159"/>
                  <a:pt x="7500" y="5159"/>
                </a:cubicBezTo>
                <a:cubicBezTo>
                  <a:pt x="7432" y="5162"/>
                  <a:pt x="7370" y="5214"/>
                  <a:pt x="7356" y="5282"/>
                </a:cubicBezTo>
                <a:cubicBezTo>
                  <a:pt x="7230" y="5889"/>
                  <a:pt x="6960" y="6469"/>
                  <a:pt x="6698" y="7030"/>
                </a:cubicBezTo>
                <a:cubicBezTo>
                  <a:pt x="6504" y="7444"/>
                  <a:pt x="6303" y="7874"/>
                  <a:pt x="6157" y="8318"/>
                </a:cubicBezTo>
                <a:cubicBezTo>
                  <a:pt x="5912" y="9063"/>
                  <a:pt x="5802" y="9887"/>
                  <a:pt x="5821" y="10838"/>
                </a:cubicBezTo>
                <a:cubicBezTo>
                  <a:pt x="5830" y="11309"/>
                  <a:pt x="5899" y="11778"/>
                  <a:pt x="5983" y="12237"/>
                </a:cubicBezTo>
                <a:cubicBezTo>
                  <a:pt x="5768" y="11830"/>
                  <a:pt x="5539" y="11429"/>
                  <a:pt x="5294" y="11039"/>
                </a:cubicBezTo>
                <a:cubicBezTo>
                  <a:pt x="5077" y="10539"/>
                  <a:pt x="4908" y="10046"/>
                  <a:pt x="4735" y="9537"/>
                </a:cubicBezTo>
                <a:cubicBezTo>
                  <a:pt x="4654" y="9301"/>
                  <a:pt x="4571" y="9059"/>
                  <a:pt x="4482" y="8813"/>
                </a:cubicBezTo>
                <a:cubicBezTo>
                  <a:pt x="4468" y="8535"/>
                  <a:pt x="4446" y="8260"/>
                  <a:pt x="4421" y="7993"/>
                </a:cubicBezTo>
                <a:cubicBezTo>
                  <a:pt x="4365" y="7418"/>
                  <a:pt x="4314" y="6874"/>
                  <a:pt x="4367" y="6295"/>
                </a:cubicBezTo>
                <a:cubicBezTo>
                  <a:pt x="4396" y="5989"/>
                  <a:pt x="4459" y="5676"/>
                  <a:pt x="4518" y="5372"/>
                </a:cubicBezTo>
                <a:cubicBezTo>
                  <a:pt x="4593" y="4994"/>
                  <a:pt x="4671" y="4601"/>
                  <a:pt x="4690" y="4202"/>
                </a:cubicBezTo>
                <a:cubicBezTo>
                  <a:pt x="4708" y="3795"/>
                  <a:pt x="4669" y="3415"/>
                  <a:pt x="4568" y="3039"/>
                </a:cubicBezTo>
                <a:cubicBezTo>
                  <a:pt x="4431" y="2531"/>
                  <a:pt x="4223" y="2006"/>
                  <a:pt x="3933" y="1433"/>
                </a:cubicBezTo>
                <a:cubicBezTo>
                  <a:pt x="3813" y="1196"/>
                  <a:pt x="3676" y="948"/>
                  <a:pt x="3515" y="673"/>
                </a:cubicBezTo>
                <a:cubicBezTo>
                  <a:pt x="3489" y="631"/>
                  <a:pt x="3443" y="567"/>
                  <a:pt x="3388" y="497"/>
                </a:cubicBezTo>
                <a:cubicBezTo>
                  <a:pt x="3320" y="406"/>
                  <a:pt x="3177" y="217"/>
                  <a:pt x="3168" y="154"/>
                </a:cubicBezTo>
                <a:cubicBezTo>
                  <a:pt x="3170" y="69"/>
                  <a:pt x="3102" y="1"/>
                  <a:pt x="3017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30"/>
          <p:cNvSpPr/>
          <p:nvPr/>
        </p:nvSpPr>
        <p:spPr>
          <a:xfrm rot="-1092079">
            <a:off x="-263884" y="3804904"/>
            <a:ext cx="1805029" cy="1487161"/>
          </a:xfrm>
          <a:custGeom>
            <a:rect b="b" l="l" r="r" t="t"/>
            <a:pathLst>
              <a:path extrusionOk="0" h="29503" w="35809">
                <a:moveTo>
                  <a:pt x="15987" y="1"/>
                </a:moveTo>
                <a:cubicBezTo>
                  <a:pt x="15307" y="1"/>
                  <a:pt x="14281" y="3232"/>
                  <a:pt x="14368" y="6973"/>
                </a:cubicBezTo>
                <a:cubicBezTo>
                  <a:pt x="14458" y="10828"/>
                  <a:pt x="15190" y="13875"/>
                  <a:pt x="15404" y="14690"/>
                </a:cubicBezTo>
                <a:cubicBezTo>
                  <a:pt x="14257" y="15585"/>
                  <a:pt x="13139" y="16472"/>
                  <a:pt x="12154" y="17278"/>
                </a:cubicBezTo>
                <a:cubicBezTo>
                  <a:pt x="12377" y="15499"/>
                  <a:pt x="13438" y="6337"/>
                  <a:pt x="11926" y="5049"/>
                </a:cubicBezTo>
                <a:cubicBezTo>
                  <a:pt x="11844" y="4980"/>
                  <a:pt x="11771" y="4947"/>
                  <a:pt x="11706" y="4947"/>
                </a:cubicBezTo>
                <a:cubicBezTo>
                  <a:pt x="10531" y="4947"/>
                  <a:pt x="11858" y="15586"/>
                  <a:pt x="12085" y="17335"/>
                </a:cubicBezTo>
                <a:cubicBezTo>
                  <a:pt x="11392" y="17902"/>
                  <a:pt x="10768" y="18428"/>
                  <a:pt x="10252" y="18884"/>
                </a:cubicBezTo>
                <a:cubicBezTo>
                  <a:pt x="9784" y="19295"/>
                  <a:pt x="9290" y="19737"/>
                  <a:pt x="8781" y="20197"/>
                </a:cubicBezTo>
                <a:cubicBezTo>
                  <a:pt x="8837" y="19388"/>
                  <a:pt x="8963" y="17101"/>
                  <a:pt x="8739" y="15321"/>
                </a:cubicBezTo>
                <a:cubicBezTo>
                  <a:pt x="8461" y="13121"/>
                  <a:pt x="8054" y="9892"/>
                  <a:pt x="7037" y="8882"/>
                </a:cubicBezTo>
                <a:cubicBezTo>
                  <a:pt x="6947" y="8793"/>
                  <a:pt x="6865" y="8751"/>
                  <a:pt x="6789" y="8751"/>
                </a:cubicBezTo>
                <a:cubicBezTo>
                  <a:pt x="6001" y="8751"/>
                  <a:pt x="5945" y="13255"/>
                  <a:pt x="6706" y="16066"/>
                </a:cubicBezTo>
                <a:cubicBezTo>
                  <a:pt x="7376" y="18540"/>
                  <a:pt x="8293" y="19896"/>
                  <a:pt x="8628" y="20336"/>
                </a:cubicBezTo>
                <a:cubicBezTo>
                  <a:pt x="7462" y="21390"/>
                  <a:pt x="6232" y="22525"/>
                  <a:pt x="5096" y="23580"/>
                </a:cubicBezTo>
                <a:cubicBezTo>
                  <a:pt x="4742" y="21933"/>
                  <a:pt x="2590" y="12171"/>
                  <a:pt x="1305" y="11870"/>
                </a:cubicBezTo>
                <a:cubicBezTo>
                  <a:pt x="1249" y="11856"/>
                  <a:pt x="1196" y="11850"/>
                  <a:pt x="1148" y="11850"/>
                </a:cubicBezTo>
                <a:cubicBezTo>
                  <a:pt x="0" y="11850"/>
                  <a:pt x="1144" y="15497"/>
                  <a:pt x="2010" y="18541"/>
                </a:cubicBezTo>
                <a:cubicBezTo>
                  <a:pt x="2773" y="21225"/>
                  <a:pt x="4488" y="23142"/>
                  <a:pt x="5000" y="23669"/>
                </a:cubicBezTo>
                <a:cubicBezTo>
                  <a:pt x="2665" y="25843"/>
                  <a:pt x="761" y="27656"/>
                  <a:pt x="729" y="27687"/>
                </a:cubicBezTo>
                <a:cubicBezTo>
                  <a:pt x="645" y="27766"/>
                  <a:pt x="643" y="27898"/>
                  <a:pt x="722" y="27982"/>
                </a:cubicBezTo>
                <a:cubicBezTo>
                  <a:pt x="763" y="28024"/>
                  <a:pt x="818" y="28046"/>
                  <a:pt x="873" y="28046"/>
                </a:cubicBezTo>
                <a:cubicBezTo>
                  <a:pt x="924" y="28046"/>
                  <a:pt x="976" y="28027"/>
                  <a:pt x="1015" y="27989"/>
                </a:cubicBezTo>
                <a:cubicBezTo>
                  <a:pt x="1044" y="27961"/>
                  <a:pt x="2508" y="26567"/>
                  <a:pt x="4438" y="24762"/>
                </a:cubicBezTo>
                <a:cubicBezTo>
                  <a:pt x="4937" y="25299"/>
                  <a:pt x="7022" y="27416"/>
                  <a:pt x="9822" y="28442"/>
                </a:cubicBezTo>
                <a:cubicBezTo>
                  <a:pt x="11569" y="29082"/>
                  <a:pt x="13043" y="29502"/>
                  <a:pt x="13944" y="29502"/>
                </a:cubicBezTo>
                <a:cubicBezTo>
                  <a:pt x="14706" y="29502"/>
                  <a:pt x="15060" y="29202"/>
                  <a:pt x="14824" y="28481"/>
                </a:cubicBezTo>
                <a:cubicBezTo>
                  <a:pt x="14353" y="27037"/>
                  <a:pt x="5935" y="25011"/>
                  <a:pt x="4525" y="24682"/>
                </a:cubicBezTo>
                <a:cubicBezTo>
                  <a:pt x="5736" y="23550"/>
                  <a:pt x="7122" y="22265"/>
                  <a:pt x="8453" y="21056"/>
                </a:cubicBezTo>
                <a:cubicBezTo>
                  <a:pt x="9028" y="21495"/>
                  <a:pt x="11038" y="22939"/>
                  <a:pt x="13519" y="23705"/>
                </a:cubicBezTo>
                <a:cubicBezTo>
                  <a:pt x="14917" y="24137"/>
                  <a:pt x="16280" y="24373"/>
                  <a:pt x="17219" y="24373"/>
                </a:cubicBezTo>
                <a:cubicBezTo>
                  <a:pt x="18262" y="24373"/>
                  <a:pt x="18784" y="24082"/>
                  <a:pt x="18253" y="23442"/>
                </a:cubicBezTo>
                <a:cubicBezTo>
                  <a:pt x="17346" y="22351"/>
                  <a:pt x="10041" y="21192"/>
                  <a:pt x="8551" y="20966"/>
                </a:cubicBezTo>
                <a:cubicBezTo>
                  <a:pt x="9238" y="20343"/>
                  <a:pt x="9907" y="19742"/>
                  <a:pt x="10527" y="19194"/>
                </a:cubicBezTo>
                <a:cubicBezTo>
                  <a:pt x="11026" y="18755"/>
                  <a:pt x="11626" y="18249"/>
                  <a:pt x="12292" y="17703"/>
                </a:cubicBezTo>
                <a:cubicBezTo>
                  <a:pt x="13223" y="18361"/>
                  <a:pt x="17658" y="21405"/>
                  <a:pt x="20039" y="21405"/>
                </a:cubicBezTo>
                <a:cubicBezTo>
                  <a:pt x="20668" y="21405"/>
                  <a:pt x="21154" y="21192"/>
                  <a:pt x="21393" y="20666"/>
                </a:cubicBezTo>
                <a:cubicBezTo>
                  <a:pt x="22518" y="18195"/>
                  <a:pt x="14163" y="17671"/>
                  <a:pt x="12429" y="17590"/>
                </a:cubicBezTo>
                <a:cubicBezTo>
                  <a:pt x="13473" y="16737"/>
                  <a:pt x="14669" y="15789"/>
                  <a:pt x="15889" y="14839"/>
                </a:cubicBezTo>
                <a:cubicBezTo>
                  <a:pt x="16572" y="15469"/>
                  <a:pt x="21288" y="19753"/>
                  <a:pt x="23143" y="19753"/>
                </a:cubicBezTo>
                <a:cubicBezTo>
                  <a:pt x="23456" y="19753"/>
                  <a:pt x="23687" y="19631"/>
                  <a:pt x="23804" y="19349"/>
                </a:cubicBezTo>
                <a:cubicBezTo>
                  <a:pt x="24607" y="17414"/>
                  <a:pt x="17037" y="15122"/>
                  <a:pt x="15939" y="14801"/>
                </a:cubicBezTo>
                <a:cubicBezTo>
                  <a:pt x="16884" y="14064"/>
                  <a:pt x="17842" y="13326"/>
                  <a:pt x="18753" y="12632"/>
                </a:cubicBezTo>
                <a:cubicBezTo>
                  <a:pt x="19677" y="13167"/>
                  <a:pt x="23672" y="15409"/>
                  <a:pt x="25766" y="15409"/>
                </a:cubicBezTo>
                <a:cubicBezTo>
                  <a:pt x="26368" y="15409"/>
                  <a:pt x="26812" y="15224"/>
                  <a:pt x="26983" y="14760"/>
                </a:cubicBezTo>
                <a:cubicBezTo>
                  <a:pt x="27726" y="12728"/>
                  <a:pt x="20565" y="12536"/>
                  <a:pt x="18900" y="12519"/>
                </a:cubicBezTo>
                <a:cubicBezTo>
                  <a:pt x="19594" y="11990"/>
                  <a:pt x="20257" y="11488"/>
                  <a:pt x="20864" y="11030"/>
                </a:cubicBezTo>
                <a:cubicBezTo>
                  <a:pt x="21653" y="11329"/>
                  <a:pt x="24365" y="12297"/>
                  <a:pt x="26536" y="12297"/>
                </a:cubicBezTo>
                <a:cubicBezTo>
                  <a:pt x="27567" y="12297"/>
                  <a:pt x="28476" y="12079"/>
                  <a:pt x="29000" y="11468"/>
                </a:cubicBezTo>
                <a:cubicBezTo>
                  <a:pt x="29730" y="10616"/>
                  <a:pt x="28546" y="10360"/>
                  <a:pt x="26858" y="10360"/>
                </a:cubicBezTo>
                <a:cubicBezTo>
                  <a:pt x="24844" y="10360"/>
                  <a:pt x="22113" y="10725"/>
                  <a:pt x="21068" y="10877"/>
                </a:cubicBezTo>
                <a:cubicBezTo>
                  <a:pt x="22154" y="10058"/>
                  <a:pt x="23038" y="9398"/>
                  <a:pt x="23557" y="9010"/>
                </a:cubicBezTo>
                <a:cubicBezTo>
                  <a:pt x="24913" y="8524"/>
                  <a:pt x="28112" y="7282"/>
                  <a:pt x="30457" y="5643"/>
                </a:cubicBezTo>
                <a:cubicBezTo>
                  <a:pt x="33505" y="3511"/>
                  <a:pt x="35808" y="1748"/>
                  <a:pt x="34285" y="1564"/>
                </a:cubicBezTo>
                <a:cubicBezTo>
                  <a:pt x="34255" y="1560"/>
                  <a:pt x="34222" y="1558"/>
                  <a:pt x="34187" y="1558"/>
                </a:cubicBezTo>
                <a:cubicBezTo>
                  <a:pt x="32630" y="1558"/>
                  <a:pt x="26873" y="5224"/>
                  <a:pt x="23715" y="8376"/>
                </a:cubicBezTo>
                <a:cubicBezTo>
                  <a:pt x="23400" y="8610"/>
                  <a:pt x="22367" y="9377"/>
                  <a:pt x="20979" y="10423"/>
                </a:cubicBezTo>
                <a:cubicBezTo>
                  <a:pt x="22252" y="8480"/>
                  <a:pt x="26568" y="1726"/>
                  <a:pt x="25050" y="1726"/>
                </a:cubicBezTo>
                <a:cubicBezTo>
                  <a:pt x="24989" y="1726"/>
                  <a:pt x="24920" y="1736"/>
                  <a:pt x="24840" y="1758"/>
                </a:cubicBezTo>
                <a:cubicBezTo>
                  <a:pt x="22704" y="2355"/>
                  <a:pt x="21055" y="9093"/>
                  <a:pt x="20705" y="10630"/>
                </a:cubicBezTo>
                <a:cubicBezTo>
                  <a:pt x="19973" y="11182"/>
                  <a:pt x="19154" y="11802"/>
                  <a:pt x="18298" y="12456"/>
                </a:cubicBezTo>
                <a:cubicBezTo>
                  <a:pt x="18846" y="10632"/>
                  <a:pt x="21322" y="2040"/>
                  <a:pt x="19462" y="1752"/>
                </a:cubicBezTo>
                <a:cubicBezTo>
                  <a:pt x="19433" y="1747"/>
                  <a:pt x="19404" y="1745"/>
                  <a:pt x="19376" y="1745"/>
                </a:cubicBezTo>
                <a:cubicBezTo>
                  <a:pt x="17577" y="1745"/>
                  <a:pt x="18076" y="10917"/>
                  <a:pt x="18179" y="12548"/>
                </a:cubicBezTo>
                <a:cubicBezTo>
                  <a:pt x="17325" y="13200"/>
                  <a:pt x="16438" y="13884"/>
                  <a:pt x="15563" y="14566"/>
                </a:cubicBezTo>
                <a:cubicBezTo>
                  <a:pt x="15836" y="13622"/>
                  <a:pt x="16579" y="10903"/>
                  <a:pt x="16774" y="8720"/>
                </a:cubicBezTo>
                <a:cubicBezTo>
                  <a:pt x="17014" y="6033"/>
                  <a:pt x="16925" y="2211"/>
                  <a:pt x="16353" y="444"/>
                </a:cubicBezTo>
                <a:cubicBezTo>
                  <a:pt x="16255" y="140"/>
                  <a:pt x="16128" y="1"/>
                  <a:pt x="15987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30"/>
          <p:cNvSpPr/>
          <p:nvPr/>
        </p:nvSpPr>
        <p:spPr>
          <a:xfrm>
            <a:off x="391550" y="1330364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30"/>
          <p:cNvSpPr/>
          <p:nvPr/>
        </p:nvSpPr>
        <p:spPr>
          <a:xfrm rot="-8100000">
            <a:off x="2264377" y="4670877"/>
            <a:ext cx="260822" cy="141724"/>
          </a:xfrm>
          <a:custGeom>
            <a:rect b="b" l="l" r="r" t="t"/>
            <a:pathLst>
              <a:path extrusionOk="0" h="5669" w="10433">
                <a:moveTo>
                  <a:pt x="3622" y="2187"/>
                </a:moveTo>
                <a:cubicBezTo>
                  <a:pt x="4122" y="2187"/>
                  <a:pt x="4610" y="2289"/>
                  <a:pt x="5046" y="2496"/>
                </a:cubicBezTo>
                <a:cubicBezTo>
                  <a:pt x="5440" y="2683"/>
                  <a:pt x="5699" y="2904"/>
                  <a:pt x="5838" y="3172"/>
                </a:cubicBezTo>
                <a:cubicBezTo>
                  <a:pt x="5979" y="3446"/>
                  <a:pt x="6004" y="3802"/>
                  <a:pt x="5906" y="4173"/>
                </a:cubicBezTo>
                <a:cubicBezTo>
                  <a:pt x="5763" y="4715"/>
                  <a:pt x="5399" y="5162"/>
                  <a:pt x="4936" y="5368"/>
                </a:cubicBezTo>
                <a:cubicBezTo>
                  <a:pt x="4751" y="5450"/>
                  <a:pt x="4550" y="5490"/>
                  <a:pt x="4352" y="5490"/>
                </a:cubicBezTo>
                <a:cubicBezTo>
                  <a:pt x="4022" y="5490"/>
                  <a:pt x="3699" y="5380"/>
                  <a:pt x="3467" y="5171"/>
                </a:cubicBezTo>
                <a:cubicBezTo>
                  <a:pt x="3041" y="4788"/>
                  <a:pt x="2893" y="4104"/>
                  <a:pt x="3069" y="3341"/>
                </a:cubicBezTo>
                <a:cubicBezTo>
                  <a:pt x="3163" y="2932"/>
                  <a:pt x="3330" y="2544"/>
                  <a:pt x="3556" y="2188"/>
                </a:cubicBezTo>
                <a:cubicBezTo>
                  <a:pt x="3578" y="2187"/>
                  <a:pt x="3600" y="2187"/>
                  <a:pt x="3622" y="2187"/>
                </a:cubicBezTo>
                <a:close/>
                <a:moveTo>
                  <a:pt x="7372" y="1"/>
                </a:moveTo>
                <a:cubicBezTo>
                  <a:pt x="6895" y="1"/>
                  <a:pt x="6425" y="64"/>
                  <a:pt x="5976" y="193"/>
                </a:cubicBezTo>
                <a:cubicBezTo>
                  <a:pt x="4925" y="494"/>
                  <a:pt x="4027" y="1159"/>
                  <a:pt x="3458" y="2012"/>
                </a:cubicBezTo>
                <a:cubicBezTo>
                  <a:pt x="3026" y="2032"/>
                  <a:pt x="2588" y="2124"/>
                  <a:pt x="2163" y="2290"/>
                </a:cubicBezTo>
                <a:cubicBezTo>
                  <a:pt x="1166" y="2679"/>
                  <a:pt x="383" y="3422"/>
                  <a:pt x="19" y="4328"/>
                </a:cubicBezTo>
                <a:cubicBezTo>
                  <a:pt x="0" y="4373"/>
                  <a:pt x="22" y="4425"/>
                  <a:pt x="67" y="4444"/>
                </a:cubicBezTo>
                <a:cubicBezTo>
                  <a:pt x="78" y="4448"/>
                  <a:pt x="90" y="4450"/>
                  <a:pt x="101" y="4450"/>
                </a:cubicBezTo>
                <a:cubicBezTo>
                  <a:pt x="136" y="4450"/>
                  <a:pt x="169" y="4429"/>
                  <a:pt x="183" y="4394"/>
                </a:cubicBezTo>
                <a:cubicBezTo>
                  <a:pt x="530" y="3534"/>
                  <a:pt x="1276" y="2828"/>
                  <a:pt x="2228" y="2456"/>
                </a:cubicBezTo>
                <a:cubicBezTo>
                  <a:pt x="2594" y="2313"/>
                  <a:pt x="2969" y="2227"/>
                  <a:pt x="3341" y="2198"/>
                </a:cubicBezTo>
                <a:lnTo>
                  <a:pt x="3341" y="2198"/>
                </a:lnTo>
                <a:cubicBezTo>
                  <a:pt x="3136" y="2543"/>
                  <a:pt x="2985" y="2913"/>
                  <a:pt x="2896" y="3300"/>
                </a:cubicBezTo>
                <a:cubicBezTo>
                  <a:pt x="2705" y="4128"/>
                  <a:pt x="2874" y="4876"/>
                  <a:pt x="3348" y="5303"/>
                </a:cubicBezTo>
                <a:cubicBezTo>
                  <a:pt x="3612" y="5542"/>
                  <a:pt x="3980" y="5667"/>
                  <a:pt x="4353" y="5667"/>
                </a:cubicBezTo>
                <a:lnTo>
                  <a:pt x="4353" y="5668"/>
                </a:lnTo>
                <a:cubicBezTo>
                  <a:pt x="4576" y="5668"/>
                  <a:pt x="4801" y="5623"/>
                  <a:pt x="5009" y="5532"/>
                </a:cubicBezTo>
                <a:cubicBezTo>
                  <a:pt x="5521" y="5303"/>
                  <a:pt x="5921" y="4812"/>
                  <a:pt x="6078" y="4220"/>
                </a:cubicBezTo>
                <a:cubicBezTo>
                  <a:pt x="6188" y="3805"/>
                  <a:pt x="6158" y="3403"/>
                  <a:pt x="5996" y="3090"/>
                </a:cubicBezTo>
                <a:cubicBezTo>
                  <a:pt x="5839" y="2786"/>
                  <a:pt x="5553" y="2539"/>
                  <a:pt x="5123" y="2335"/>
                </a:cubicBezTo>
                <a:cubicBezTo>
                  <a:pt x="4678" y="2125"/>
                  <a:pt x="4185" y="2016"/>
                  <a:pt x="3676" y="2009"/>
                </a:cubicBezTo>
                <a:cubicBezTo>
                  <a:pt x="4224" y="1239"/>
                  <a:pt x="5056" y="641"/>
                  <a:pt x="6025" y="364"/>
                </a:cubicBezTo>
                <a:cubicBezTo>
                  <a:pt x="6458" y="240"/>
                  <a:pt x="6912" y="179"/>
                  <a:pt x="7373" y="179"/>
                </a:cubicBezTo>
                <a:cubicBezTo>
                  <a:pt x="8352" y="179"/>
                  <a:pt x="9365" y="454"/>
                  <a:pt x="10286" y="986"/>
                </a:cubicBezTo>
                <a:cubicBezTo>
                  <a:pt x="10300" y="994"/>
                  <a:pt x="10315" y="998"/>
                  <a:pt x="10330" y="998"/>
                </a:cubicBezTo>
                <a:cubicBezTo>
                  <a:pt x="10360" y="998"/>
                  <a:pt x="10391" y="982"/>
                  <a:pt x="10408" y="953"/>
                </a:cubicBezTo>
                <a:cubicBezTo>
                  <a:pt x="10432" y="912"/>
                  <a:pt x="10417" y="857"/>
                  <a:pt x="10374" y="832"/>
                </a:cubicBezTo>
                <a:cubicBezTo>
                  <a:pt x="9426" y="284"/>
                  <a:pt x="8382" y="1"/>
                  <a:pt x="737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30"/>
          <p:cNvSpPr/>
          <p:nvPr/>
        </p:nvSpPr>
        <p:spPr>
          <a:xfrm flipH="1" rot="-10474309">
            <a:off x="8728511" y="1604204"/>
            <a:ext cx="150932" cy="184027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30"/>
          <p:cNvSpPr/>
          <p:nvPr/>
        </p:nvSpPr>
        <p:spPr>
          <a:xfrm>
            <a:off x="3800499" y="357176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30"/>
          <p:cNvSpPr/>
          <p:nvPr/>
        </p:nvSpPr>
        <p:spPr>
          <a:xfrm rot="1800044">
            <a:off x="7578426" y="382702"/>
            <a:ext cx="260819" cy="141722"/>
          </a:xfrm>
          <a:custGeom>
            <a:rect b="b" l="l" r="r" t="t"/>
            <a:pathLst>
              <a:path extrusionOk="0" h="5669" w="10433">
                <a:moveTo>
                  <a:pt x="3622" y="2187"/>
                </a:moveTo>
                <a:cubicBezTo>
                  <a:pt x="4122" y="2187"/>
                  <a:pt x="4610" y="2289"/>
                  <a:pt x="5046" y="2496"/>
                </a:cubicBezTo>
                <a:cubicBezTo>
                  <a:pt x="5440" y="2683"/>
                  <a:pt x="5699" y="2904"/>
                  <a:pt x="5838" y="3172"/>
                </a:cubicBezTo>
                <a:cubicBezTo>
                  <a:pt x="5979" y="3446"/>
                  <a:pt x="6004" y="3802"/>
                  <a:pt x="5906" y="4173"/>
                </a:cubicBezTo>
                <a:cubicBezTo>
                  <a:pt x="5763" y="4715"/>
                  <a:pt x="5399" y="5162"/>
                  <a:pt x="4936" y="5368"/>
                </a:cubicBezTo>
                <a:cubicBezTo>
                  <a:pt x="4751" y="5450"/>
                  <a:pt x="4550" y="5490"/>
                  <a:pt x="4352" y="5490"/>
                </a:cubicBezTo>
                <a:cubicBezTo>
                  <a:pt x="4022" y="5490"/>
                  <a:pt x="3699" y="5380"/>
                  <a:pt x="3467" y="5171"/>
                </a:cubicBezTo>
                <a:cubicBezTo>
                  <a:pt x="3041" y="4788"/>
                  <a:pt x="2893" y="4104"/>
                  <a:pt x="3069" y="3341"/>
                </a:cubicBezTo>
                <a:cubicBezTo>
                  <a:pt x="3163" y="2932"/>
                  <a:pt x="3330" y="2544"/>
                  <a:pt x="3556" y="2188"/>
                </a:cubicBezTo>
                <a:cubicBezTo>
                  <a:pt x="3578" y="2187"/>
                  <a:pt x="3600" y="2187"/>
                  <a:pt x="3622" y="2187"/>
                </a:cubicBezTo>
                <a:close/>
                <a:moveTo>
                  <a:pt x="7372" y="1"/>
                </a:moveTo>
                <a:cubicBezTo>
                  <a:pt x="6895" y="1"/>
                  <a:pt x="6425" y="64"/>
                  <a:pt x="5976" y="193"/>
                </a:cubicBezTo>
                <a:cubicBezTo>
                  <a:pt x="4925" y="494"/>
                  <a:pt x="4027" y="1159"/>
                  <a:pt x="3458" y="2012"/>
                </a:cubicBezTo>
                <a:cubicBezTo>
                  <a:pt x="3026" y="2032"/>
                  <a:pt x="2588" y="2124"/>
                  <a:pt x="2163" y="2290"/>
                </a:cubicBezTo>
                <a:cubicBezTo>
                  <a:pt x="1166" y="2679"/>
                  <a:pt x="383" y="3422"/>
                  <a:pt x="19" y="4328"/>
                </a:cubicBezTo>
                <a:cubicBezTo>
                  <a:pt x="0" y="4373"/>
                  <a:pt x="22" y="4425"/>
                  <a:pt x="67" y="4444"/>
                </a:cubicBezTo>
                <a:cubicBezTo>
                  <a:pt x="78" y="4448"/>
                  <a:pt x="90" y="4450"/>
                  <a:pt x="101" y="4450"/>
                </a:cubicBezTo>
                <a:cubicBezTo>
                  <a:pt x="136" y="4450"/>
                  <a:pt x="169" y="4429"/>
                  <a:pt x="183" y="4394"/>
                </a:cubicBezTo>
                <a:cubicBezTo>
                  <a:pt x="530" y="3534"/>
                  <a:pt x="1276" y="2828"/>
                  <a:pt x="2228" y="2456"/>
                </a:cubicBezTo>
                <a:cubicBezTo>
                  <a:pt x="2594" y="2313"/>
                  <a:pt x="2969" y="2227"/>
                  <a:pt x="3341" y="2198"/>
                </a:cubicBezTo>
                <a:lnTo>
                  <a:pt x="3341" y="2198"/>
                </a:lnTo>
                <a:cubicBezTo>
                  <a:pt x="3136" y="2543"/>
                  <a:pt x="2985" y="2913"/>
                  <a:pt x="2896" y="3300"/>
                </a:cubicBezTo>
                <a:cubicBezTo>
                  <a:pt x="2705" y="4128"/>
                  <a:pt x="2874" y="4876"/>
                  <a:pt x="3348" y="5303"/>
                </a:cubicBezTo>
                <a:cubicBezTo>
                  <a:pt x="3612" y="5542"/>
                  <a:pt x="3980" y="5667"/>
                  <a:pt x="4353" y="5667"/>
                </a:cubicBezTo>
                <a:lnTo>
                  <a:pt x="4353" y="5668"/>
                </a:lnTo>
                <a:cubicBezTo>
                  <a:pt x="4576" y="5668"/>
                  <a:pt x="4801" y="5623"/>
                  <a:pt x="5009" y="5532"/>
                </a:cubicBezTo>
                <a:cubicBezTo>
                  <a:pt x="5521" y="5303"/>
                  <a:pt x="5921" y="4812"/>
                  <a:pt x="6078" y="4220"/>
                </a:cubicBezTo>
                <a:cubicBezTo>
                  <a:pt x="6188" y="3805"/>
                  <a:pt x="6158" y="3403"/>
                  <a:pt x="5996" y="3090"/>
                </a:cubicBezTo>
                <a:cubicBezTo>
                  <a:pt x="5839" y="2786"/>
                  <a:pt x="5553" y="2539"/>
                  <a:pt x="5123" y="2335"/>
                </a:cubicBezTo>
                <a:cubicBezTo>
                  <a:pt x="4678" y="2125"/>
                  <a:pt x="4185" y="2016"/>
                  <a:pt x="3676" y="2009"/>
                </a:cubicBezTo>
                <a:cubicBezTo>
                  <a:pt x="4224" y="1239"/>
                  <a:pt x="5056" y="641"/>
                  <a:pt x="6025" y="364"/>
                </a:cubicBezTo>
                <a:cubicBezTo>
                  <a:pt x="6458" y="240"/>
                  <a:pt x="6912" y="179"/>
                  <a:pt x="7373" y="179"/>
                </a:cubicBezTo>
                <a:cubicBezTo>
                  <a:pt x="8352" y="179"/>
                  <a:pt x="9365" y="454"/>
                  <a:pt x="10286" y="986"/>
                </a:cubicBezTo>
                <a:cubicBezTo>
                  <a:pt x="10300" y="994"/>
                  <a:pt x="10315" y="998"/>
                  <a:pt x="10330" y="998"/>
                </a:cubicBezTo>
                <a:cubicBezTo>
                  <a:pt x="10360" y="998"/>
                  <a:pt x="10391" y="982"/>
                  <a:pt x="10408" y="953"/>
                </a:cubicBezTo>
                <a:cubicBezTo>
                  <a:pt x="10432" y="912"/>
                  <a:pt x="10417" y="857"/>
                  <a:pt x="10374" y="832"/>
                </a:cubicBezTo>
                <a:cubicBezTo>
                  <a:pt x="9426" y="284"/>
                  <a:pt x="8382" y="1"/>
                  <a:pt x="737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30"/>
          <p:cNvSpPr/>
          <p:nvPr/>
        </p:nvSpPr>
        <p:spPr>
          <a:xfrm>
            <a:off x="437925" y="361188"/>
            <a:ext cx="111775" cy="105400"/>
          </a:xfrm>
          <a:custGeom>
            <a:rect b="b" l="l" r="r" t="t"/>
            <a:pathLst>
              <a:path extrusionOk="0" h="4216" w="4471">
                <a:moveTo>
                  <a:pt x="2432" y="1"/>
                </a:moveTo>
                <a:cubicBezTo>
                  <a:pt x="2379" y="1"/>
                  <a:pt x="2332" y="37"/>
                  <a:pt x="2320" y="92"/>
                </a:cubicBezTo>
                <a:lnTo>
                  <a:pt x="1960" y="1746"/>
                </a:lnTo>
                <a:cubicBezTo>
                  <a:pt x="1364" y="1561"/>
                  <a:pt x="761" y="1402"/>
                  <a:pt x="152" y="1271"/>
                </a:cubicBezTo>
                <a:cubicBezTo>
                  <a:pt x="143" y="1269"/>
                  <a:pt x="135" y="1268"/>
                  <a:pt x="126" y="1268"/>
                </a:cubicBezTo>
                <a:cubicBezTo>
                  <a:pt x="73" y="1268"/>
                  <a:pt x="26" y="1305"/>
                  <a:pt x="15" y="1359"/>
                </a:cubicBezTo>
                <a:cubicBezTo>
                  <a:pt x="1" y="1422"/>
                  <a:pt x="40" y="1482"/>
                  <a:pt x="103" y="1496"/>
                </a:cubicBezTo>
                <a:cubicBezTo>
                  <a:pt x="712" y="1627"/>
                  <a:pt x="1315" y="1787"/>
                  <a:pt x="1911" y="1972"/>
                </a:cubicBezTo>
                <a:lnTo>
                  <a:pt x="1454" y="4076"/>
                </a:lnTo>
                <a:cubicBezTo>
                  <a:pt x="1440" y="4137"/>
                  <a:pt x="1481" y="4199"/>
                  <a:pt x="1543" y="4213"/>
                </a:cubicBezTo>
                <a:cubicBezTo>
                  <a:pt x="1551" y="4215"/>
                  <a:pt x="1559" y="4215"/>
                  <a:pt x="1567" y="4215"/>
                </a:cubicBezTo>
                <a:cubicBezTo>
                  <a:pt x="1620" y="4215"/>
                  <a:pt x="1668" y="4178"/>
                  <a:pt x="1681" y="4125"/>
                </a:cubicBezTo>
                <a:lnTo>
                  <a:pt x="2132" y="2041"/>
                </a:lnTo>
                <a:cubicBezTo>
                  <a:pt x="2867" y="2278"/>
                  <a:pt x="3589" y="2554"/>
                  <a:pt x="4292" y="2870"/>
                </a:cubicBezTo>
                <a:cubicBezTo>
                  <a:pt x="4307" y="2876"/>
                  <a:pt x="4323" y="2880"/>
                  <a:pt x="4338" y="2880"/>
                </a:cubicBezTo>
                <a:cubicBezTo>
                  <a:pt x="4382" y="2880"/>
                  <a:pt x="4425" y="2854"/>
                  <a:pt x="4443" y="2812"/>
                </a:cubicBezTo>
                <a:cubicBezTo>
                  <a:pt x="4470" y="2754"/>
                  <a:pt x="4443" y="2685"/>
                  <a:pt x="4385" y="2660"/>
                </a:cubicBezTo>
                <a:cubicBezTo>
                  <a:pt x="3669" y="2337"/>
                  <a:pt x="2931" y="2056"/>
                  <a:pt x="2182" y="1815"/>
                </a:cubicBezTo>
                <a:lnTo>
                  <a:pt x="2546" y="140"/>
                </a:lnTo>
                <a:cubicBezTo>
                  <a:pt x="2559" y="78"/>
                  <a:pt x="2519" y="16"/>
                  <a:pt x="2457" y="3"/>
                </a:cubicBezTo>
                <a:cubicBezTo>
                  <a:pt x="2448" y="1"/>
                  <a:pt x="2440" y="1"/>
                  <a:pt x="243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5">
  <p:cSld name="BLANK_1_2_2_2"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1"/>
          <p:cNvSpPr txBox="1"/>
          <p:nvPr>
            <p:ph type="title"/>
          </p:nvPr>
        </p:nvSpPr>
        <p:spPr>
          <a:xfrm>
            <a:off x="3378450" y="3367375"/>
            <a:ext cx="5052300" cy="8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82" name="Google Shape;382;p31"/>
          <p:cNvSpPr txBox="1"/>
          <p:nvPr>
            <p:ph hasCustomPrompt="1" idx="2" type="title"/>
          </p:nvPr>
        </p:nvSpPr>
        <p:spPr>
          <a:xfrm>
            <a:off x="7132363" y="2351275"/>
            <a:ext cx="1298400" cy="86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Font typeface="Archivo Black"/>
              <a:buNone/>
              <a:defRPr sz="6000">
                <a:latin typeface="Archivo Black"/>
                <a:ea typeface="Archivo Black"/>
                <a:cs typeface="Archivo Black"/>
                <a:sym typeface="Archivo Black"/>
              </a:defRPr>
            </a:lvl9pPr>
          </a:lstStyle>
          <a:p>
            <a:r>
              <a:t>xx%</a:t>
            </a:r>
          </a:p>
        </p:txBody>
      </p:sp>
      <p:sp>
        <p:nvSpPr>
          <p:cNvPr id="383" name="Google Shape;383;p31"/>
          <p:cNvSpPr txBox="1"/>
          <p:nvPr>
            <p:ph idx="1" type="subTitle"/>
          </p:nvPr>
        </p:nvSpPr>
        <p:spPr>
          <a:xfrm>
            <a:off x="3378475" y="4176125"/>
            <a:ext cx="5052300" cy="4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4" name="Google Shape;384;p31"/>
          <p:cNvGrpSpPr/>
          <p:nvPr/>
        </p:nvGrpSpPr>
        <p:grpSpPr>
          <a:xfrm flipH="1">
            <a:off x="-193060" y="2756944"/>
            <a:ext cx="838318" cy="2070967"/>
            <a:chOff x="1985590" y="3490398"/>
            <a:chExt cx="1109326" cy="2740462"/>
          </a:xfrm>
        </p:grpSpPr>
        <p:sp>
          <p:nvSpPr>
            <p:cNvPr id="385" name="Google Shape;385;p31"/>
            <p:cNvSpPr/>
            <p:nvPr/>
          </p:nvSpPr>
          <p:spPr>
            <a:xfrm>
              <a:off x="2299102" y="3490398"/>
              <a:ext cx="614745" cy="567414"/>
            </a:xfrm>
            <a:custGeom>
              <a:rect b="b" l="l" r="r" t="t"/>
              <a:pathLst>
                <a:path extrusionOk="0" h="21027" w="22781">
                  <a:moveTo>
                    <a:pt x="12014" y="1"/>
                  </a:moveTo>
                  <a:cubicBezTo>
                    <a:pt x="11821" y="1"/>
                    <a:pt x="11628" y="10"/>
                    <a:pt x="11436" y="28"/>
                  </a:cubicBezTo>
                  <a:cubicBezTo>
                    <a:pt x="9496" y="210"/>
                    <a:pt x="7715" y="1214"/>
                    <a:pt x="6186" y="2447"/>
                  </a:cubicBezTo>
                  <a:cubicBezTo>
                    <a:pt x="5410" y="3086"/>
                    <a:pt x="4657" y="3839"/>
                    <a:pt x="4337" y="4798"/>
                  </a:cubicBezTo>
                  <a:cubicBezTo>
                    <a:pt x="3858" y="6259"/>
                    <a:pt x="4520" y="7834"/>
                    <a:pt x="5159" y="9249"/>
                  </a:cubicBezTo>
                  <a:cubicBezTo>
                    <a:pt x="6026" y="11189"/>
                    <a:pt x="6917" y="13129"/>
                    <a:pt x="7807" y="15069"/>
                  </a:cubicBezTo>
                  <a:cubicBezTo>
                    <a:pt x="6483" y="13746"/>
                    <a:pt x="5182" y="12422"/>
                    <a:pt x="3881" y="11098"/>
                  </a:cubicBezTo>
                  <a:cubicBezTo>
                    <a:pt x="3289" y="10506"/>
                    <a:pt x="2600" y="9876"/>
                    <a:pt x="1795" y="9876"/>
                  </a:cubicBezTo>
                  <a:cubicBezTo>
                    <a:pt x="1730" y="9876"/>
                    <a:pt x="1664" y="9880"/>
                    <a:pt x="1598" y="9888"/>
                  </a:cubicBezTo>
                  <a:cubicBezTo>
                    <a:pt x="754" y="9979"/>
                    <a:pt x="137" y="10847"/>
                    <a:pt x="69" y="11691"/>
                  </a:cubicBezTo>
                  <a:cubicBezTo>
                    <a:pt x="1" y="12536"/>
                    <a:pt x="343" y="13380"/>
                    <a:pt x="754" y="14111"/>
                  </a:cubicBezTo>
                  <a:cubicBezTo>
                    <a:pt x="2899" y="18060"/>
                    <a:pt x="7168" y="20776"/>
                    <a:pt x="11664" y="21027"/>
                  </a:cubicBezTo>
                  <a:cubicBezTo>
                    <a:pt x="17485" y="20639"/>
                    <a:pt x="22506" y="15069"/>
                    <a:pt x="22735" y="8952"/>
                  </a:cubicBezTo>
                  <a:cubicBezTo>
                    <a:pt x="22780" y="7834"/>
                    <a:pt x="22643" y="6601"/>
                    <a:pt x="21890" y="5780"/>
                  </a:cubicBezTo>
                  <a:cubicBezTo>
                    <a:pt x="21485" y="5325"/>
                    <a:pt x="20848" y="5062"/>
                    <a:pt x="20247" y="5062"/>
                  </a:cubicBezTo>
                  <a:cubicBezTo>
                    <a:pt x="19731" y="5062"/>
                    <a:pt x="19241" y="5256"/>
                    <a:pt x="18946" y="5688"/>
                  </a:cubicBezTo>
                  <a:cubicBezTo>
                    <a:pt x="18558" y="6213"/>
                    <a:pt x="18580" y="6944"/>
                    <a:pt x="18580" y="7606"/>
                  </a:cubicBezTo>
                  <a:cubicBezTo>
                    <a:pt x="18535" y="9569"/>
                    <a:pt x="17964" y="11554"/>
                    <a:pt x="16960" y="13266"/>
                  </a:cubicBezTo>
                  <a:cubicBezTo>
                    <a:pt x="17097" y="11372"/>
                    <a:pt x="17211" y="9477"/>
                    <a:pt x="17348" y="7583"/>
                  </a:cubicBezTo>
                  <a:cubicBezTo>
                    <a:pt x="17462" y="5757"/>
                    <a:pt x="17553" y="3794"/>
                    <a:pt x="16572" y="2264"/>
                  </a:cubicBezTo>
                  <a:cubicBezTo>
                    <a:pt x="15604" y="761"/>
                    <a:pt x="13799" y="1"/>
                    <a:pt x="12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" name="Google Shape;386;p31"/>
            <p:cNvSpPr/>
            <p:nvPr/>
          </p:nvSpPr>
          <p:spPr>
            <a:xfrm>
              <a:off x="1985590" y="3902567"/>
              <a:ext cx="1109326" cy="2328293"/>
            </a:xfrm>
            <a:custGeom>
              <a:rect b="b" l="l" r="r" t="t"/>
              <a:pathLst>
                <a:path extrusionOk="0" h="86281" w="41109">
                  <a:moveTo>
                    <a:pt x="3600" y="39967"/>
                  </a:moveTo>
                  <a:cubicBezTo>
                    <a:pt x="2921" y="39967"/>
                    <a:pt x="2330" y="40561"/>
                    <a:pt x="1941" y="41155"/>
                  </a:cubicBezTo>
                  <a:cubicBezTo>
                    <a:pt x="320" y="43620"/>
                    <a:pt x="0" y="46747"/>
                    <a:pt x="183" y="49691"/>
                  </a:cubicBezTo>
                  <a:cubicBezTo>
                    <a:pt x="434" y="53983"/>
                    <a:pt x="1667" y="58228"/>
                    <a:pt x="3744" y="61994"/>
                  </a:cubicBezTo>
                  <a:cubicBezTo>
                    <a:pt x="5342" y="64916"/>
                    <a:pt x="7442" y="67541"/>
                    <a:pt x="9633" y="70074"/>
                  </a:cubicBezTo>
                  <a:cubicBezTo>
                    <a:pt x="8355" y="68294"/>
                    <a:pt x="7693" y="66514"/>
                    <a:pt x="7213" y="64802"/>
                  </a:cubicBezTo>
                  <a:cubicBezTo>
                    <a:pt x="5387" y="58479"/>
                    <a:pt x="4794" y="51791"/>
                    <a:pt x="5479" y="45241"/>
                  </a:cubicBezTo>
                  <a:cubicBezTo>
                    <a:pt x="5661" y="43551"/>
                    <a:pt x="5821" y="41611"/>
                    <a:pt x="4611" y="40424"/>
                  </a:cubicBezTo>
                  <a:cubicBezTo>
                    <a:pt x="4383" y="40219"/>
                    <a:pt x="4132" y="40036"/>
                    <a:pt x="3835" y="39991"/>
                  </a:cubicBezTo>
                  <a:cubicBezTo>
                    <a:pt x="3756" y="39974"/>
                    <a:pt x="3677" y="39967"/>
                    <a:pt x="3600" y="39967"/>
                  </a:cubicBezTo>
                  <a:close/>
                  <a:moveTo>
                    <a:pt x="27756" y="1"/>
                  </a:moveTo>
                  <a:cubicBezTo>
                    <a:pt x="26889" y="708"/>
                    <a:pt x="26250" y="1713"/>
                    <a:pt x="25976" y="2808"/>
                  </a:cubicBezTo>
                  <a:cubicBezTo>
                    <a:pt x="25907" y="1941"/>
                    <a:pt x="25770" y="982"/>
                    <a:pt x="25108" y="412"/>
                  </a:cubicBezTo>
                  <a:cubicBezTo>
                    <a:pt x="24881" y="216"/>
                    <a:pt x="24573" y="125"/>
                    <a:pt x="24268" y="125"/>
                  </a:cubicBezTo>
                  <a:cubicBezTo>
                    <a:pt x="23683" y="125"/>
                    <a:pt x="23107" y="458"/>
                    <a:pt x="23122" y="1028"/>
                  </a:cubicBezTo>
                  <a:cubicBezTo>
                    <a:pt x="23145" y="1827"/>
                    <a:pt x="24218" y="2375"/>
                    <a:pt x="24035" y="3151"/>
                  </a:cubicBezTo>
                  <a:cubicBezTo>
                    <a:pt x="24022" y="2561"/>
                    <a:pt x="23437" y="2227"/>
                    <a:pt x="22850" y="2227"/>
                  </a:cubicBezTo>
                  <a:cubicBezTo>
                    <a:pt x="22415" y="2227"/>
                    <a:pt x="21980" y="2410"/>
                    <a:pt x="21776" y="2808"/>
                  </a:cubicBezTo>
                  <a:cubicBezTo>
                    <a:pt x="21388" y="3630"/>
                    <a:pt x="22050" y="4657"/>
                    <a:pt x="22917" y="4885"/>
                  </a:cubicBezTo>
                  <a:cubicBezTo>
                    <a:pt x="22780" y="4870"/>
                    <a:pt x="22641" y="4860"/>
                    <a:pt x="22501" y="4860"/>
                  </a:cubicBezTo>
                  <a:cubicBezTo>
                    <a:pt x="22222" y="4860"/>
                    <a:pt x="21943" y="4901"/>
                    <a:pt x="21684" y="5022"/>
                  </a:cubicBezTo>
                  <a:cubicBezTo>
                    <a:pt x="21205" y="5251"/>
                    <a:pt x="20908" y="5958"/>
                    <a:pt x="21274" y="6369"/>
                  </a:cubicBezTo>
                  <a:cubicBezTo>
                    <a:pt x="21433" y="6529"/>
                    <a:pt x="21662" y="6597"/>
                    <a:pt x="21890" y="6666"/>
                  </a:cubicBezTo>
                  <a:cubicBezTo>
                    <a:pt x="22532" y="6835"/>
                    <a:pt x="23194" y="6941"/>
                    <a:pt x="23888" y="6941"/>
                  </a:cubicBezTo>
                  <a:cubicBezTo>
                    <a:pt x="24502" y="6941"/>
                    <a:pt x="25141" y="6859"/>
                    <a:pt x="25816" y="6666"/>
                  </a:cubicBezTo>
                  <a:lnTo>
                    <a:pt x="25816" y="6666"/>
                  </a:lnTo>
                  <a:cubicBezTo>
                    <a:pt x="26227" y="12783"/>
                    <a:pt x="25108" y="18832"/>
                    <a:pt x="23305" y="24721"/>
                  </a:cubicBezTo>
                  <a:cubicBezTo>
                    <a:pt x="23511" y="22164"/>
                    <a:pt x="23282" y="19471"/>
                    <a:pt x="22963" y="16846"/>
                  </a:cubicBezTo>
                  <a:cubicBezTo>
                    <a:pt x="22689" y="14586"/>
                    <a:pt x="22278" y="12190"/>
                    <a:pt x="20794" y="10455"/>
                  </a:cubicBezTo>
                  <a:cubicBezTo>
                    <a:pt x="20156" y="9694"/>
                    <a:pt x="19222" y="9062"/>
                    <a:pt x="18241" y="9062"/>
                  </a:cubicBezTo>
                  <a:cubicBezTo>
                    <a:pt x="18134" y="9062"/>
                    <a:pt x="18026" y="9070"/>
                    <a:pt x="17918" y="9085"/>
                  </a:cubicBezTo>
                  <a:cubicBezTo>
                    <a:pt x="16709" y="9268"/>
                    <a:pt x="15841" y="10478"/>
                    <a:pt x="15750" y="11710"/>
                  </a:cubicBezTo>
                  <a:cubicBezTo>
                    <a:pt x="15659" y="12920"/>
                    <a:pt x="16184" y="14130"/>
                    <a:pt x="16891" y="15111"/>
                  </a:cubicBezTo>
                  <a:cubicBezTo>
                    <a:pt x="17599" y="16115"/>
                    <a:pt x="18489" y="16983"/>
                    <a:pt x="19265" y="17919"/>
                  </a:cubicBezTo>
                  <a:cubicBezTo>
                    <a:pt x="21548" y="20795"/>
                    <a:pt x="22575" y="24584"/>
                    <a:pt x="22164" y="28213"/>
                  </a:cubicBezTo>
                  <a:cubicBezTo>
                    <a:pt x="21548" y="30039"/>
                    <a:pt x="20863" y="31842"/>
                    <a:pt x="20155" y="33622"/>
                  </a:cubicBezTo>
                  <a:cubicBezTo>
                    <a:pt x="17416" y="40607"/>
                    <a:pt x="14335" y="47523"/>
                    <a:pt x="12440" y="54759"/>
                  </a:cubicBezTo>
                  <a:cubicBezTo>
                    <a:pt x="11276" y="44350"/>
                    <a:pt x="18968" y="34079"/>
                    <a:pt x="16640" y="23899"/>
                  </a:cubicBezTo>
                  <a:cubicBezTo>
                    <a:pt x="16435" y="22963"/>
                    <a:pt x="16092" y="21982"/>
                    <a:pt x="15248" y="21525"/>
                  </a:cubicBezTo>
                  <a:cubicBezTo>
                    <a:pt x="14967" y="21367"/>
                    <a:pt x="14673" y="21296"/>
                    <a:pt x="14381" y="21296"/>
                  </a:cubicBezTo>
                  <a:cubicBezTo>
                    <a:pt x="13106" y="21296"/>
                    <a:pt x="11841" y="22644"/>
                    <a:pt x="11619" y="24036"/>
                  </a:cubicBezTo>
                  <a:cubicBezTo>
                    <a:pt x="11345" y="25748"/>
                    <a:pt x="11984" y="27437"/>
                    <a:pt x="12121" y="29172"/>
                  </a:cubicBezTo>
                  <a:cubicBezTo>
                    <a:pt x="12326" y="31796"/>
                    <a:pt x="11322" y="34353"/>
                    <a:pt x="10683" y="36909"/>
                  </a:cubicBezTo>
                  <a:cubicBezTo>
                    <a:pt x="9176" y="42935"/>
                    <a:pt x="9770" y="49486"/>
                    <a:pt x="12326" y="55147"/>
                  </a:cubicBezTo>
                  <a:cubicBezTo>
                    <a:pt x="11938" y="56699"/>
                    <a:pt x="11596" y="58274"/>
                    <a:pt x="11322" y="59872"/>
                  </a:cubicBezTo>
                  <a:cubicBezTo>
                    <a:pt x="10660" y="63706"/>
                    <a:pt x="10477" y="67678"/>
                    <a:pt x="10911" y="71558"/>
                  </a:cubicBezTo>
                  <a:cubicBezTo>
                    <a:pt x="10477" y="71056"/>
                    <a:pt x="10044" y="70577"/>
                    <a:pt x="9633" y="70074"/>
                  </a:cubicBezTo>
                  <a:lnTo>
                    <a:pt x="9633" y="70074"/>
                  </a:lnTo>
                  <a:cubicBezTo>
                    <a:pt x="9998" y="70599"/>
                    <a:pt x="10432" y="71124"/>
                    <a:pt x="10934" y="71649"/>
                  </a:cubicBezTo>
                  <a:cubicBezTo>
                    <a:pt x="11527" y="76990"/>
                    <a:pt x="13330" y="82103"/>
                    <a:pt x="16686" y="86280"/>
                  </a:cubicBezTo>
                  <a:cubicBezTo>
                    <a:pt x="17234" y="85664"/>
                    <a:pt x="16709" y="84705"/>
                    <a:pt x="16229" y="84021"/>
                  </a:cubicBezTo>
                  <a:cubicBezTo>
                    <a:pt x="11025" y="76694"/>
                    <a:pt x="10546" y="66879"/>
                    <a:pt x="12486" y="58091"/>
                  </a:cubicBezTo>
                  <a:cubicBezTo>
                    <a:pt x="13604" y="52955"/>
                    <a:pt x="15476" y="48025"/>
                    <a:pt x="17507" y="43163"/>
                  </a:cubicBezTo>
                  <a:cubicBezTo>
                    <a:pt x="24857" y="39626"/>
                    <a:pt x="30815" y="33645"/>
                    <a:pt x="34421" y="26455"/>
                  </a:cubicBezTo>
                  <a:cubicBezTo>
                    <a:pt x="34923" y="25428"/>
                    <a:pt x="35403" y="24355"/>
                    <a:pt x="35357" y="23214"/>
                  </a:cubicBezTo>
                  <a:cubicBezTo>
                    <a:pt x="35311" y="22073"/>
                    <a:pt x="34604" y="20886"/>
                    <a:pt x="33485" y="20658"/>
                  </a:cubicBezTo>
                  <a:cubicBezTo>
                    <a:pt x="33343" y="20628"/>
                    <a:pt x="33201" y="20614"/>
                    <a:pt x="33061" y="20614"/>
                  </a:cubicBezTo>
                  <a:cubicBezTo>
                    <a:pt x="32236" y="20614"/>
                    <a:pt x="31458" y="21096"/>
                    <a:pt x="30815" y="21662"/>
                  </a:cubicBezTo>
                  <a:cubicBezTo>
                    <a:pt x="28943" y="23328"/>
                    <a:pt x="27893" y="25725"/>
                    <a:pt x="26797" y="28007"/>
                  </a:cubicBezTo>
                  <a:cubicBezTo>
                    <a:pt x="24446" y="32801"/>
                    <a:pt x="21548" y="37366"/>
                    <a:pt x="18192" y="41520"/>
                  </a:cubicBezTo>
                  <a:cubicBezTo>
                    <a:pt x="19425" y="38621"/>
                    <a:pt x="20680" y="35745"/>
                    <a:pt x="21867" y="32824"/>
                  </a:cubicBezTo>
                  <a:cubicBezTo>
                    <a:pt x="23602" y="28464"/>
                    <a:pt x="25177" y="23945"/>
                    <a:pt x="26135" y="19357"/>
                  </a:cubicBezTo>
                  <a:cubicBezTo>
                    <a:pt x="29468" y="14084"/>
                    <a:pt x="35197" y="10432"/>
                    <a:pt x="39739" y="5867"/>
                  </a:cubicBezTo>
                  <a:cubicBezTo>
                    <a:pt x="40219" y="5388"/>
                    <a:pt x="40698" y="4863"/>
                    <a:pt x="40835" y="4201"/>
                  </a:cubicBezTo>
                  <a:cubicBezTo>
                    <a:pt x="41109" y="2877"/>
                    <a:pt x="39716" y="1667"/>
                    <a:pt x="38347" y="1621"/>
                  </a:cubicBezTo>
                  <a:cubicBezTo>
                    <a:pt x="38309" y="1620"/>
                    <a:pt x="38271" y="1620"/>
                    <a:pt x="38233" y="1620"/>
                  </a:cubicBezTo>
                  <a:cubicBezTo>
                    <a:pt x="36930" y="1620"/>
                    <a:pt x="35715" y="2376"/>
                    <a:pt x="34672" y="3196"/>
                  </a:cubicBezTo>
                  <a:cubicBezTo>
                    <a:pt x="31317" y="5821"/>
                    <a:pt x="28669" y="9314"/>
                    <a:pt x="27003" y="13240"/>
                  </a:cubicBezTo>
                  <a:cubicBezTo>
                    <a:pt x="27163" y="11025"/>
                    <a:pt x="27140" y="8811"/>
                    <a:pt x="26866" y="6597"/>
                  </a:cubicBezTo>
                  <a:cubicBezTo>
                    <a:pt x="28715" y="5730"/>
                    <a:pt x="30153" y="4018"/>
                    <a:pt x="30678" y="2055"/>
                  </a:cubicBezTo>
                  <a:cubicBezTo>
                    <a:pt x="30532" y="2031"/>
                    <a:pt x="30386" y="2019"/>
                    <a:pt x="30239" y="2019"/>
                  </a:cubicBezTo>
                  <a:cubicBezTo>
                    <a:pt x="29283" y="2019"/>
                    <a:pt x="28339" y="2522"/>
                    <a:pt x="27824" y="3333"/>
                  </a:cubicBezTo>
                  <a:cubicBezTo>
                    <a:pt x="28395" y="2329"/>
                    <a:pt x="28372" y="1005"/>
                    <a:pt x="2775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87" name="Google Shape;387;p31"/>
          <p:cNvGrpSpPr/>
          <p:nvPr/>
        </p:nvGrpSpPr>
        <p:grpSpPr>
          <a:xfrm>
            <a:off x="-224628" y="3913916"/>
            <a:ext cx="1298355" cy="1355122"/>
            <a:chOff x="5097850" y="827625"/>
            <a:chExt cx="897150" cy="936375"/>
          </a:xfrm>
        </p:grpSpPr>
        <p:sp>
          <p:nvSpPr>
            <p:cNvPr id="388" name="Google Shape;388;p31"/>
            <p:cNvSpPr/>
            <p:nvPr/>
          </p:nvSpPr>
          <p:spPr>
            <a:xfrm>
              <a:off x="5145800" y="827625"/>
              <a:ext cx="849200" cy="918625"/>
            </a:xfrm>
            <a:custGeom>
              <a:rect b="b" l="l" r="r" t="t"/>
              <a:pathLst>
                <a:path extrusionOk="0" h="36745" w="33968">
                  <a:moveTo>
                    <a:pt x="31854" y="1"/>
                  </a:moveTo>
                  <a:cubicBezTo>
                    <a:pt x="31319" y="1"/>
                    <a:pt x="30695" y="232"/>
                    <a:pt x="30275" y="327"/>
                  </a:cubicBezTo>
                  <a:cubicBezTo>
                    <a:pt x="26911" y="1089"/>
                    <a:pt x="23573" y="1902"/>
                    <a:pt x="20420" y="3359"/>
                  </a:cubicBezTo>
                  <a:cubicBezTo>
                    <a:pt x="20242" y="3441"/>
                    <a:pt x="20056" y="3534"/>
                    <a:pt x="19959" y="3701"/>
                  </a:cubicBezTo>
                  <a:cubicBezTo>
                    <a:pt x="19854" y="3883"/>
                    <a:pt x="19885" y="4106"/>
                    <a:pt x="19919" y="4310"/>
                  </a:cubicBezTo>
                  <a:cubicBezTo>
                    <a:pt x="20130" y="5594"/>
                    <a:pt x="20227" y="6955"/>
                    <a:pt x="20711" y="8155"/>
                  </a:cubicBezTo>
                  <a:cubicBezTo>
                    <a:pt x="20880" y="8575"/>
                    <a:pt x="21080" y="8904"/>
                    <a:pt x="20882" y="9391"/>
                  </a:cubicBezTo>
                  <a:cubicBezTo>
                    <a:pt x="20753" y="9706"/>
                    <a:pt x="20577" y="9860"/>
                    <a:pt x="20400" y="9860"/>
                  </a:cubicBezTo>
                  <a:cubicBezTo>
                    <a:pt x="20218" y="9860"/>
                    <a:pt x="20035" y="9698"/>
                    <a:pt x="19904" y="9383"/>
                  </a:cubicBezTo>
                  <a:cubicBezTo>
                    <a:pt x="19371" y="8104"/>
                    <a:pt x="19103" y="6489"/>
                    <a:pt x="18330" y="5343"/>
                  </a:cubicBezTo>
                  <a:cubicBezTo>
                    <a:pt x="18228" y="5191"/>
                    <a:pt x="18098" y="5041"/>
                    <a:pt x="17918" y="4995"/>
                  </a:cubicBezTo>
                  <a:cubicBezTo>
                    <a:pt x="17878" y="4984"/>
                    <a:pt x="17837" y="4980"/>
                    <a:pt x="17797" y="4980"/>
                  </a:cubicBezTo>
                  <a:cubicBezTo>
                    <a:pt x="17603" y="4980"/>
                    <a:pt x="17410" y="5086"/>
                    <a:pt x="17238" y="5191"/>
                  </a:cubicBezTo>
                  <a:cubicBezTo>
                    <a:pt x="15765" y="6084"/>
                    <a:pt x="14343" y="7060"/>
                    <a:pt x="12983" y="8114"/>
                  </a:cubicBezTo>
                  <a:cubicBezTo>
                    <a:pt x="12758" y="8289"/>
                    <a:pt x="12521" y="8484"/>
                    <a:pt x="12448" y="8754"/>
                  </a:cubicBezTo>
                  <a:cubicBezTo>
                    <a:pt x="12354" y="9098"/>
                    <a:pt x="12553" y="9441"/>
                    <a:pt x="12727" y="9748"/>
                  </a:cubicBezTo>
                  <a:cubicBezTo>
                    <a:pt x="13508" y="11129"/>
                    <a:pt x="14139" y="12785"/>
                    <a:pt x="14284" y="14374"/>
                  </a:cubicBezTo>
                  <a:cubicBezTo>
                    <a:pt x="14319" y="14768"/>
                    <a:pt x="14308" y="15202"/>
                    <a:pt x="14054" y="15516"/>
                  </a:cubicBezTo>
                  <a:cubicBezTo>
                    <a:pt x="13965" y="15628"/>
                    <a:pt x="13843" y="15719"/>
                    <a:pt x="13702" y="15749"/>
                  </a:cubicBezTo>
                  <a:cubicBezTo>
                    <a:pt x="13668" y="15756"/>
                    <a:pt x="13635" y="15759"/>
                    <a:pt x="13603" y="15759"/>
                  </a:cubicBezTo>
                  <a:cubicBezTo>
                    <a:pt x="13369" y="15759"/>
                    <a:pt x="13153" y="15596"/>
                    <a:pt x="12987" y="15426"/>
                  </a:cubicBezTo>
                  <a:cubicBezTo>
                    <a:pt x="12059" y="14467"/>
                    <a:pt x="11758" y="13094"/>
                    <a:pt x="11260" y="11861"/>
                  </a:cubicBezTo>
                  <a:cubicBezTo>
                    <a:pt x="11146" y="11581"/>
                    <a:pt x="11005" y="11286"/>
                    <a:pt x="10736" y="11140"/>
                  </a:cubicBezTo>
                  <a:cubicBezTo>
                    <a:pt x="10614" y="11074"/>
                    <a:pt x="10468" y="11046"/>
                    <a:pt x="10308" y="11046"/>
                  </a:cubicBezTo>
                  <a:cubicBezTo>
                    <a:pt x="9695" y="11046"/>
                    <a:pt x="8877" y="11454"/>
                    <a:pt x="8448" y="11687"/>
                  </a:cubicBezTo>
                  <a:cubicBezTo>
                    <a:pt x="7424" y="12245"/>
                    <a:pt x="6450" y="12984"/>
                    <a:pt x="5694" y="13866"/>
                  </a:cubicBezTo>
                  <a:cubicBezTo>
                    <a:pt x="4587" y="15154"/>
                    <a:pt x="3235" y="16674"/>
                    <a:pt x="2515" y="18215"/>
                  </a:cubicBezTo>
                  <a:cubicBezTo>
                    <a:pt x="1842" y="19657"/>
                    <a:pt x="2963" y="20683"/>
                    <a:pt x="3924" y="21592"/>
                  </a:cubicBezTo>
                  <a:cubicBezTo>
                    <a:pt x="4398" y="22043"/>
                    <a:pt x="5454" y="23244"/>
                    <a:pt x="5464" y="23960"/>
                  </a:cubicBezTo>
                  <a:cubicBezTo>
                    <a:pt x="5470" y="24387"/>
                    <a:pt x="5162" y="24539"/>
                    <a:pt x="4792" y="24539"/>
                  </a:cubicBezTo>
                  <a:cubicBezTo>
                    <a:pt x="4484" y="24539"/>
                    <a:pt x="4133" y="24434"/>
                    <a:pt x="3884" y="24295"/>
                  </a:cubicBezTo>
                  <a:cubicBezTo>
                    <a:pt x="3571" y="24119"/>
                    <a:pt x="1571" y="22854"/>
                    <a:pt x="1704" y="22449"/>
                  </a:cubicBezTo>
                  <a:lnTo>
                    <a:pt x="1704" y="22449"/>
                  </a:lnTo>
                  <a:cubicBezTo>
                    <a:pt x="409" y="26391"/>
                    <a:pt x="1" y="30565"/>
                    <a:pt x="443" y="34638"/>
                  </a:cubicBezTo>
                  <a:cubicBezTo>
                    <a:pt x="620" y="36272"/>
                    <a:pt x="1533" y="36611"/>
                    <a:pt x="3008" y="36692"/>
                  </a:cubicBezTo>
                  <a:cubicBezTo>
                    <a:pt x="3590" y="36724"/>
                    <a:pt x="4169" y="36745"/>
                    <a:pt x="4748" y="36745"/>
                  </a:cubicBezTo>
                  <a:cubicBezTo>
                    <a:pt x="5878" y="36745"/>
                    <a:pt x="7004" y="36665"/>
                    <a:pt x="8129" y="36430"/>
                  </a:cubicBezTo>
                  <a:cubicBezTo>
                    <a:pt x="10330" y="35970"/>
                    <a:pt x="12499" y="35342"/>
                    <a:pt x="14602" y="34539"/>
                  </a:cubicBezTo>
                  <a:cubicBezTo>
                    <a:pt x="15867" y="34055"/>
                    <a:pt x="26484" y="28959"/>
                    <a:pt x="25288" y="27570"/>
                  </a:cubicBezTo>
                  <a:cubicBezTo>
                    <a:pt x="25063" y="27308"/>
                    <a:pt x="24679" y="27252"/>
                    <a:pt x="24330" y="27202"/>
                  </a:cubicBezTo>
                  <a:cubicBezTo>
                    <a:pt x="23565" y="27092"/>
                    <a:pt x="22809" y="26925"/>
                    <a:pt x="22073" y="26704"/>
                  </a:cubicBezTo>
                  <a:cubicBezTo>
                    <a:pt x="21827" y="26631"/>
                    <a:pt x="21574" y="26546"/>
                    <a:pt x="21390" y="26372"/>
                  </a:cubicBezTo>
                  <a:cubicBezTo>
                    <a:pt x="21204" y="26199"/>
                    <a:pt x="21104" y="25914"/>
                    <a:pt x="21221" y="25685"/>
                  </a:cubicBezTo>
                  <a:cubicBezTo>
                    <a:pt x="21317" y="25500"/>
                    <a:pt x="21523" y="25398"/>
                    <a:pt x="21723" y="25332"/>
                  </a:cubicBezTo>
                  <a:cubicBezTo>
                    <a:pt x="22112" y="25202"/>
                    <a:pt x="22518" y="25162"/>
                    <a:pt x="22930" y="25162"/>
                  </a:cubicBezTo>
                  <a:cubicBezTo>
                    <a:pt x="23636" y="25162"/>
                    <a:pt x="24362" y="25281"/>
                    <a:pt x="25059" y="25281"/>
                  </a:cubicBezTo>
                  <a:cubicBezTo>
                    <a:pt x="25586" y="25281"/>
                    <a:pt x="26097" y="25213"/>
                    <a:pt x="26571" y="24973"/>
                  </a:cubicBezTo>
                  <a:cubicBezTo>
                    <a:pt x="27073" y="24720"/>
                    <a:pt x="27466" y="24300"/>
                    <a:pt x="27823" y="23870"/>
                  </a:cubicBezTo>
                  <a:cubicBezTo>
                    <a:pt x="29155" y="22261"/>
                    <a:pt x="30120" y="20402"/>
                    <a:pt x="31075" y="18558"/>
                  </a:cubicBezTo>
                  <a:cubicBezTo>
                    <a:pt x="31584" y="17575"/>
                    <a:pt x="32092" y="16593"/>
                    <a:pt x="32600" y="15609"/>
                  </a:cubicBezTo>
                  <a:cubicBezTo>
                    <a:pt x="32662" y="15492"/>
                    <a:pt x="32724" y="15371"/>
                    <a:pt x="32742" y="15240"/>
                  </a:cubicBezTo>
                  <a:cubicBezTo>
                    <a:pt x="32789" y="14878"/>
                    <a:pt x="32468" y="14556"/>
                    <a:pt x="32110" y="14465"/>
                  </a:cubicBezTo>
                  <a:cubicBezTo>
                    <a:pt x="31998" y="14437"/>
                    <a:pt x="31884" y="14426"/>
                    <a:pt x="31768" y="14426"/>
                  </a:cubicBezTo>
                  <a:cubicBezTo>
                    <a:pt x="31515" y="14426"/>
                    <a:pt x="31256" y="14481"/>
                    <a:pt x="31005" y="14537"/>
                  </a:cubicBezTo>
                  <a:cubicBezTo>
                    <a:pt x="29982" y="14766"/>
                    <a:pt x="28959" y="14994"/>
                    <a:pt x="27935" y="15223"/>
                  </a:cubicBezTo>
                  <a:cubicBezTo>
                    <a:pt x="27721" y="15271"/>
                    <a:pt x="27498" y="15319"/>
                    <a:pt x="27280" y="15319"/>
                  </a:cubicBezTo>
                  <a:cubicBezTo>
                    <a:pt x="27177" y="15319"/>
                    <a:pt x="27074" y="15308"/>
                    <a:pt x="26973" y="15281"/>
                  </a:cubicBezTo>
                  <a:cubicBezTo>
                    <a:pt x="26663" y="15196"/>
                    <a:pt x="26390" y="14902"/>
                    <a:pt x="26453" y="14589"/>
                  </a:cubicBezTo>
                  <a:cubicBezTo>
                    <a:pt x="26492" y="14392"/>
                    <a:pt x="26649" y="14238"/>
                    <a:pt x="26808" y="14112"/>
                  </a:cubicBezTo>
                  <a:cubicBezTo>
                    <a:pt x="28965" y="12387"/>
                    <a:pt x="32323" y="12436"/>
                    <a:pt x="33482" y="9593"/>
                  </a:cubicBezTo>
                  <a:cubicBezTo>
                    <a:pt x="33968" y="8402"/>
                    <a:pt x="33928" y="7084"/>
                    <a:pt x="33794" y="5820"/>
                  </a:cubicBezTo>
                  <a:cubicBezTo>
                    <a:pt x="33684" y="4789"/>
                    <a:pt x="33515" y="3766"/>
                    <a:pt x="33305" y="2751"/>
                  </a:cubicBezTo>
                  <a:cubicBezTo>
                    <a:pt x="33166" y="2081"/>
                    <a:pt x="33114" y="684"/>
                    <a:pt x="32542" y="210"/>
                  </a:cubicBezTo>
                  <a:cubicBezTo>
                    <a:pt x="32357" y="56"/>
                    <a:pt x="32116" y="1"/>
                    <a:pt x="3185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31"/>
            <p:cNvSpPr/>
            <p:nvPr/>
          </p:nvSpPr>
          <p:spPr>
            <a:xfrm>
              <a:off x="5097850" y="924975"/>
              <a:ext cx="831350" cy="839025"/>
            </a:xfrm>
            <a:custGeom>
              <a:rect b="b" l="l" r="r" t="t"/>
              <a:pathLst>
                <a:path extrusionOk="0" h="33561" w="33254">
                  <a:moveTo>
                    <a:pt x="31538" y="0"/>
                  </a:moveTo>
                  <a:cubicBezTo>
                    <a:pt x="31461" y="0"/>
                    <a:pt x="31385" y="38"/>
                    <a:pt x="31330" y="129"/>
                  </a:cubicBezTo>
                  <a:cubicBezTo>
                    <a:pt x="29983" y="2345"/>
                    <a:pt x="28588" y="4535"/>
                    <a:pt x="27132" y="6687"/>
                  </a:cubicBezTo>
                  <a:cubicBezTo>
                    <a:pt x="27016" y="5099"/>
                    <a:pt x="26935" y="3509"/>
                    <a:pt x="26906" y="1916"/>
                  </a:cubicBezTo>
                  <a:cubicBezTo>
                    <a:pt x="26903" y="1752"/>
                    <a:pt x="26787" y="1678"/>
                    <a:pt x="26659" y="1678"/>
                  </a:cubicBezTo>
                  <a:cubicBezTo>
                    <a:pt x="26499" y="1678"/>
                    <a:pt x="26322" y="1794"/>
                    <a:pt x="26326" y="1996"/>
                  </a:cubicBezTo>
                  <a:cubicBezTo>
                    <a:pt x="26359" y="3823"/>
                    <a:pt x="26451" y="5646"/>
                    <a:pt x="26597" y="7465"/>
                  </a:cubicBezTo>
                  <a:cubicBezTo>
                    <a:pt x="26207" y="8031"/>
                    <a:pt x="25818" y="8597"/>
                    <a:pt x="25419" y="9157"/>
                  </a:cubicBezTo>
                  <a:cubicBezTo>
                    <a:pt x="24201" y="10868"/>
                    <a:pt x="22931" y="12547"/>
                    <a:pt x="21614" y="14189"/>
                  </a:cubicBezTo>
                  <a:cubicBezTo>
                    <a:pt x="21883" y="12186"/>
                    <a:pt x="22337" y="10208"/>
                    <a:pt x="22981" y="8279"/>
                  </a:cubicBezTo>
                  <a:cubicBezTo>
                    <a:pt x="23055" y="8056"/>
                    <a:pt x="22863" y="7888"/>
                    <a:pt x="22683" y="7888"/>
                  </a:cubicBezTo>
                  <a:cubicBezTo>
                    <a:pt x="22582" y="7888"/>
                    <a:pt x="22484" y="7942"/>
                    <a:pt x="22441" y="8069"/>
                  </a:cubicBezTo>
                  <a:cubicBezTo>
                    <a:pt x="21683" y="10342"/>
                    <a:pt x="21175" y="12679"/>
                    <a:pt x="20925" y="15046"/>
                  </a:cubicBezTo>
                  <a:cubicBezTo>
                    <a:pt x="19654" y="16598"/>
                    <a:pt x="18329" y="18107"/>
                    <a:pt x="16956" y="19574"/>
                  </a:cubicBezTo>
                  <a:cubicBezTo>
                    <a:pt x="16846" y="17445"/>
                    <a:pt x="16915" y="15311"/>
                    <a:pt x="17171" y="13185"/>
                  </a:cubicBezTo>
                  <a:cubicBezTo>
                    <a:pt x="17195" y="12984"/>
                    <a:pt x="17033" y="12873"/>
                    <a:pt x="16874" y="12873"/>
                  </a:cubicBezTo>
                  <a:cubicBezTo>
                    <a:pt x="16742" y="12873"/>
                    <a:pt x="16612" y="12950"/>
                    <a:pt x="16592" y="13116"/>
                  </a:cubicBezTo>
                  <a:cubicBezTo>
                    <a:pt x="16311" y="15460"/>
                    <a:pt x="16251" y="17819"/>
                    <a:pt x="16406" y="20164"/>
                  </a:cubicBezTo>
                  <a:cubicBezTo>
                    <a:pt x="15253" y="21371"/>
                    <a:pt x="14064" y="22548"/>
                    <a:pt x="12835" y="23682"/>
                  </a:cubicBezTo>
                  <a:cubicBezTo>
                    <a:pt x="12322" y="24155"/>
                    <a:pt x="11801" y="24620"/>
                    <a:pt x="11275" y="25079"/>
                  </a:cubicBezTo>
                  <a:cubicBezTo>
                    <a:pt x="11282" y="25040"/>
                    <a:pt x="11289" y="25005"/>
                    <a:pt x="11291" y="24978"/>
                  </a:cubicBezTo>
                  <a:cubicBezTo>
                    <a:pt x="11708" y="21207"/>
                    <a:pt x="12294" y="17451"/>
                    <a:pt x="13038" y="13722"/>
                  </a:cubicBezTo>
                  <a:cubicBezTo>
                    <a:pt x="13078" y="13523"/>
                    <a:pt x="12923" y="13413"/>
                    <a:pt x="12763" y="13413"/>
                  </a:cubicBezTo>
                  <a:cubicBezTo>
                    <a:pt x="12630" y="13413"/>
                    <a:pt x="12492" y="13489"/>
                    <a:pt x="12459" y="13653"/>
                  </a:cubicBezTo>
                  <a:cubicBezTo>
                    <a:pt x="12099" y="15458"/>
                    <a:pt x="11775" y="17269"/>
                    <a:pt x="11490" y="19084"/>
                  </a:cubicBezTo>
                  <a:cubicBezTo>
                    <a:pt x="11240" y="20688"/>
                    <a:pt x="11018" y="22296"/>
                    <a:pt x="10827" y="23907"/>
                  </a:cubicBezTo>
                  <a:cubicBezTo>
                    <a:pt x="10777" y="24333"/>
                    <a:pt x="10728" y="24758"/>
                    <a:pt x="10682" y="25184"/>
                  </a:cubicBezTo>
                  <a:cubicBezTo>
                    <a:pt x="10667" y="25322"/>
                    <a:pt x="10645" y="25473"/>
                    <a:pt x="10651" y="25617"/>
                  </a:cubicBezTo>
                  <a:cubicBezTo>
                    <a:pt x="9454" y="26636"/>
                    <a:pt x="8224" y="27618"/>
                    <a:pt x="6960" y="28554"/>
                  </a:cubicBezTo>
                  <a:cubicBezTo>
                    <a:pt x="6952" y="28512"/>
                    <a:pt x="6944" y="28468"/>
                    <a:pt x="6937" y="28419"/>
                  </a:cubicBezTo>
                  <a:cubicBezTo>
                    <a:pt x="6681" y="26589"/>
                    <a:pt x="6666" y="24728"/>
                    <a:pt x="6860" y="22883"/>
                  </a:cubicBezTo>
                  <a:cubicBezTo>
                    <a:pt x="6881" y="22682"/>
                    <a:pt x="6718" y="22571"/>
                    <a:pt x="6559" y="22571"/>
                  </a:cubicBezTo>
                  <a:cubicBezTo>
                    <a:pt x="6427" y="22571"/>
                    <a:pt x="6299" y="22648"/>
                    <a:pt x="6281" y="22814"/>
                  </a:cubicBezTo>
                  <a:cubicBezTo>
                    <a:pt x="6170" y="23885"/>
                    <a:pt x="6125" y="24958"/>
                    <a:pt x="6155" y="26031"/>
                  </a:cubicBezTo>
                  <a:cubicBezTo>
                    <a:pt x="6169" y="26554"/>
                    <a:pt x="6201" y="27077"/>
                    <a:pt x="6251" y="27598"/>
                  </a:cubicBezTo>
                  <a:cubicBezTo>
                    <a:pt x="6293" y="28026"/>
                    <a:pt x="6300" y="28523"/>
                    <a:pt x="6437" y="28939"/>
                  </a:cubicBezTo>
                  <a:cubicBezTo>
                    <a:pt x="4377" y="30435"/>
                    <a:pt x="2230" y="31810"/>
                    <a:pt x="0" y="33046"/>
                  </a:cubicBezTo>
                  <a:cubicBezTo>
                    <a:pt x="83" y="33218"/>
                    <a:pt x="166" y="33389"/>
                    <a:pt x="248" y="33561"/>
                  </a:cubicBezTo>
                  <a:cubicBezTo>
                    <a:pt x="2402" y="32371"/>
                    <a:pt x="4483" y="31052"/>
                    <a:pt x="6480" y="29618"/>
                  </a:cubicBezTo>
                  <a:cubicBezTo>
                    <a:pt x="6578" y="29548"/>
                    <a:pt x="6674" y="29475"/>
                    <a:pt x="6773" y="29403"/>
                  </a:cubicBezTo>
                  <a:cubicBezTo>
                    <a:pt x="6918" y="29494"/>
                    <a:pt x="7092" y="29545"/>
                    <a:pt x="7285" y="29582"/>
                  </a:cubicBezTo>
                  <a:cubicBezTo>
                    <a:pt x="7865" y="29694"/>
                    <a:pt x="8450" y="29780"/>
                    <a:pt x="9033" y="29878"/>
                  </a:cubicBezTo>
                  <a:cubicBezTo>
                    <a:pt x="10228" y="30081"/>
                    <a:pt x="11424" y="30284"/>
                    <a:pt x="12621" y="30487"/>
                  </a:cubicBezTo>
                  <a:cubicBezTo>
                    <a:pt x="12641" y="30490"/>
                    <a:pt x="12659" y="30492"/>
                    <a:pt x="12677" y="30492"/>
                  </a:cubicBezTo>
                  <a:cubicBezTo>
                    <a:pt x="12998" y="30492"/>
                    <a:pt x="13051" y="29977"/>
                    <a:pt x="12703" y="29919"/>
                  </a:cubicBezTo>
                  <a:cubicBezTo>
                    <a:pt x="11660" y="29741"/>
                    <a:pt x="10617" y="29565"/>
                    <a:pt x="9574" y="29388"/>
                  </a:cubicBezTo>
                  <a:cubicBezTo>
                    <a:pt x="9084" y="29305"/>
                    <a:pt x="8593" y="29222"/>
                    <a:pt x="8102" y="29138"/>
                  </a:cubicBezTo>
                  <a:cubicBezTo>
                    <a:pt x="7866" y="29099"/>
                    <a:pt x="7592" y="29088"/>
                    <a:pt x="7366" y="29014"/>
                  </a:cubicBezTo>
                  <a:cubicBezTo>
                    <a:pt x="7352" y="29008"/>
                    <a:pt x="7340" y="29003"/>
                    <a:pt x="7326" y="28998"/>
                  </a:cubicBezTo>
                  <a:cubicBezTo>
                    <a:pt x="8572" y="28072"/>
                    <a:pt x="9784" y="27105"/>
                    <a:pt x="10964" y="26100"/>
                  </a:cubicBezTo>
                  <a:cubicBezTo>
                    <a:pt x="11059" y="26134"/>
                    <a:pt x="11167" y="26146"/>
                    <a:pt x="11280" y="26150"/>
                  </a:cubicBezTo>
                  <a:cubicBezTo>
                    <a:pt x="11676" y="26170"/>
                    <a:pt x="12073" y="26170"/>
                    <a:pt x="12468" y="26176"/>
                  </a:cubicBezTo>
                  <a:cubicBezTo>
                    <a:pt x="12749" y="26179"/>
                    <a:pt x="13029" y="26181"/>
                    <a:pt x="13310" y="26181"/>
                  </a:cubicBezTo>
                  <a:cubicBezTo>
                    <a:pt x="16223" y="26181"/>
                    <a:pt x="19137" y="26000"/>
                    <a:pt x="22036" y="25641"/>
                  </a:cubicBezTo>
                  <a:cubicBezTo>
                    <a:pt x="22396" y="25596"/>
                    <a:pt x="22344" y="25071"/>
                    <a:pt x="22009" y="25071"/>
                  </a:cubicBezTo>
                  <a:cubicBezTo>
                    <a:pt x="21996" y="25071"/>
                    <a:pt x="21981" y="25072"/>
                    <a:pt x="21967" y="25074"/>
                  </a:cubicBezTo>
                  <a:cubicBezTo>
                    <a:pt x="20088" y="25306"/>
                    <a:pt x="18202" y="25467"/>
                    <a:pt x="16312" y="25548"/>
                  </a:cubicBezTo>
                  <a:cubicBezTo>
                    <a:pt x="15327" y="25590"/>
                    <a:pt x="14342" y="25612"/>
                    <a:pt x="13356" y="25612"/>
                  </a:cubicBezTo>
                  <a:cubicBezTo>
                    <a:pt x="13331" y="25612"/>
                    <a:pt x="13305" y="25612"/>
                    <a:pt x="13280" y="25612"/>
                  </a:cubicBezTo>
                  <a:cubicBezTo>
                    <a:pt x="12854" y="25611"/>
                    <a:pt x="12428" y="25606"/>
                    <a:pt x="12002" y="25598"/>
                  </a:cubicBezTo>
                  <a:cubicBezTo>
                    <a:pt x="12000" y="25598"/>
                    <a:pt x="11998" y="25598"/>
                    <a:pt x="11996" y="25598"/>
                  </a:cubicBezTo>
                  <a:cubicBezTo>
                    <a:pt x="11924" y="25598"/>
                    <a:pt x="11706" y="25616"/>
                    <a:pt x="11528" y="25616"/>
                  </a:cubicBezTo>
                  <a:cubicBezTo>
                    <a:pt x="13243" y="24125"/>
                    <a:pt x="14889" y="22556"/>
                    <a:pt x="16466" y="20925"/>
                  </a:cubicBezTo>
                  <a:cubicBezTo>
                    <a:pt x="16493" y="21064"/>
                    <a:pt x="16625" y="21145"/>
                    <a:pt x="16762" y="21145"/>
                  </a:cubicBezTo>
                  <a:cubicBezTo>
                    <a:pt x="16769" y="21145"/>
                    <a:pt x="16777" y="21145"/>
                    <a:pt x="16784" y="21144"/>
                  </a:cubicBezTo>
                  <a:lnTo>
                    <a:pt x="23148" y="20736"/>
                  </a:lnTo>
                  <a:cubicBezTo>
                    <a:pt x="23517" y="20712"/>
                    <a:pt x="23453" y="20168"/>
                    <a:pt x="23100" y="20168"/>
                  </a:cubicBezTo>
                  <a:cubicBezTo>
                    <a:pt x="23093" y="20168"/>
                    <a:pt x="23085" y="20168"/>
                    <a:pt x="23078" y="20169"/>
                  </a:cubicBezTo>
                  <a:cubicBezTo>
                    <a:pt x="21059" y="20298"/>
                    <a:pt x="19039" y="20428"/>
                    <a:pt x="17020" y="20557"/>
                  </a:cubicBezTo>
                  <a:cubicBezTo>
                    <a:pt x="17015" y="20492"/>
                    <a:pt x="17010" y="20426"/>
                    <a:pt x="17006" y="20360"/>
                  </a:cubicBezTo>
                  <a:cubicBezTo>
                    <a:pt x="18278" y="19020"/>
                    <a:pt x="19508" y="17641"/>
                    <a:pt x="20692" y="16228"/>
                  </a:cubicBezTo>
                  <a:cubicBezTo>
                    <a:pt x="20856" y="16032"/>
                    <a:pt x="21013" y="15833"/>
                    <a:pt x="21176" y="15637"/>
                  </a:cubicBezTo>
                  <a:cubicBezTo>
                    <a:pt x="21188" y="15637"/>
                    <a:pt x="21199" y="15641"/>
                    <a:pt x="21211" y="15641"/>
                  </a:cubicBezTo>
                  <a:cubicBezTo>
                    <a:pt x="21214" y="15641"/>
                    <a:pt x="21216" y="15641"/>
                    <a:pt x="21219" y="15640"/>
                  </a:cubicBezTo>
                  <a:cubicBezTo>
                    <a:pt x="23635" y="15208"/>
                    <a:pt x="26014" y="14579"/>
                    <a:pt x="28331" y="13762"/>
                  </a:cubicBezTo>
                  <a:cubicBezTo>
                    <a:pt x="28651" y="13649"/>
                    <a:pt x="28505" y="13218"/>
                    <a:pt x="28217" y="13218"/>
                  </a:cubicBezTo>
                  <a:cubicBezTo>
                    <a:pt x="28183" y="13218"/>
                    <a:pt x="28147" y="13224"/>
                    <a:pt x="28110" y="13237"/>
                  </a:cubicBezTo>
                  <a:cubicBezTo>
                    <a:pt x="26028" y="13971"/>
                    <a:pt x="23897" y="14539"/>
                    <a:pt x="21732" y="14957"/>
                  </a:cubicBezTo>
                  <a:cubicBezTo>
                    <a:pt x="23600" y="12652"/>
                    <a:pt x="25362" y="10271"/>
                    <a:pt x="27039" y="7833"/>
                  </a:cubicBezTo>
                  <a:cubicBezTo>
                    <a:pt x="27107" y="7837"/>
                    <a:pt x="27175" y="7840"/>
                    <a:pt x="27243" y="7840"/>
                  </a:cubicBezTo>
                  <a:cubicBezTo>
                    <a:pt x="28084" y="7840"/>
                    <a:pt x="28912" y="7504"/>
                    <a:pt x="29703" y="7249"/>
                  </a:cubicBezTo>
                  <a:cubicBezTo>
                    <a:pt x="30779" y="6904"/>
                    <a:pt x="31854" y="6558"/>
                    <a:pt x="32929" y="6212"/>
                  </a:cubicBezTo>
                  <a:cubicBezTo>
                    <a:pt x="33254" y="6108"/>
                    <a:pt x="33103" y="5671"/>
                    <a:pt x="32808" y="5671"/>
                  </a:cubicBezTo>
                  <a:cubicBezTo>
                    <a:pt x="32776" y="5671"/>
                    <a:pt x="32743" y="5676"/>
                    <a:pt x="32708" y="5687"/>
                  </a:cubicBezTo>
                  <a:lnTo>
                    <a:pt x="32709" y="5687"/>
                  </a:lnTo>
                  <a:cubicBezTo>
                    <a:pt x="31711" y="6008"/>
                    <a:pt x="30715" y="6328"/>
                    <a:pt x="29717" y="6649"/>
                  </a:cubicBezTo>
                  <a:cubicBezTo>
                    <a:pt x="28994" y="6882"/>
                    <a:pt x="28207" y="7222"/>
                    <a:pt x="27429" y="7264"/>
                  </a:cubicBezTo>
                  <a:cubicBezTo>
                    <a:pt x="28945" y="5036"/>
                    <a:pt x="30397" y="2766"/>
                    <a:pt x="31794" y="466"/>
                  </a:cubicBezTo>
                  <a:cubicBezTo>
                    <a:pt x="31931" y="239"/>
                    <a:pt x="31733" y="0"/>
                    <a:pt x="315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0" name="Google Shape;390;p31"/>
          <p:cNvSpPr/>
          <p:nvPr/>
        </p:nvSpPr>
        <p:spPr>
          <a:xfrm rot="-4637537">
            <a:off x="8180396" y="3874456"/>
            <a:ext cx="1707205" cy="1406565"/>
          </a:xfrm>
          <a:custGeom>
            <a:rect b="b" l="l" r="r" t="t"/>
            <a:pathLst>
              <a:path extrusionOk="0" h="29503" w="35809">
                <a:moveTo>
                  <a:pt x="15987" y="1"/>
                </a:moveTo>
                <a:cubicBezTo>
                  <a:pt x="15307" y="1"/>
                  <a:pt x="14281" y="3232"/>
                  <a:pt x="14368" y="6973"/>
                </a:cubicBezTo>
                <a:cubicBezTo>
                  <a:pt x="14458" y="10828"/>
                  <a:pt x="15190" y="13875"/>
                  <a:pt x="15404" y="14690"/>
                </a:cubicBezTo>
                <a:cubicBezTo>
                  <a:pt x="14257" y="15585"/>
                  <a:pt x="13139" y="16472"/>
                  <a:pt x="12154" y="17278"/>
                </a:cubicBezTo>
                <a:cubicBezTo>
                  <a:pt x="12377" y="15499"/>
                  <a:pt x="13438" y="6337"/>
                  <a:pt x="11926" y="5049"/>
                </a:cubicBezTo>
                <a:cubicBezTo>
                  <a:pt x="11844" y="4980"/>
                  <a:pt x="11771" y="4947"/>
                  <a:pt x="11706" y="4947"/>
                </a:cubicBezTo>
                <a:cubicBezTo>
                  <a:pt x="10531" y="4947"/>
                  <a:pt x="11858" y="15586"/>
                  <a:pt x="12085" y="17335"/>
                </a:cubicBezTo>
                <a:cubicBezTo>
                  <a:pt x="11392" y="17902"/>
                  <a:pt x="10768" y="18428"/>
                  <a:pt x="10252" y="18884"/>
                </a:cubicBezTo>
                <a:cubicBezTo>
                  <a:pt x="9784" y="19295"/>
                  <a:pt x="9290" y="19737"/>
                  <a:pt x="8781" y="20197"/>
                </a:cubicBezTo>
                <a:cubicBezTo>
                  <a:pt x="8837" y="19388"/>
                  <a:pt x="8963" y="17101"/>
                  <a:pt x="8739" y="15321"/>
                </a:cubicBezTo>
                <a:cubicBezTo>
                  <a:pt x="8461" y="13121"/>
                  <a:pt x="8054" y="9892"/>
                  <a:pt x="7037" y="8882"/>
                </a:cubicBezTo>
                <a:cubicBezTo>
                  <a:pt x="6947" y="8793"/>
                  <a:pt x="6865" y="8751"/>
                  <a:pt x="6789" y="8751"/>
                </a:cubicBezTo>
                <a:cubicBezTo>
                  <a:pt x="6001" y="8751"/>
                  <a:pt x="5945" y="13255"/>
                  <a:pt x="6706" y="16066"/>
                </a:cubicBezTo>
                <a:cubicBezTo>
                  <a:pt x="7376" y="18540"/>
                  <a:pt x="8293" y="19896"/>
                  <a:pt x="8628" y="20336"/>
                </a:cubicBezTo>
                <a:cubicBezTo>
                  <a:pt x="7462" y="21390"/>
                  <a:pt x="6232" y="22525"/>
                  <a:pt x="5096" y="23580"/>
                </a:cubicBezTo>
                <a:cubicBezTo>
                  <a:pt x="4742" y="21933"/>
                  <a:pt x="2590" y="12171"/>
                  <a:pt x="1305" y="11870"/>
                </a:cubicBezTo>
                <a:cubicBezTo>
                  <a:pt x="1249" y="11856"/>
                  <a:pt x="1196" y="11850"/>
                  <a:pt x="1148" y="11850"/>
                </a:cubicBezTo>
                <a:cubicBezTo>
                  <a:pt x="0" y="11850"/>
                  <a:pt x="1144" y="15497"/>
                  <a:pt x="2010" y="18541"/>
                </a:cubicBezTo>
                <a:cubicBezTo>
                  <a:pt x="2773" y="21225"/>
                  <a:pt x="4488" y="23142"/>
                  <a:pt x="5000" y="23669"/>
                </a:cubicBezTo>
                <a:cubicBezTo>
                  <a:pt x="2665" y="25843"/>
                  <a:pt x="761" y="27656"/>
                  <a:pt x="729" y="27687"/>
                </a:cubicBezTo>
                <a:cubicBezTo>
                  <a:pt x="645" y="27766"/>
                  <a:pt x="643" y="27898"/>
                  <a:pt x="722" y="27982"/>
                </a:cubicBezTo>
                <a:cubicBezTo>
                  <a:pt x="763" y="28024"/>
                  <a:pt x="818" y="28046"/>
                  <a:pt x="873" y="28046"/>
                </a:cubicBezTo>
                <a:cubicBezTo>
                  <a:pt x="924" y="28046"/>
                  <a:pt x="976" y="28027"/>
                  <a:pt x="1015" y="27989"/>
                </a:cubicBezTo>
                <a:cubicBezTo>
                  <a:pt x="1044" y="27961"/>
                  <a:pt x="2508" y="26567"/>
                  <a:pt x="4438" y="24762"/>
                </a:cubicBezTo>
                <a:cubicBezTo>
                  <a:pt x="4937" y="25299"/>
                  <a:pt x="7022" y="27416"/>
                  <a:pt x="9822" y="28442"/>
                </a:cubicBezTo>
                <a:cubicBezTo>
                  <a:pt x="11569" y="29082"/>
                  <a:pt x="13043" y="29502"/>
                  <a:pt x="13944" y="29502"/>
                </a:cubicBezTo>
                <a:cubicBezTo>
                  <a:pt x="14706" y="29502"/>
                  <a:pt x="15060" y="29202"/>
                  <a:pt x="14824" y="28481"/>
                </a:cubicBezTo>
                <a:cubicBezTo>
                  <a:pt x="14353" y="27037"/>
                  <a:pt x="5935" y="25011"/>
                  <a:pt x="4525" y="24682"/>
                </a:cubicBezTo>
                <a:cubicBezTo>
                  <a:pt x="5736" y="23550"/>
                  <a:pt x="7122" y="22265"/>
                  <a:pt x="8453" y="21056"/>
                </a:cubicBezTo>
                <a:cubicBezTo>
                  <a:pt x="9028" y="21495"/>
                  <a:pt x="11038" y="22939"/>
                  <a:pt x="13519" y="23705"/>
                </a:cubicBezTo>
                <a:cubicBezTo>
                  <a:pt x="14917" y="24137"/>
                  <a:pt x="16280" y="24373"/>
                  <a:pt x="17219" y="24373"/>
                </a:cubicBezTo>
                <a:cubicBezTo>
                  <a:pt x="18262" y="24373"/>
                  <a:pt x="18784" y="24082"/>
                  <a:pt x="18253" y="23442"/>
                </a:cubicBezTo>
                <a:cubicBezTo>
                  <a:pt x="17346" y="22351"/>
                  <a:pt x="10041" y="21192"/>
                  <a:pt x="8551" y="20966"/>
                </a:cubicBezTo>
                <a:cubicBezTo>
                  <a:pt x="9238" y="20343"/>
                  <a:pt x="9907" y="19742"/>
                  <a:pt x="10527" y="19194"/>
                </a:cubicBezTo>
                <a:cubicBezTo>
                  <a:pt x="11026" y="18755"/>
                  <a:pt x="11626" y="18249"/>
                  <a:pt x="12292" y="17703"/>
                </a:cubicBezTo>
                <a:cubicBezTo>
                  <a:pt x="13223" y="18361"/>
                  <a:pt x="17658" y="21405"/>
                  <a:pt x="20039" y="21405"/>
                </a:cubicBezTo>
                <a:cubicBezTo>
                  <a:pt x="20668" y="21405"/>
                  <a:pt x="21154" y="21192"/>
                  <a:pt x="21393" y="20666"/>
                </a:cubicBezTo>
                <a:cubicBezTo>
                  <a:pt x="22518" y="18195"/>
                  <a:pt x="14163" y="17671"/>
                  <a:pt x="12429" y="17590"/>
                </a:cubicBezTo>
                <a:cubicBezTo>
                  <a:pt x="13473" y="16737"/>
                  <a:pt x="14669" y="15789"/>
                  <a:pt x="15889" y="14839"/>
                </a:cubicBezTo>
                <a:cubicBezTo>
                  <a:pt x="16572" y="15469"/>
                  <a:pt x="21288" y="19753"/>
                  <a:pt x="23143" y="19753"/>
                </a:cubicBezTo>
                <a:cubicBezTo>
                  <a:pt x="23456" y="19753"/>
                  <a:pt x="23687" y="19631"/>
                  <a:pt x="23804" y="19349"/>
                </a:cubicBezTo>
                <a:cubicBezTo>
                  <a:pt x="24607" y="17414"/>
                  <a:pt x="17037" y="15122"/>
                  <a:pt x="15939" y="14801"/>
                </a:cubicBezTo>
                <a:cubicBezTo>
                  <a:pt x="16884" y="14064"/>
                  <a:pt x="17842" y="13326"/>
                  <a:pt x="18753" y="12632"/>
                </a:cubicBezTo>
                <a:cubicBezTo>
                  <a:pt x="19677" y="13167"/>
                  <a:pt x="23672" y="15409"/>
                  <a:pt x="25766" y="15409"/>
                </a:cubicBezTo>
                <a:cubicBezTo>
                  <a:pt x="26368" y="15409"/>
                  <a:pt x="26812" y="15224"/>
                  <a:pt x="26983" y="14760"/>
                </a:cubicBezTo>
                <a:cubicBezTo>
                  <a:pt x="27726" y="12728"/>
                  <a:pt x="20565" y="12536"/>
                  <a:pt x="18900" y="12519"/>
                </a:cubicBezTo>
                <a:cubicBezTo>
                  <a:pt x="19594" y="11990"/>
                  <a:pt x="20257" y="11488"/>
                  <a:pt x="20864" y="11030"/>
                </a:cubicBezTo>
                <a:cubicBezTo>
                  <a:pt x="21653" y="11329"/>
                  <a:pt x="24365" y="12297"/>
                  <a:pt x="26536" y="12297"/>
                </a:cubicBezTo>
                <a:cubicBezTo>
                  <a:pt x="27567" y="12297"/>
                  <a:pt x="28476" y="12079"/>
                  <a:pt x="29000" y="11468"/>
                </a:cubicBezTo>
                <a:cubicBezTo>
                  <a:pt x="29730" y="10616"/>
                  <a:pt x="28546" y="10360"/>
                  <a:pt x="26858" y="10360"/>
                </a:cubicBezTo>
                <a:cubicBezTo>
                  <a:pt x="24844" y="10360"/>
                  <a:pt x="22113" y="10725"/>
                  <a:pt x="21068" y="10877"/>
                </a:cubicBezTo>
                <a:cubicBezTo>
                  <a:pt x="22154" y="10058"/>
                  <a:pt x="23038" y="9398"/>
                  <a:pt x="23557" y="9010"/>
                </a:cubicBezTo>
                <a:cubicBezTo>
                  <a:pt x="24913" y="8524"/>
                  <a:pt x="28112" y="7282"/>
                  <a:pt x="30457" y="5643"/>
                </a:cubicBezTo>
                <a:cubicBezTo>
                  <a:pt x="33505" y="3511"/>
                  <a:pt x="35808" y="1748"/>
                  <a:pt x="34285" y="1564"/>
                </a:cubicBezTo>
                <a:cubicBezTo>
                  <a:pt x="34255" y="1560"/>
                  <a:pt x="34222" y="1558"/>
                  <a:pt x="34187" y="1558"/>
                </a:cubicBezTo>
                <a:cubicBezTo>
                  <a:pt x="32630" y="1558"/>
                  <a:pt x="26873" y="5224"/>
                  <a:pt x="23715" y="8376"/>
                </a:cubicBezTo>
                <a:cubicBezTo>
                  <a:pt x="23400" y="8610"/>
                  <a:pt x="22367" y="9377"/>
                  <a:pt x="20979" y="10423"/>
                </a:cubicBezTo>
                <a:cubicBezTo>
                  <a:pt x="22252" y="8480"/>
                  <a:pt x="26568" y="1726"/>
                  <a:pt x="25050" y="1726"/>
                </a:cubicBezTo>
                <a:cubicBezTo>
                  <a:pt x="24989" y="1726"/>
                  <a:pt x="24920" y="1736"/>
                  <a:pt x="24840" y="1758"/>
                </a:cubicBezTo>
                <a:cubicBezTo>
                  <a:pt x="22704" y="2355"/>
                  <a:pt x="21055" y="9093"/>
                  <a:pt x="20705" y="10630"/>
                </a:cubicBezTo>
                <a:cubicBezTo>
                  <a:pt x="19973" y="11182"/>
                  <a:pt x="19154" y="11802"/>
                  <a:pt x="18298" y="12456"/>
                </a:cubicBezTo>
                <a:cubicBezTo>
                  <a:pt x="18846" y="10632"/>
                  <a:pt x="21322" y="2040"/>
                  <a:pt x="19462" y="1752"/>
                </a:cubicBezTo>
                <a:cubicBezTo>
                  <a:pt x="19433" y="1747"/>
                  <a:pt x="19404" y="1745"/>
                  <a:pt x="19376" y="1745"/>
                </a:cubicBezTo>
                <a:cubicBezTo>
                  <a:pt x="17577" y="1745"/>
                  <a:pt x="18076" y="10917"/>
                  <a:pt x="18179" y="12548"/>
                </a:cubicBezTo>
                <a:cubicBezTo>
                  <a:pt x="17325" y="13200"/>
                  <a:pt x="16438" y="13884"/>
                  <a:pt x="15563" y="14566"/>
                </a:cubicBezTo>
                <a:cubicBezTo>
                  <a:pt x="15836" y="13622"/>
                  <a:pt x="16579" y="10903"/>
                  <a:pt x="16774" y="8720"/>
                </a:cubicBezTo>
                <a:cubicBezTo>
                  <a:pt x="17014" y="6033"/>
                  <a:pt x="16925" y="2211"/>
                  <a:pt x="16353" y="444"/>
                </a:cubicBezTo>
                <a:cubicBezTo>
                  <a:pt x="16255" y="140"/>
                  <a:pt x="16128" y="1"/>
                  <a:pt x="15987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31"/>
          <p:cNvSpPr/>
          <p:nvPr/>
        </p:nvSpPr>
        <p:spPr>
          <a:xfrm flipH="1">
            <a:off x="4397356" y="370376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31"/>
          <p:cNvSpPr/>
          <p:nvPr/>
        </p:nvSpPr>
        <p:spPr>
          <a:xfrm flipH="1">
            <a:off x="6698080" y="233225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31"/>
          <p:cNvSpPr/>
          <p:nvPr/>
        </p:nvSpPr>
        <p:spPr>
          <a:xfrm flipH="1">
            <a:off x="6139989" y="4706164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31"/>
          <p:cNvSpPr/>
          <p:nvPr/>
        </p:nvSpPr>
        <p:spPr>
          <a:xfrm>
            <a:off x="8654090" y="2108619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31"/>
          <p:cNvSpPr/>
          <p:nvPr/>
        </p:nvSpPr>
        <p:spPr>
          <a:xfrm flipH="1">
            <a:off x="3659901" y="4910665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31"/>
          <p:cNvSpPr/>
          <p:nvPr/>
        </p:nvSpPr>
        <p:spPr>
          <a:xfrm rot="5735881">
            <a:off x="279447" y="9191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31"/>
          <p:cNvSpPr/>
          <p:nvPr/>
        </p:nvSpPr>
        <p:spPr>
          <a:xfrm flipH="1">
            <a:off x="492020" y="2108631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31"/>
          <p:cNvSpPr/>
          <p:nvPr/>
        </p:nvSpPr>
        <p:spPr>
          <a:xfrm>
            <a:off x="1729011" y="308467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31"/>
          <p:cNvSpPr/>
          <p:nvPr/>
        </p:nvSpPr>
        <p:spPr>
          <a:xfrm flipH="1">
            <a:off x="8868001" y="233215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2"/>
          <p:cNvSpPr txBox="1"/>
          <p:nvPr>
            <p:ph type="title"/>
          </p:nvPr>
        </p:nvSpPr>
        <p:spPr>
          <a:xfrm>
            <a:off x="1188975" y="2946350"/>
            <a:ext cx="5111400" cy="53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0"/>
              <a:buNone/>
              <a:defRPr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02" name="Google Shape;402;p32"/>
          <p:cNvSpPr txBox="1"/>
          <p:nvPr>
            <p:ph idx="1" type="subTitle"/>
          </p:nvPr>
        </p:nvSpPr>
        <p:spPr>
          <a:xfrm>
            <a:off x="1188994" y="1336850"/>
            <a:ext cx="5111400" cy="1609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grpSp>
        <p:nvGrpSpPr>
          <p:cNvPr id="403" name="Google Shape;403;p32"/>
          <p:cNvGrpSpPr/>
          <p:nvPr/>
        </p:nvGrpSpPr>
        <p:grpSpPr>
          <a:xfrm flipH="1" rot="-9402353">
            <a:off x="5954812" y="304530"/>
            <a:ext cx="199297" cy="251683"/>
            <a:chOff x="3311031" y="3025663"/>
            <a:chExt cx="308584" cy="389695"/>
          </a:xfrm>
        </p:grpSpPr>
        <p:sp>
          <p:nvSpPr>
            <p:cNvPr id="404" name="Google Shape;404;p32"/>
            <p:cNvSpPr/>
            <p:nvPr/>
          </p:nvSpPr>
          <p:spPr>
            <a:xfrm flipH="1">
              <a:off x="3311031" y="3025663"/>
              <a:ext cx="308584" cy="389695"/>
            </a:xfrm>
            <a:custGeom>
              <a:rect b="b" l="l" r="r" t="t"/>
              <a:pathLst>
                <a:path extrusionOk="0" h="19458" w="15408">
                  <a:moveTo>
                    <a:pt x="11748" y="0"/>
                  </a:moveTo>
                  <a:cubicBezTo>
                    <a:pt x="11325" y="0"/>
                    <a:pt x="10903" y="69"/>
                    <a:pt x="10501" y="209"/>
                  </a:cubicBezTo>
                  <a:cubicBezTo>
                    <a:pt x="8789" y="802"/>
                    <a:pt x="7716" y="2445"/>
                    <a:pt x="6757" y="3998"/>
                  </a:cubicBezTo>
                  <a:cubicBezTo>
                    <a:pt x="4771" y="7239"/>
                    <a:pt x="2786" y="10503"/>
                    <a:pt x="777" y="13744"/>
                  </a:cubicBezTo>
                  <a:cubicBezTo>
                    <a:pt x="1" y="15022"/>
                    <a:pt x="161" y="17008"/>
                    <a:pt x="1279" y="18263"/>
                  </a:cubicBezTo>
                  <a:cubicBezTo>
                    <a:pt x="1958" y="19027"/>
                    <a:pt x="2996" y="19458"/>
                    <a:pt x="4019" y="19458"/>
                  </a:cubicBezTo>
                  <a:cubicBezTo>
                    <a:pt x="4647" y="19458"/>
                    <a:pt x="5269" y="19295"/>
                    <a:pt x="5799" y="18948"/>
                  </a:cubicBezTo>
                  <a:cubicBezTo>
                    <a:pt x="6278" y="18629"/>
                    <a:pt x="6666" y="18218"/>
                    <a:pt x="7031" y="17761"/>
                  </a:cubicBezTo>
                  <a:cubicBezTo>
                    <a:pt x="7579" y="17099"/>
                    <a:pt x="8058" y="16392"/>
                    <a:pt x="8538" y="15661"/>
                  </a:cubicBezTo>
                  <a:cubicBezTo>
                    <a:pt x="10683" y="12443"/>
                    <a:pt x="12852" y="9225"/>
                    <a:pt x="14586" y="5755"/>
                  </a:cubicBezTo>
                  <a:cubicBezTo>
                    <a:pt x="14906" y="5116"/>
                    <a:pt x="15225" y="4431"/>
                    <a:pt x="15294" y="3701"/>
                  </a:cubicBezTo>
                  <a:cubicBezTo>
                    <a:pt x="15408" y="2537"/>
                    <a:pt x="14837" y="1327"/>
                    <a:pt x="13879" y="642"/>
                  </a:cubicBezTo>
                  <a:cubicBezTo>
                    <a:pt x="13250" y="218"/>
                    <a:pt x="12500" y="0"/>
                    <a:pt x="117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32"/>
            <p:cNvSpPr/>
            <p:nvPr/>
          </p:nvSpPr>
          <p:spPr>
            <a:xfrm flipH="1">
              <a:off x="3311033" y="3038519"/>
              <a:ext cx="285712" cy="376837"/>
            </a:xfrm>
            <a:custGeom>
              <a:rect b="b" l="l" r="r" t="t"/>
              <a:pathLst>
                <a:path extrusionOk="0" h="18816" w="14266">
                  <a:moveTo>
                    <a:pt x="12737" y="0"/>
                  </a:moveTo>
                  <a:cubicBezTo>
                    <a:pt x="12737" y="0"/>
                    <a:pt x="13262" y="2306"/>
                    <a:pt x="11641" y="4816"/>
                  </a:cubicBezTo>
                  <a:cubicBezTo>
                    <a:pt x="10020" y="7327"/>
                    <a:pt x="5181" y="15156"/>
                    <a:pt x="3903" y="16571"/>
                  </a:cubicBezTo>
                  <a:cubicBezTo>
                    <a:pt x="3155" y="17401"/>
                    <a:pt x="1970" y="17599"/>
                    <a:pt x="1100" y="17599"/>
                  </a:cubicBezTo>
                  <a:cubicBezTo>
                    <a:pt x="510" y="17599"/>
                    <a:pt x="65" y="17508"/>
                    <a:pt x="0" y="17462"/>
                  </a:cubicBezTo>
                  <a:lnTo>
                    <a:pt x="0" y="17462"/>
                  </a:lnTo>
                  <a:cubicBezTo>
                    <a:pt x="46" y="17507"/>
                    <a:pt x="91" y="17553"/>
                    <a:pt x="137" y="17621"/>
                  </a:cubicBezTo>
                  <a:cubicBezTo>
                    <a:pt x="816" y="18385"/>
                    <a:pt x="1854" y="18816"/>
                    <a:pt x="2877" y="18816"/>
                  </a:cubicBezTo>
                  <a:cubicBezTo>
                    <a:pt x="3505" y="18816"/>
                    <a:pt x="4127" y="18653"/>
                    <a:pt x="4657" y="18306"/>
                  </a:cubicBezTo>
                  <a:cubicBezTo>
                    <a:pt x="5136" y="17987"/>
                    <a:pt x="5524" y="17576"/>
                    <a:pt x="5889" y="17119"/>
                  </a:cubicBezTo>
                  <a:cubicBezTo>
                    <a:pt x="6414" y="16457"/>
                    <a:pt x="6916" y="15750"/>
                    <a:pt x="7396" y="15019"/>
                  </a:cubicBezTo>
                  <a:cubicBezTo>
                    <a:pt x="9541" y="11801"/>
                    <a:pt x="11710" y="8583"/>
                    <a:pt x="13444" y="5113"/>
                  </a:cubicBezTo>
                  <a:cubicBezTo>
                    <a:pt x="13764" y="4474"/>
                    <a:pt x="14083" y="3789"/>
                    <a:pt x="14152" y="3059"/>
                  </a:cubicBezTo>
                  <a:cubicBezTo>
                    <a:pt x="14266" y="1895"/>
                    <a:pt x="13695" y="685"/>
                    <a:pt x="12737" y="0"/>
                  </a:cubicBezTo>
                  <a:close/>
                </a:path>
              </a:pathLst>
            </a:custGeom>
            <a:solidFill>
              <a:schemeClr val="dk1">
                <a:alpha val="297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32"/>
            <p:cNvSpPr/>
            <p:nvPr/>
          </p:nvSpPr>
          <p:spPr>
            <a:xfrm flipH="1">
              <a:off x="3397429" y="3183403"/>
              <a:ext cx="222185" cy="231938"/>
            </a:xfrm>
            <a:custGeom>
              <a:rect b="b" l="l" r="r" t="t"/>
              <a:pathLst>
                <a:path extrusionOk="0" h="11581" w="11094">
                  <a:moveTo>
                    <a:pt x="4383" y="1"/>
                  </a:moveTo>
                  <a:cubicBezTo>
                    <a:pt x="3174" y="1964"/>
                    <a:pt x="1987" y="3927"/>
                    <a:pt x="777" y="5867"/>
                  </a:cubicBezTo>
                  <a:cubicBezTo>
                    <a:pt x="1" y="7145"/>
                    <a:pt x="161" y="9131"/>
                    <a:pt x="1279" y="10386"/>
                  </a:cubicBezTo>
                  <a:cubicBezTo>
                    <a:pt x="1958" y="11150"/>
                    <a:pt x="2996" y="11581"/>
                    <a:pt x="4019" y="11581"/>
                  </a:cubicBezTo>
                  <a:cubicBezTo>
                    <a:pt x="4647" y="11581"/>
                    <a:pt x="5269" y="11418"/>
                    <a:pt x="5799" y="11071"/>
                  </a:cubicBezTo>
                  <a:cubicBezTo>
                    <a:pt x="6278" y="10752"/>
                    <a:pt x="6666" y="10341"/>
                    <a:pt x="7031" y="9884"/>
                  </a:cubicBezTo>
                  <a:cubicBezTo>
                    <a:pt x="7579" y="9222"/>
                    <a:pt x="8058" y="8515"/>
                    <a:pt x="8538" y="7784"/>
                  </a:cubicBezTo>
                  <a:cubicBezTo>
                    <a:pt x="9382" y="6506"/>
                    <a:pt x="10249" y="5228"/>
                    <a:pt x="11094" y="3927"/>
                  </a:cubicBezTo>
                  <a:lnTo>
                    <a:pt x="11094" y="3927"/>
                  </a:lnTo>
                  <a:cubicBezTo>
                    <a:pt x="10803" y="3978"/>
                    <a:pt x="10510" y="4002"/>
                    <a:pt x="10218" y="4002"/>
                  </a:cubicBezTo>
                  <a:cubicBezTo>
                    <a:pt x="9207" y="4002"/>
                    <a:pt x="8203" y="3718"/>
                    <a:pt x="7282" y="3311"/>
                  </a:cubicBezTo>
                  <a:cubicBezTo>
                    <a:pt x="6575" y="2991"/>
                    <a:pt x="5890" y="2603"/>
                    <a:pt x="5365" y="2055"/>
                  </a:cubicBezTo>
                  <a:cubicBezTo>
                    <a:pt x="4817" y="1507"/>
                    <a:pt x="4429" y="777"/>
                    <a:pt x="440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" name="Google Shape;407;p32"/>
            <p:cNvSpPr/>
            <p:nvPr/>
          </p:nvSpPr>
          <p:spPr>
            <a:xfrm flipH="1">
              <a:off x="3397432" y="3259740"/>
              <a:ext cx="199314" cy="155594"/>
            </a:xfrm>
            <a:custGeom>
              <a:rect b="b" l="l" r="r" t="t"/>
              <a:pathLst>
                <a:path extrusionOk="0" h="7769" w="9952">
                  <a:moveTo>
                    <a:pt x="7669" y="1"/>
                  </a:moveTo>
                  <a:cubicBezTo>
                    <a:pt x="6095" y="2489"/>
                    <a:pt x="4542" y="4817"/>
                    <a:pt x="3903" y="5524"/>
                  </a:cubicBezTo>
                  <a:cubicBezTo>
                    <a:pt x="3155" y="6354"/>
                    <a:pt x="1970" y="6552"/>
                    <a:pt x="1100" y="6552"/>
                  </a:cubicBezTo>
                  <a:cubicBezTo>
                    <a:pt x="510" y="6552"/>
                    <a:pt x="65" y="6461"/>
                    <a:pt x="0" y="6415"/>
                  </a:cubicBezTo>
                  <a:lnTo>
                    <a:pt x="0" y="6415"/>
                  </a:lnTo>
                  <a:cubicBezTo>
                    <a:pt x="46" y="6460"/>
                    <a:pt x="91" y="6506"/>
                    <a:pt x="137" y="6574"/>
                  </a:cubicBezTo>
                  <a:cubicBezTo>
                    <a:pt x="816" y="7338"/>
                    <a:pt x="1854" y="7769"/>
                    <a:pt x="2877" y="7769"/>
                  </a:cubicBezTo>
                  <a:cubicBezTo>
                    <a:pt x="3505" y="7769"/>
                    <a:pt x="4127" y="7606"/>
                    <a:pt x="4657" y="7259"/>
                  </a:cubicBezTo>
                  <a:cubicBezTo>
                    <a:pt x="5136" y="6940"/>
                    <a:pt x="5524" y="6529"/>
                    <a:pt x="5889" y="6072"/>
                  </a:cubicBezTo>
                  <a:cubicBezTo>
                    <a:pt x="6437" y="5410"/>
                    <a:pt x="6916" y="4703"/>
                    <a:pt x="7396" y="3972"/>
                  </a:cubicBezTo>
                  <a:cubicBezTo>
                    <a:pt x="8240" y="2694"/>
                    <a:pt x="9107" y="1416"/>
                    <a:pt x="9952" y="115"/>
                  </a:cubicBezTo>
                  <a:lnTo>
                    <a:pt x="9952" y="115"/>
                  </a:lnTo>
                  <a:cubicBezTo>
                    <a:pt x="9679" y="164"/>
                    <a:pt x="9403" y="187"/>
                    <a:pt x="9126" y="187"/>
                  </a:cubicBezTo>
                  <a:cubicBezTo>
                    <a:pt x="8639" y="187"/>
                    <a:pt x="8150" y="117"/>
                    <a:pt x="76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08" name="Google Shape;408;p32"/>
          <p:cNvSpPr/>
          <p:nvPr/>
        </p:nvSpPr>
        <p:spPr>
          <a:xfrm>
            <a:off x="6015591" y="3920680"/>
            <a:ext cx="904213" cy="1339697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32"/>
          <p:cNvSpPr/>
          <p:nvPr/>
        </p:nvSpPr>
        <p:spPr>
          <a:xfrm flipH="1" rot="3524071">
            <a:off x="1303236" y="4648594"/>
            <a:ext cx="122996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32"/>
          <p:cNvSpPr/>
          <p:nvPr/>
        </p:nvSpPr>
        <p:spPr>
          <a:xfrm>
            <a:off x="1523297" y="220730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32"/>
          <p:cNvSpPr/>
          <p:nvPr/>
        </p:nvSpPr>
        <p:spPr>
          <a:xfrm rot="3523992">
            <a:off x="288466" y="4163846"/>
            <a:ext cx="68124" cy="64986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12" name="Google Shape;412;p32"/>
          <p:cNvGrpSpPr/>
          <p:nvPr/>
        </p:nvGrpSpPr>
        <p:grpSpPr>
          <a:xfrm>
            <a:off x="-4" y="1545472"/>
            <a:ext cx="874530" cy="1481072"/>
            <a:chOff x="-117729" y="1733810"/>
            <a:chExt cx="874530" cy="1481072"/>
          </a:xfrm>
        </p:grpSpPr>
        <p:sp>
          <p:nvSpPr>
            <p:cNvPr id="413" name="Google Shape;413;p32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" name="Google Shape;414;p32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32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16" name="Google Shape;416;p32"/>
          <p:cNvSpPr/>
          <p:nvPr/>
        </p:nvSpPr>
        <p:spPr>
          <a:xfrm flipH="1" rot="795273">
            <a:off x="6030443" y="2370729"/>
            <a:ext cx="3638936" cy="2958763"/>
          </a:xfrm>
          <a:custGeom>
            <a:rect b="b" l="l" r="r" t="t"/>
            <a:pathLst>
              <a:path extrusionOk="0" h="123510" w="151903">
                <a:moveTo>
                  <a:pt x="85979" y="1"/>
                </a:moveTo>
                <a:cubicBezTo>
                  <a:pt x="83192" y="1"/>
                  <a:pt x="80401" y="216"/>
                  <a:pt x="77697" y="573"/>
                </a:cubicBezTo>
                <a:cubicBezTo>
                  <a:pt x="69572" y="1669"/>
                  <a:pt x="61423" y="3837"/>
                  <a:pt x="54553" y="8334"/>
                </a:cubicBezTo>
                <a:cubicBezTo>
                  <a:pt x="47705" y="12807"/>
                  <a:pt x="42204" y="19837"/>
                  <a:pt x="40903" y="27940"/>
                </a:cubicBezTo>
                <a:cubicBezTo>
                  <a:pt x="39899" y="34195"/>
                  <a:pt x="41360" y="40882"/>
                  <a:pt x="38894" y="46726"/>
                </a:cubicBezTo>
                <a:cubicBezTo>
                  <a:pt x="33348" y="60010"/>
                  <a:pt x="12851" y="59485"/>
                  <a:pt x="4383" y="71149"/>
                </a:cubicBezTo>
                <a:cubicBezTo>
                  <a:pt x="776" y="76125"/>
                  <a:pt x="0" y="83041"/>
                  <a:pt x="2442" y="88678"/>
                </a:cubicBezTo>
                <a:cubicBezTo>
                  <a:pt x="4862" y="94339"/>
                  <a:pt x="10408" y="98516"/>
                  <a:pt x="16503" y="99338"/>
                </a:cubicBezTo>
                <a:cubicBezTo>
                  <a:pt x="17558" y="99477"/>
                  <a:pt x="18632" y="99525"/>
                  <a:pt x="19713" y="99525"/>
                </a:cubicBezTo>
                <a:cubicBezTo>
                  <a:pt x="21984" y="99525"/>
                  <a:pt x="24291" y="99316"/>
                  <a:pt x="26535" y="99316"/>
                </a:cubicBezTo>
                <a:cubicBezTo>
                  <a:pt x="29164" y="99316"/>
                  <a:pt x="31707" y="99602"/>
                  <a:pt x="34010" y="100844"/>
                </a:cubicBezTo>
                <a:cubicBezTo>
                  <a:pt x="39168" y="103629"/>
                  <a:pt x="40949" y="110043"/>
                  <a:pt x="44669" y="114585"/>
                </a:cubicBezTo>
                <a:cubicBezTo>
                  <a:pt x="50413" y="121601"/>
                  <a:pt x="60120" y="123509"/>
                  <a:pt x="69351" y="123509"/>
                </a:cubicBezTo>
                <a:cubicBezTo>
                  <a:pt x="70391" y="123509"/>
                  <a:pt x="71426" y="123485"/>
                  <a:pt x="72448" y="123441"/>
                </a:cubicBezTo>
                <a:cubicBezTo>
                  <a:pt x="86143" y="122871"/>
                  <a:pt x="99747" y="119812"/>
                  <a:pt x="112392" y="114448"/>
                </a:cubicBezTo>
                <a:cubicBezTo>
                  <a:pt x="122230" y="110271"/>
                  <a:pt x="131679" y="100936"/>
                  <a:pt x="139417" y="91029"/>
                </a:cubicBezTo>
                <a:cubicBezTo>
                  <a:pt x="147132" y="81123"/>
                  <a:pt x="151903" y="68547"/>
                  <a:pt x="150784" y="56038"/>
                </a:cubicBezTo>
                <a:cubicBezTo>
                  <a:pt x="149688" y="43507"/>
                  <a:pt x="142065" y="31341"/>
                  <a:pt x="130515" y="26434"/>
                </a:cubicBezTo>
                <a:cubicBezTo>
                  <a:pt x="127457" y="25133"/>
                  <a:pt x="124147" y="24311"/>
                  <a:pt x="121339" y="22531"/>
                </a:cubicBezTo>
                <a:cubicBezTo>
                  <a:pt x="115702" y="18947"/>
                  <a:pt x="113031" y="12168"/>
                  <a:pt x="108238" y="7512"/>
                </a:cubicBezTo>
                <a:cubicBezTo>
                  <a:pt x="102437" y="1882"/>
                  <a:pt x="94226" y="1"/>
                  <a:pt x="85979" y="1"/>
                </a:cubicBezTo>
                <a:close/>
              </a:path>
            </a:pathLst>
          </a:custGeom>
          <a:solidFill>
            <a:schemeClr val="lt1">
              <a:alpha val="4024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33"/>
          <p:cNvSpPr txBox="1"/>
          <p:nvPr>
            <p:ph idx="1" type="subTitle"/>
          </p:nvPr>
        </p:nvSpPr>
        <p:spPr>
          <a:xfrm>
            <a:off x="715100" y="2207459"/>
            <a:ext cx="3875100" cy="13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9" name="Google Shape;419;p33"/>
          <p:cNvSpPr txBox="1"/>
          <p:nvPr>
            <p:ph type="title"/>
          </p:nvPr>
        </p:nvSpPr>
        <p:spPr>
          <a:xfrm>
            <a:off x="715100" y="1434654"/>
            <a:ext cx="3875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20" name="Google Shape;420;p33"/>
          <p:cNvSpPr/>
          <p:nvPr/>
        </p:nvSpPr>
        <p:spPr>
          <a:xfrm flipH="1">
            <a:off x="8707980" y="999194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33"/>
          <p:cNvSpPr/>
          <p:nvPr/>
        </p:nvSpPr>
        <p:spPr>
          <a:xfrm>
            <a:off x="4816609" y="4746665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33"/>
          <p:cNvSpPr/>
          <p:nvPr/>
        </p:nvSpPr>
        <p:spPr>
          <a:xfrm flipH="1" rot="-5735881">
            <a:off x="1965625" y="48115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33"/>
          <p:cNvSpPr/>
          <p:nvPr/>
        </p:nvSpPr>
        <p:spPr>
          <a:xfrm>
            <a:off x="417992" y="257890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33"/>
          <p:cNvSpPr/>
          <p:nvPr/>
        </p:nvSpPr>
        <p:spPr>
          <a:xfrm flipH="1">
            <a:off x="7977739" y="289764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33"/>
          <p:cNvSpPr/>
          <p:nvPr/>
        </p:nvSpPr>
        <p:spPr>
          <a:xfrm rot="570776">
            <a:off x="7534570" y="42494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33"/>
          <p:cNvSpPr/>
          <p:nvPr/>
        </p:nvSpPr>
        <p:spPr>
          <a:xfrm>
            <a:off x="3051724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1"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34"/>
          <p:cNvSpPr txBox="1"/>
          <p:nvPr>
            <p:ph idx="1" type="subTitle"/>
          </p:nvPr>
        </p:nvSpPr>
        <p:spPr>
          <a:xfrm>
            <a:off x="2009200" y="3857000"/>
            <a:ext cx="5125800" cy="75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9" name="Google Shape;429;p34"/>
          <p:cNvSpPr txBox="1"/>
          <p:nvPr>
            <p:ph type="title"/>
          </p:nvPr>
        </p:nvSpPr>
        <p:spPr>
          <a:xfrm>
            <a:off x="2666838" y="3083375"/>
            <a:ext cx="3810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30" name="Google Shape;430;p34"/>
          <p:cNvSpPr/>
          <p:nvPr/>
        </p:nvSpPr>
        <p:spPr>
          <a:xfrm>
            <a:off x="8074216" y="1733801"/>
            <a:ext cx="904213" cy="1339697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31" name="Google Shape;431;p34"/>
          <p:cNvGrpSpPr/>
          <p:nvPr/>
        </p:nvGrpSpPr>
        <p:grpSpPr>
          <a:xfrm>
            <a:off x="-117729" y="1733810"/>
            <a:ext cx="874530" cy="1481072"/>
            <a:chOff x="-117729" y="1733810"/>
            <a:chExt cx="874530" cy="1481072"/>
          </a:xfrm>
        </p:grpSpPr>
        <p:sp>
          <p:nvSpPr>
            <p:cNvPr id="432" name="Google Shape;432;p34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" name="Google Shape;433;p34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" name="Google Shape;434;p34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35" name="Google Shape;435;p34"/>
          <p:cNvSpPr/>
          <p:nvPr/>
        </p:nvSpPr>
        <p:spPr>
          <a:xfrm flipH="1" rot="3524071">
            <a:off x="1303236" y="4648594"/>
            <a:ext cx="122996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34"/>
          <p:cNvSpPr/>
          <p:nvPr/>
        </p:nvSpPr>
        <p:spPr>
          <a:xfrm flipH="1">
            <a:off x="7093550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34"/>
          <p:cNvSpPr/>
          <p:nvPr/>
        </p:nvSpPr>
        <p:spPr>
          <a:xfrm rot="-2700000">
            <a:off x="8464830" y="648414"/>
            <a:ext cx="122997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38" name="Google Shape;438;p34"/>
          <p:cNvGrpSpPr/>
          <p:nvPr/>
        </p:nvGrpSpPr>
        <p:grpSpPr>
          <a:xfrm flipH="1">
            <a:off x="-241859" y="3096390"/>
            <a:ext cx="1299652" cy="2651951"/>
            <a:chOff x="8154826" y="3096390"/>
            <a:chExt cx="1299652" cy="2651951"/>
          </a:xfrm>
        </p:grpSpPr>
        <p:sp>
          <p:nvSpPr>
            <p:cNvPr id="439" name="Google Shape;439;p34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" name="Google Shape;440;p34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41" name="Google Shape;441;p34"/>
          <p:cNvGrpSpPr/>
          <p:nvPr/>
        </p:nvGrpSpPr>
        <p:grpSpPr>
          <a:xfrm flipH="1">
            <a:off x="8279504" y="3466543"/>
            <a:ext cx="1962493" cy="2077908"/>
            <a:chOff x="-1029378" y="3466543"/>
            <a:chExt cx="1962493" cy="2077908"/>
          </a:xfrm>
        </p:grpSpPr>
        <p:sp>
          <p:nvSpPr>
            <p:cNvPr id="442" name="Google Shape;442;p34"/>
            <p:cNvSpPr/>
            <p:nvPr/>
          </p:nvSpPr>
          <p:spPr>
            <a:xfrm rot="783234">
              <a:off x="-897830" y="4010840"/>
              <a:ext cx="1699397" cy="1359253"/>
            </a:xfrm>
            <a:custGeom>
              <a:rect b="b" l="l" r="r" t="t"/>
              <a:pathLst>
                <a:path extrusionOk="0" h="50371" w="62976">
                  <a:moveTo>
                    <a:pt x="58341" y="1"/>
                  </a:moveTo>
                  <a:cubicBezTo>
                    <a:pt x="58190" y="1"/>
                    <a:pt x="58038" y="12"/>
                    <a:pt x="57886" y="34"/>
                  </a:cubicBezTo>
                  <a:cubicBezTo>
                    <a:pt x="56174" y="285"/>
                    <a:pt x="54964" y="1860"/>
                    <a:pt x="54371" y="3481"/>
                  </a:cubicBezTo>
                  <a:cubicBezTo>
                    <a:pt x="53503" y="5832"/>
                    <a:pt x="53595" y="8388"/>
                    <a:pt x="53435" y="10899"/>
                  </a:cubicBezTo>
                  <a:cubicBezTo>
                    <a:pt x="53275" y="13387"/>
                    <a:pt x="52750" y="16034"/>
                    <a:pt x="50992" y="17815"/>
                  </a:cubicBezTo>
                  <a:cubicBezTo>
                    <a:pt x="48984" y="19892"/>
                    <a:pt x="45857" y="20303"/>
                    <a:pt x="43255" y="21558"/>
                  </a:cubicBezTo>
                  <a:cubicBezTo>
                    <a:pt x="41109" y="22585"/>
                    <a:pt x="39283" y="24252"/>
                    <a:pt x="38051" y="26283"/>
                  </a:cubicBezTo>
                  <a:cubicBezTo>
                    <a:pt x="36270" y="29205"/>
                    <a:pt x="35745" y="32857"/>
                    <a:pt x="33600" y="35550"/>
                  </a:cubicBezTo>
                  <a:cubicBezTo>
                    <a:pt x="31751" y="37878"/>
                    <a:pt x="28829" y="39248"/>
                    <a:pt x="25862" y="39544"/>
                  </a:cubicBezTo>
                  <a:cubicBezTo>
                    <a:pt x="23762" y="39773"/>
                    <a:pt x="21616" y="39499"/>
                    <a:pt x="19539" y="39887"/>
                  </a:cubicBezTo>
                  <a:cubicBezTo>
                    <a:pt x="16047" y="40549"/>
                    <a:pt x="13194" y="42968"/>
                    <a:pt x="10341" y="45091"/>
                  </a:cubicBezTo>
                  <a:cubicBezTo>
                    <a:pt x="7671" y="47061"/>
                    <a:pt x="4608" y="48914"/>
                    <a:pt x="878" y="48914"/>
                  </a:cubicBezTo>
                  <a:cubicBezTo>
                    <a:pt x="589" y="48914"/>
                    <a:pt x="297" y="48903"/>
                    <a:pt x="1" y="48880"/>
                  </a:cubicBezTo>
                  <a:lnTo>
                    <a:pt x="1" y="48880"/>
                  </a:lnTo>
                  <a:cubicBezTo>
                    <a:pt x="1602" y="49874"/>
                    <a:pt x="3492" y="50371"/>
                    <a:pt x="5384" y="50371"/>
                  </a:cubicBezTo>
                  <a:cubicBezTo>
                    <a:pt x="7402" y="50371"/>
                    <a:pt x="9421" y="49806"/>
                    <a:pt x="11094" y="48675"/>
                  </a:cubicBezTo>
                  <a:cubicBezTo>
                    <a:pt x="12281" y="47853"/>
                    <a:pt x="13308" y="46803"/>
                    <a:pt x="14563" y="46072"/>
                  </a:cubicBezTo>
                  <a:cubicBezTo>
                    <a:pt x="16350" y="45060"/>
                    <a:pt x="18397" y="44844"/>
                    <a:pt x="20484" y="44844"/>
                  </a:cubicBezTo>
                  <a:cubicBezTo>
                    <a:pt x="21784" y="44844"/>
                    <a:pt x="23100" y="44928"/>
                    <a:pt x="24378" y="44954"/>
                  </a:cubicBezTo>
                  <a:cubicBezTo>
                    <a:pt x="24588" y="44958"/>
                    <a:pt x="24798" y="44959"/>
                    <a:pt x="25009" y="44959"/>
                  </a:cubicBezTo>
                  <a:cubicBezTo>
                    <a:pt x="28796" y="44959"/>
                    <a:pt x="32604" y="44364"/>
                    <a:pt x="36042" y="42786"/>
                  </a:cubicBezTo>
                  <a:cubicBezTo>
                    <a:pt x="39694" y="41119"/>
                    <a:pt x="42867" y="38312"/>
                    <a:pt x="44556" y="34705"/>
                  </a:cubicBezTo>
                  <a:cubicBezTo>
                    <a:pt x="45514" y="32674"/>
                    <a:pt x="46062" y="30323"/>
                    <a:pt x="47683" y="28771"/>
                  </a:cubicBezTo>
                  <a:cubicBezTo>
                    <a:pt x="49486" y="27059"/>
                    <a:pt x="52179" y="26739"/>
                    <a:pt x="54462" y="25712"/>
                  </a:cubicBezTo>
                  <a:cubicBezTo>
                    <a:pt x="57680" y="24252"/>
                    <a:pt x="60054" y="21261"/>
                    <a:pt x="61355" y="17975"/>
                  </a:cubicBezTo>
                  <a:cubicBezTo>
                    <a:pt x="62656" y="14688"/>
                    <a:pt x="62976" y="11081"/>
                    <a:pt x="62953" y="7543"/>
                  </a:cubicBezTo>
                  <a:cubicBezTo>
                    <a:pt x="62953" y="5832"/>
                    <a:pt x="62839" y="4051"/>
                    <a:pt x="62040" y="2522"/>
                  </a:cubicBezTo>
                  <a:cubicBezTo>
                    <a:pt x="61312" y="1129"/>
                    <a:pt x="59884" y="1"/>
                    <a:pt x="5834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" name="Google Shape;443;p34"/>
            <p:cNvSpPr/>
            <p:nvPr/>
          </p:nvSpPr>
          <p:spPr>
            <a:xfrm rot="1607863">
              <a:off x="-2808" y="3477367"/>
              <a:ext cx="449022" cy="1683379"/>
            </a:xfrm>
            <a:custGeom>
              <a:rect b="b" l="l" r="r" t="t"/>
              <a:pathLst>
                <a:path extrusionOk="0" h="62387" w="16641">
                  <a:moveTo>
                    <a:pt x="5438" y="1"/>
                  </a:moveTo>
                  <a:cubicBezTo>
                    <a:pt x="5170" y="1"/>
                    <a:pt x="4901" y="24"/>
                    <a:pt x="4634" y="73"/>
                  </a:cubicBezTo>
                  <a:cubicBezTo>
                    <a:pt x="2831" y="415"/>
                    <a:pt x="1393" y="1853"/>
                    <a:pt x="708" y="3543"/>
                  </a:cubicBezTo>
                  <a:cubicBezTo>
                    <a:pt x="0" y="5232"/>
                    <a:pt x="0" y="7103"/>
                    <a:pt x="274" y="8906"/>
                  </a:cubicBezTo>
                  <a:cubicBezTo>
                    <a:pt x="959" y="13152"/>
                    <a:pt x="3173" y="16964"/>
                    <a:pt x="4839" y="20913"/>
                  </a:cubicBezTo>
                  <a:cubicBezTo>
                    <a:pt x="6483" y="24884"/>
                    <a:pt x="7579" y="29472"/>
                    <a:pt x="5912" y="33421"/>
                  </a:cubicBezTo>
                  <a:cubicBezTo>
                    <a:pt x="5136" y="35224"/>
                    <a:pt x="3858" y="36776"/>
                    <a:pt x="3196" y="38602"/>
                  </a:cubicBezTo>
                  <a:cubicBezTo>
                    <a:pt x="2078" y="41752"/>
                    <a:pt x="2945" y="45267"/>
                    <a:pt x="3972" y="48440"/>
                  </a:cubicBezTo>
                  <a:cubicBezTo>
                    <a:pt x="4520" y="50083"/>
                    <a:pt x="5091" y="51727"/>
                    <a:pt x="5227" y="53461"/>
                  </a:cubicBezTo>
                  <a:cubicBezTo>
                    <a:pt x="5433" y="56566"/>
                    <a:pt x="4109" y="59556"/>
                    <a:pt x="2831" y="62386"/>
                  </a:cubicBezTo>
                  <a:cubicBezTo>
                    <a:pt x="7738" y="57889"/>
                    <a:pt x="9975" y="51110"/>
                    <a:pt x="9359" y="44560"/>
                  </a:cubicBezTo>
                  <a:cubicBezTo>
                    <a:pt x="9199" y="42802"/>
                    <a:pt x="8834" y="40999"/>
                    <a:pt x="9222" y="39264"/>
                  </a:cubicBezTo>
                  <a:cubicBezTo>
                    <a:pt x="9633" y="37392"/>
                    <a:pt x="10843" y="35817"/>
                    <a:pt x="11824" y="34174"/>
                  </a:cubicBezTo>
                  <a:cubicBezTo>
                    <a:pt x="16640" y="26117"/>
                    <a:pt x="15887" y="15777"/>
                    <a:pt x="12577" y="7012"/>
                  </a:cubicBezTo>
                  <a:cubicBezTo>
                    <a:pt x="11915" y="5209"/>
                    <a:pt x="11116" y="3406"/>
                    <a:pt x="9793" y="2036"/>
                  </a:cubicBezTo>
                  <a:cubicBezTo>
                    <a:pt x="8658" y="842"/>
                    <a:pt x="7053" y="1"/>
                    <a:pt x="543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44" name="Google Shape;444;p34"/>
          <p:cNvSpPr/>
          <p:nvPr/>
        </p:nvSpPr>
        <p:spPr>
          <a:xfrm>
            <a:off x="1523297" y="220730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34"/>
          <p:cNvSpPr/>
          <p:nvPr/>
        </p:nvSpPr>
        <p:spPr>
          <a:xfrm>
            <a:off x="597062" y="3646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34"/>
          <p:cNvSpPr/>
          <p:nvPr/>
        </p:nvSpPr>
        <p:spPr>
          <a:xfrm flipH="1">
            <a:off x="3198968" y="305926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34"/>
          <p:cNvSpPr/>
          <p:nvPr/>
        </p:nvSpPr>
        <p:spPr>
          <a:xfrm flipH="1">
            <a:off x="5914460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1_1"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35"/>
          <p:cNvSpPr txBox="1"/>
          <p:nvPr>
            <p:ph idx="1" type="subTitle"/>
          </p:nvPr>
        </p:nvSpPr>
        <p:spPr>
          <a:xfrm>
            <a:off x="955350" y="2617479"/>
            <a:ext cx="3046800" cy="96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0" name="Google Shape;450;p35"/>
          <p:cNvSpPr txBox="1"/>
          <p:nvPr>
            <p:ph type="title"/>
          </p:nvPr>
        </p:nvSpPr>
        <p:spPr>
          <a:xfrm>
            <a:off x="955250" y="1558816"/>
            <a:ext cx="3046800" cy="9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51" name="Google Shape;451;p35"/>
          <p:cNvSpPr/>
          <p:nvPr/>
        </p:nvSpPr>
        <p:spPr>
          <a:xfrm>
            <a:off x="309251" y="710769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35"/>
          <p:cNvSpPr/>
          <p:nvPr/>
        </p:nvSpPr>
        <p:spPr>
          <a:xfrm flipH="1">
            <a:off x="5914460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35"/>
          <p:cNvSpPr/>
          <p:nvPr/>
        </p:nvSpPr>
        <p:spPr>
          <a:xfrm flipH="1">
            <a:off x="4246038" y="4746665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35"/>
          <p:cNvSpPr/>
          <p:nvPr/>
        </p:nvSpPr>
        <p:spPr>
          <a:xfrm rot="5735881">
            <a:off x="7022084" y="48115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35"/>
          <p:cNvSpPr/>
          <p:nvPr/>
        </p:nvSpPr>
        <p:spPr>
          <a:xfrm flipH="1">
            <a:off x="8644681" y="257890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35"/>
          <p:cNvSpPr/>
          <p:nvPr/>
        </p:nvSpPr>
        <p:spPr>
          <a:xfrm>
            <a:off x="948512" y="289764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57" name="Google Shape;457;p35"/>
          <p:cNvGrpSpPr/>
          <p:nvPr/>
        </p:nvGrpSpPr>
        <p:grpSpPr>
          <a:xfrm rot="-1177958">
            <a:off x="-92329" y="3495692"/>
            <a:ext cx="1299698" cy="2652046"/>
            <a:chOff x="8154826" y="3096390"/>
            <a:chExt cx="1299652" cy="2651951"/>
          </a:xfrm>
        </p:grpSpPr>
        <p:sp>
          <p:nvSpPr>
            <p:cNvPr id="458" name="Google Shape;458;p35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" name="Google Shape;459;p35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0" name="Google Shape;460;p35"/>
          <p:cNvSpPr/>
          <p:nvPr/>
        </p:nvSpPr>
        <p:spPr>
          <a:xfrm flipH="1" rot="-570776">
            <a:off x="691949" y="42494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1_1_1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36"/>
          <p:cNvSpPr txBox="1"/>
          <p:nvPr>
            <p:ph idx="1" type="subTitle"/>
          </p:nvPr>
        </p:nvSpPr>
        <p:spPr>
          <a:xfrm>
            <a:off x="1331100" y="3201900"/>
            <a:ext cx="3240900" cy="101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3" name="Google Shape;463;p36"/>
          <p:cNvSpPr txBox="1"/>
          <p:nvPr>
            <p:ph type="title"/>
          </p:nvPr>
        </p:nvSpPr>
        <p:spPr>
          <a:xfrm>
            <a:off x="1331100" y="1080900"/>
            <a:ext cx="3240900" cy="196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64" name="Google Shape;464;p36"/>
          <p:cNvSpPr/>
          <p:nvPr/>
        </p:nvSpPr>
        <p:spPr>
          <a:xfrm>
            <a:off x="309251" y="710769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36"/>
          <p:cNvSpPr/>
          <p:nvPr/>
        </p:nvSpPr>
        <p:spPr>
          <a:xfrm flipH="1">
            <a:off x="5914460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36"/>
          <p:cNvSpPr/>
          <p:nvPr/>
        </p:nvSpPr>
        <p:spPr>
          <a:xfrm flipH="1">
            <a:off x="4246038" y="4746665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36"/>
          <p:cNvSpPr/>
          <p:nvPr/>
        </p:nvSpPr>
        <p:spPr>
          <a:xfrm rot="5735881">
            <a:off x="7022084" y="48115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36"/>
          <p:cNvSpPr/>
          <p:nvPr/>
        </p:nvSpPr>
        <p:spPr>
          <a:xfrm flipH="1">
            <a:off x="8644681" y="257890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36"/>
          <p:cNvSpPr/>
          <p:nvPr/>
        </p:nvSpPr>
        <p:spPr>
          <a:xfrm>
            <a:off x="948512" y="289764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70" name="Google Shape;470;p36"/>
          <p:cNvGrpSpPr/>
          <p:nvPr/>
        </p:nvGrpSpPr>
        <p:grpSpPr>
          <a:xfrm rot="-1177958">
            <a:off x="-79829" y="3495692"/>
            <a:ext cx="1299698" cy="2652046"/>
            <a:chOff x="8154826" y="3096390"/>
            <a:chExt cx="1299652" cy="2651951"/>
          </a:xfrm>
        </p:grpSpPr>
        <p:sp>
          <p:nvSpPr>
            <p:cNvPr id="471" name="Google Shape;471;p36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" name="Google Shape;472;p36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3" name="Google Shape;473;p36"/>
          <p:cNvSpPr/>
          <p:nvPr/>
        </p:nvSpPr>
        <p:spPr>
          <a:xfrm flipH="1" rot="-570776">
            <a:off x="704449" y="42494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74" name="Google Shape;474;p36"/>
          <p:cNvGrpSpPr/>
          <p:nvPr/>
        </p:nvGrpSpPr>
        <p:grpSpPr>
          <a:xfrm flipH="1" rot="1177958">
            <a:off x="7924130" y="3495692"/>
            <a:ext cx="1299698" cy="2652046"/>
            <a:chOff x="8154826" y="3096390"/>
            <a:chExt cx="1299652" cy="2651951"/>
          </a:xfrm>
        </p:grpSpPr>
        <p:sp>
          <p:nvSpPr>
            <p:cNvPr id="475" name="Google Shape;475;p36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" name="Google Shape;476;p36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7" name="Google Shape;477;p36"/>
          <p:cNvSpPr/>
          <p:nvPr/>
        </p:nvSpPr>
        <p:spPr>
          <a:xfrm rot="570776">
            <a:off x="7535299" y="42494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36"/>
          <p:cNvSpPr/>
          <p:nvPr>
            <p:ph idx="2" type="pic"/>
          </p:nvPr>
        </p:nvSpPr>
        <p:spPr>
          <a:xfrm>
            <a:off x="5376672" y="1197864"/>
            <a:ext cx="2752200" cy="2752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CUSTOM_1_1_2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37"/>
          <p:cNvSpPr txBox="1"/>
          <p:nvPr>
            <p:ph idx="1" type="subTitle"/>
          </p:nvPr>
        </p:nvSpPr>
        <p:spPr>
          <a:xfrm>
            <a:off x="4572127" y="2617481"/>
            <a:ext cx="3858600" cy="96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1" name="Google Shape;481;p37"/>
          <p:cNvSpPr txBox="1"/>
          <p:nvPr>
            <p:ph type="title"/>
          </p:nvPr>
        </p:nvSpPr>
        <p:spPr>
          <a:xfrm>
            <a:off x="4572000" y="1558825"/>
            <a:ext cx="3858600" cy="9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482" name="Google Shape;482;p37"/>
          <p:cNvGrpSpPr/>
          <p:nvPr/>
        </p:nvGrpSpPr>
        <p:grpSpPr>
          <a:xfrm flipH="1">
            <a:off x="8279504" y="3466543"/>
            <a:ext cx="1962493" cy="2077908"/>
            <a:chOff x="-1029378" y="3466543"/>
            <a:chExt cx="1962493" cy="2077908"/>
          </a:xfrm>
        </p:grpSpPr>
        <p:sp>
          <p:nvSpPr>
            <p:cNvPr id="483" name="Google Shape;483;p37"/>
            <p:cNvSpPr/>
            <p:nvPr/>
          </p:nvSpPr>
          <p:spPr>
            <a:xfrm rot="783234">
              <a:off x="-897830" y="4010840"/>
              <a:ext cx="1699397" cy="1359253"/>
            </a:xfrm>
            <a:custGeom>
              <a:rect b="b" l="l" r="r" t="t"/>
              <a:pathLst>
                <a:path extrusionOk="0" h="50371" w="62976">
                  <a:moveTo>
                    <a:pt x="58341" y="1"/>
                  </a:moveTo>
                  <a:cubicBezTo>
                    <a:pt x="58190" y="1"/>
                    <a:pt x="58038" y="12"/>
                    <a:pt x="57886" y="34"/>
                  </a:cubicBezTo>
                  <a:cubicBezTo>
                    <a:pt x="56174" y="285"/>
                    <a:pt x="54964" y="1860"/>
                    <a:pt x="54371" y="3481"/>
                  </a:cubicBezTo>
                  <a:cubicBezTo>
                    <a:pt x="53503" y="5832"/>
                    <a:pt x="53595" y="8388"/>
                    <a:pt x="53435" y="10899"/>
                  </a:cubicBezTo>
                  <a:cubicBezTo>
                    <a:pt x="53275" y="13387"/>
                    <a:pt x="52750" y="16034"/>
                    <a:pt x="50992" y="17815"/>
                  </a:cubicBezTo>
                  <a:cubicBezTo>
                    <a:pt x="48984" y="19892"/>
                    <a:pt x="45857" y="20303"/>
                    <a:pt x="43255" y="21558"/>
                  </a:cubicBezTo>
                  <a:cubicBezTo>
                    <a:pt x="41109" y="22585"/>
                    <a:pt x="39283" y="24252"/>
                    <a:pt x="38051" y="26283"/>
                  </a:cubicBezTo>
                  <a:cubicBezTo>
                    <a:pt x="36270" y="29205"/>
                    <a:pt x="35745" y="32857"/>
                    <a:pt x="33600" y="35550"/>
                  </a:cubicBezTo>
                  <a:cubicBezTo>
                    <a:pt x="31751" y="37878"/>
                    <a:pt x="28829" y="39248"/>
                    <a:pt x="25862" y="39544"/>
                  </a:cubicBezTo>
                  <a:cubicBezTo>
                    <a:pt x="23762" y="39773"/>
                    <a:pt x="21616" y="39499"/>
                    <a:pt x="19539" y="39887"/>
                  </a:cubicBezTo>
                  <a:cubicBezTo>
                    <a:pt x="16047" y="40549"/>
                    <a:pt x="13194" y="42968"/>
                    <a:pt x="10341" y="45091"/>
                  </a:cubicBezTo>
                  <a:cubicBezTo>
                    <a:pt x="7671" y="47061"/>
                    <a:pt x="4608" y="48914"/>
                    <a:pt x="878" y="48914"/>
                  </a:cubicBezTo>
                  <a:cubicBezTo>
                    <a:pt x="589" y="48914"/>
                    <a:pt x="297" y="48903"/>
                    <a:pt x="1" y="48880"/>
                  </a:cubicBezTo>
                  <a:lnTo>
                    <a:pt x="1" y="48880"/>
                  </a:lnTo>
                  <a:cubicBezTo>
                    <a:pt x="1602" y="49874"/>
                    <a:pt x="3492" y="50371"/>
                    <a:pt x="5384" y="50371"/>
                  </a:cubicBezTo>
                  <a:cubicBezTo>
                    <a:pt x="7402" y="50371"/>
                    <a:pt x="9421" y="49806"/>
                    <a:pt x="11094" y="48675"/>
                  </a:cubicBezTo>
                  <a:cubicBezTo>
                    <a:pt x="12281" y="47853"/>
                    <a:pt x="13308" y="46803"/>
                    <a:pt x="14563" y="46072"/>
                  </a:cubicBezTo>
                  <a:cubicBezTo>
                    <a:pt x="16350" y="45060"/>
                    <a:pt x="18397" y="44844"/>
                    <a:pt x="20484" y="44844"/>
                  </a:cubicBezTo>
                  <a:cubicBezTo>
                    <a:pt x="21784" y="44844"/>
                    <a:pt x="23100" y="44928"/>
                    <a:pt x="24378" y="44954"/>
                  </a:cubicBezTo>
                  <a:cubicBezTo>
                    <a:pt x="24588" y="44958"/>
                    <a:pt x="24798" y="44959"/>
                    <a:pt x="25009" y="44959"/>
                  </a:cubicBezTo>
                  <a:cubicBezTo>
                    <a:pt x="28796" y="44959"/>
                    <a:pt x="32604" y="44364"/>
                    <a:pt x="36042" y="42786"/>
                  </a:cubicBezTo>
                  <a:cubicBezTo>
                    <a:pt x="39694" y="41119"/>
                    <a:pt x="42867" y="38312"/>
                    <a:pt x="44556" y="34705"/>
                  </a:cubicBezTo>
                  <a:cubicBezTo>
                    <a:pt x="45514" y="32674"/>
                    <a:pt x="46062" y="30323"/>
                    <a:pt x="47683" y="28771"/>
                  </a:cubicBezTo>
                  <a:cubicBezTo>
                    <a:pt x="49486" y="27059"/>
                    <a:pt x="52179" y="26739"/>
                    <a:pt x="54462" y="25712"/>
                  </a:cubicBezTo>
                  <a:cubicBezTo>
                    <a:pt x="57680" y="24252"/>
                    <a:pt x="60054" y="21261"/>
                    <a:pt x="61355" y="17975"/>
                  </a:cubicBezTo>
                  <a:cubicBezTo>
                    <a:pt x="62656" y="14688"/>
                    <a:pt x="62976" y="11081"/>
                    <a:pt x="62953" y="7543"/>
                  </a:cubicBezTo>
                  <a:cubicBezTo>
                    <a:pt x="62953" y="5832"/>
                    <a:pt x="62839" y="4051"/>
                    <a:pt x="62040" y="2522"/>
                  </a:cubicBezTo>
                  <a:cubicBezTo>
                    <a:pt x="61312" y="1129"/>
                    <a:pt x="59884" y="1"/>
                    <a:pt x="5834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37"/>
            <p:cNvSpPr/>
            <p:nvPr/>
          </p:nvSpPr>
          <p:spPr>
            <a:xfrm rot="1607863">
              <a:off x="-2808" y="3477367"/>
              <a:ext cx="449022" cy="1683379"/>
            </a:xfrm>
            <a:custGeom>
              <a:rect b="b" l="l" r="r" t="t"/>
              <a:pathLst>
                <a:path extrusionOk="0" h="62387" w="16641">
                  <a:moveTo>
                    <a:pt x="5438" y="1"/>
                  </a:moveTo>
                  <a:cubicBezTo>
                    <a:pt x="5170" y="1"/>
                    <a:pt x="4901" y="24"/>
                    <a:pt x="4634" y="73"/>
                  </a:cubicBezTo>
                  <a:cubicBezTo>
                    <a:pt x="2831" y="415"/>
                    <a:pt x="1393" y="1853"/>
                    <a:pt x="708" y="3543"/>
                  </a:cubicBezTo>
                  <a:cubicBezTo>
                    <a:pt x="0" y="5232"/>
                    <a:pt x="0" y="7103"/>
                    <a:pt x="274" y="8906"/>
                  </a:cubicBezTo>
                  <a:cubicBezTo>
                    <a:pt x="959" y="13152"/>
                    <a:pt x="3173" y="16964"/>
                    <a:pt x="4839" y="20913"/>
                  </a:cubicBezTo>
                  <a:cubicBezTo>
                    <a:pt x="6483" y="24884"/>
                    <a:pt x="7579" y="29472"/>
                    <a:pt x="5912" y="33421"/>
                  </a:cubicBezTo>
                  <a:cubicBezTo>
                    <a:pt x="5136" y="35224"/>
                    <a:pt x="3858" y="36776"/>
                    <a:pt x="3196" y="38602"/>
                  </a:cubicBezTo>
                  <a:cubicBezTo>
                    <a:pt x="2078" y="41752"/>
                    <a:pt x="2945" y="45267"/>
                    <a:pt x="3972" y="48440"/>
                  </a:cubicBezTo>
                  <a:cubicBezTo>
                    <a:pt x="4520" y="50083"/>
                    <a:pt x="5091" y="51727"/>
                    <a:pt x="5227" y="53461"/>
                  </a:cubicBezTo>
                  <a:cubicBezTo>
                    <a:pt x="5433" y="56566"/>
                    <a:pt x="4109" y="59556"/>
                    <a:pt x="2831" y="62386"/>
                  </a:cubicBezTo>
                  <a:cubicBezTo>
                    <a:pt x="7738" y="57889"/>
                    <a:pt x="9975" y="51110"/>
                    <a:pt x="9359" y="44560"/>
                  </a:cubicBezTo>
                  <a:cubicBezTo>
                    <a:pt x="9199" y="42802"/>
                    <a:pt x="8834" y="40999"/>
                    <a:pt x="9222" y="39264"/>
                  </a:cubicBezTo>
                  <a:cubicBezTo>
                    <a:pt x="9633" y="37392"/>
                    <a:pt x="10843" y="35817"/>
                    <a:pt x="11824" y="34174"/>
                  </a:cubicBezTo>
                  <a:cubicBezTo>
                    <a:pt x="16640" y="26117"/>
                    <a:pt x="15887" y="15777"/>
                    <a:pt x="12577" y="7012"/>
                  </a:cubicBezTo>
                  <a:cubicBezTo>
                    <a:pt x="11915" y="5209"/>
                    <a:pt x="11116" y="3406"/>
                    <a:pt x="9793" y="2036"/>
                  </a:cubicBezTo>
                  <a:cubicBezTo>
                    <a:pt x="8658" y="842"/>
                    <a:pt x="7053" y="1"/>
                    <a:pt x="543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85" name="Google Shape;485;p37"/>
          <p:cNvSpPr/>
          <p:nvPr/>
        </p:nvSpPr>
        <p:spPr>
          <a:xfrm rot="9122142">
            <a:off x="4893238" y="210214"/>
            <a:ext cx="260813" cy="141719"/>
          </a:xfrm>
          <a:custGeom>
            <a:rect b="b" l="l" r="r" t="t"/>
            <a:pathLst>
              <a:path extrusionOk="0" h="5669" w="10433">
                <a:moveTo>
                  <a:pt x="3622" y="2187"/>
                </a:moveTo>
                <a:cubicBezTo>
                  <a:pt x="4122" y="2187"/>
                  <a:pt x="4610" y="2289"/>
                  <a:pt x="5046" y="2496"/>
                </a:cubicBezTo>
                <a:cubicBezTo>
                  <a:pt x="5440" y="2683"/>
                  <a:pt x="5699" y="2904"/>
                  <a:pt x="5838" y="3172"/>
                </a:cubicBezTo>
                <a:cubicBezTo>
                  <a:pt x="5979" y="3446"/>
                  <a:pt x="6004" y="3802"/>
                  <a:pt x="5906" y="4173"/>
                </a:cubicBezTo>
                <a:cubicBezTo>
                  <a:pt x="5763" y="4715"/>
                  <a:pt x="5399" y="5162"/>
                  <a:pt x="4936" y="5368"/>
                </a:cubicBezTo>
                <a:cubicBezTo>
                  <a:pt x="4751" y="5450"/>
                  <a:pt x="4550" y="5490"/>
                  <a:pt x="4352" y="5490"/>
                </a:cubicBezTo>
                <a:cubicBezTo>
                  <a:pt x="4022" y="5490"/>
                  <a:pt x="3699" y="5380"/>
                  <a:pt x="3467" y="5171"/>
                </a:cubicBezTo>
                <a:cubicBezTo>
                  <a:pt x="3041" y="4788"/>
                  <a:pt x="2893" y="4104"/>
                  <a:pt x="3069" y="3341"/>
                </a:cubicBezTo>
                <a:cubicBezTo>
                  <a:pt x="3163" y="2932"/>
                  <a:pt x="3330" y="2544"/>
                  <a:pt x="3556" y="2188"/>
                </a:cubicBezTo>
                <a:cubicBezTo>
                  <a:pt x="3578" y="2187"/>
                  <a:pt x="3600" y="2187"/>
                  <a:pt x="3622" y="2187"/>
                </a:cubicBezTo>
                <a:close/>
                <a:moveTo>
                  <a:pt x="7372" y="1"/>
                </a:moveTo>
                <a:cubicBezTo>
                  <a:pt x="6895" y="1"/>
                  <a:pt x="6425" y="64"/>
                  <a:pt x="5976" y="193"/>
                </a:cubicBezTo>
                <a:cubicBezTo>
                  <a:pt x="4925" y="494"/>
                  <a:pt x="4027" y="1159"/>
                  <a:pt x="3458" y="2012"/>
                </a:cubicBezTo>
                <a:cubicBezTo>
                  <a:pt x="3026" y="2032"/>
                  <a:pt x="2588" y="2124"/>
                  <a:pt x="2163" y="2290"/>
                </a:cubicBezTo>
                <a:cubicBezTo>
                  <a:pt x="1166" y="2679"/>
                  <a:pt x="383" y="3422"/>
                  <a:pt x="19" y="4328"/>
                </a:cubicBezTo>
                <a:cubicBezTo>
                  <a:pt x="0" y="4373"/>
                  <a:pt x="22" y="4425"/>
                  <a:pt x="67" y="4444"/>
                </a:cubicBezTo>
                <a:cubicBezTo>
                  <a:pt x="78" y="4448"/>
                  <a:pt x="90" y="4450"/>
                  <a:pt x="101" y="4450"/>
                </a:cubicBezTo>
                <a:cubicBezTo>
                  <a:pt x="136" y="4450"/>
                  <a:pt x="169" y="4429"/>
                  <a:pt x="183" y="4394"/>
                </a:cubicBezTo>
                <a:cubicBezTo>
                  <a:pt x="530" y="3534"/>
                  <a:pt x="1276" y="2828"/>
                  <a:pt x="2228" y="2456"/>
                </a:cubicBezTo>
                <a:cubicBezTo>
                  <a:pt x="2594" y="2313"/>
                  <a:pt x="2969" y="2227"/>
                  <a:pt x="3341" y="2198"/>
                </a:cubicBezTo>
                <a:lnTo>
                  <a:pt x="3341" y="2198"/>
                </a:lnTo>
                <a:cubicBezTo>
                  <a:pt x="3136" y="2543"/>
                  <a:pt x="2985" y="2913"/>
                  <a:pt x="2896" y="3300"/>
                </a:cubicBezTo>
                <a:cubicBezTo>
                  <a:pt x="2705" y="4128"/>
                  <a:pt x="2874" y="4876"/>
                  <a:pt x="3348" y="5303"/>
                </a:cubicBezTo>
                <a:cubicBezTo>
                  <a:pt x="3612" y="5542"/>
                  <a:pt x="3980" y="5667"/>
                  <a:pt x="4353" y="5667"/>
                </a:cubicBezTo>
                <a:lnTo>
                  <a:pt x="4353" y="5668"/>
                </a:lnTo>
                <a:cubicBezTo>
                  <a:pt x="4576" y="5668"/>
                  <a:pt x="4801" y="5623"/>
                  <a:pt x="5009" y="5532"/>
                </a:cubicBezTo>
                <a:cubicBezTo>
                  <a:pt x="5521" y="5303"/>
                  <a:pt x="5921" y="4812"/>
                  <a:pt x="6078" y="4220"/>
                </a:cubicBezTo>
                <a:cubicBezTo>
                  <a:pt x="6188" y="3805"/>
                  <a:pt x="6158" y="3403"/>
                  <a:pt x="5996" y="3090"/>
                </a:cubicBezTo>
                <a:cubicBezTo>
                  <a:pt x="5839" y="2786"/>
                  <a:pt x="5553" y="2539"/>
                  <a:pt x="5123" y="2335"/>
                </a:cubicBezTo>
                <a:cubicBezTo>
                  <a:pt x="4678" y="2125"/>
                  <a:pt x="4185" y="2016"/>
                  <a:pt x="3676" y="2009"/>
                </a:cubicBezTo>
                <a:cubicBezTo>
                  <a:pt x="4224" y="1239"/>
                  <a:pt x="5056" y="641"/>
                  <a:pt x="6025" y="364"/>
                </a:cubicBezTo>
                <a:cubicBezTo>
                  <a:pt x="6458" y="240"/>
                  <a:pt x="6912" y="179"/>
                  <a:pt x="7373" y="179"/>
                </a:cubicBezTo>
                <a:cubicBezTo>
                  <a:pt x="8352" y="179"/>
                  <a:pt x="9365" y="454"/>
                  <a:pt x="10286" y="986"/>
                </a:cubicBezTo>
                <a:cubicBezTo>
                  <a:pt x="10300" y="994"/>
                  <a:pt x="10315" y="998"/>
                  <a:pt x="10330" y="998"/>
                </a:cubicBezTo>
                <a:cubicBezTo>
                  <a:pt x="10360" y="998"/>
                  <a:pt x="10391" y="982"/>
                  <a:pt x="10408" y="953"/>
                </a:cubicBezTo>
                <a:cubicBezTo>
                  <a:pt x="10432" y="912"/>
                  <a:pt x="10417" y="857"/>
                  <a:pt x="10374" y="832"/>
                </a:cubicBezTo>
                <a:cubicBezTo>
                  <a:pt x="9426" y="284"/>
                  <a:pt x="8382" y="1"/>
                  <a:pt x="737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86" name="Google Shape;486;p37"/>
          <p:cNvGrpSpPr/>
          <p:nvPr/>
        </p:nvGrpSpPr>
        <p:grpSpPr>
          <a:xfrm flipH="1" rot="1170331">
            <a:off x="-145048" y="4057986"/>
            <a:ext cx="1112174" cy="1527311"/>
            <a:chOff x="3708300" y="1072800"/>
            <a:chExt cx="776725" cy="1066650"/>
          </a:xfrm>
        </p:grpSpPr>
        <p:sp>
          <p:nvSpPr>
            <p:cNvPr id="487" name="Google Shape;487;p37"/>
            <p:cNvSpPr/>
            <p:nvPr/>
          </p:nvSpPr>
          <p:spPr>
            <a:xfrm>
              <a:off x="3708300" y="1072800"/>
              <a:ext cx="776725" cy="1066650"/>
            </a:xfrm>
            <a:custGeom>
              <a:rect b="b" l="l" r="r" t="t"/>
              <a:pathLst>
                <a:path extrusionOk="0" h="42666" w="31069">
                  <a:moveTo>
                    <a:pt x="6830" y="1"/>
                  </a:moveTo>
                  <a:cubicBezTo>
                    <a:pt x="6707" y="1"/>
                    <a:pt x="6583" y="16"/>
                    <a:pt x="6456" y="50"/>
                  </a:cubicBezTo>
                  <a:cubicBezTo>
                    <a:pt x="5911" y="196"/>
                    <a:pt x="5497" y="669"/>
                    <a:pt x="5316" y="1177"/>
                  </a:cubicBezTo>
                  <a:cubicBezTo>
                    <a:pt x="5136" y="1688"/>
                    <a:pt x="5146" y="2228"/>
                    <a:pt x="5193" y="2751"/>
                  </a:cubicBezTo>
                  <a:cubicBezTo>
                    <a:pt x="5586" y="7042"/>
                    <a:pt x="8098" y="10770"/>
                    <a:pt x="10542" y="14321"/>
                  </a:cubicBezTo>
                  <a:cubicBezTo>
                    <a:pt x="9110" y="12451"/>
                    <a:pt x="7163" y="10945"/>
                    <a:pt x="4924" y="9980"/>
                  </a:cubicBezTo>
                  <a:cubicBezTo>
                    <a:pt x="4448" y="9775"/>
                    <a:pt x="3902" y="9600"/>
                    <a:pt x="3379" y="9600"/>
                  </a:cubicBezTo>
                  <a:cubicBezTo>
                    <a:pt x="3041" y="9600"/>
                    <a:pt x="2713" y="9673"/>
                    <a:pt x="2420" y="9858"/>
                  </a:cubicBezTo>
                  <a:cubicBezTo>
                    <a:pt x="1545" y="10409"/>
                    <a:pt x="1529" y="11597"/>
                    <a:pt x="1774" y="12523"/>
                  </a:cubicBezTo>
                  <a:cubicBezTo>
                    <a:pt x="2284" y="14472"/>
                    <a:pt x="3466" y="16190"/>
                    <a:pt x="4900" y="17646"/>
                  </a:cubicBezTo>
                  <a:cubicBezTo>
                    <a:pt x="6328" y="19099"/>
                    <a:pt x="8011" y="20316"/>
                    <a:pt x="9684" y="21521"/>
                  </a:cubicBezTo>
                  <a:cubicBezTo>
                    <a:pt x="8181" y="20795"/>
                    <a:pt x="6644" y="20055"/>
                    <a:pt x="4962" y="19720"/>
                  </a:cubicBezTo>
                  <a:cubicBezTo>
                    <a:pt x="4387" y="19606"/>
                    <a:pt x="3568" y="19384"/>
                    <a:pt x="2816" y="19384"/>
                  </a:cubicBezTo>
                  <a:cubicBezTo>
                    <a:pt x="2247" y="19384"/>
                    <a:pt x="1717" y="19512"/>
                    <a:pt x="1361" y="19910"/>
                  </a:cubicBezTo>
                  <a:cubicBezTo>
                    <a:pt x="0" y="21434"/>
                    <a:pt x="2318" y="23978"/>
                    <a:pt x="3407" y="24892"/>
                  </a:cubicBezTo>
                  <a:cubicBezTo>
                    <a:pt x="4591" y="25885"/>
                    <a:pt x="5945" y="26683"/>
                    <a:pt x="7129" y="27646"/>
                  </a:cubicBezTo>
                  <a:cubicBezTo>
                    <a:pt x="7866" y="28238"/>
                    <a:pt x="8703" y="28751"/>
                    <a:pt x="9480" y="29300"/>
                  </a:cubicBezTo>
                  <a:cubicBezTo>
                    <a:pt x="9908" y="29601"/>
                    <a:pt x="11356" y="30272"/>
                    <a:pt x="11520" y="30735"/>
                  </a:cubicBezTo>
                  <a:cubicBezTo>
                    <a:pt x="10718" y="30464"/>
                    <a:pt x="9895" y="30188"/>
                    <a:pt x="9034" y="30188"/>
                  </a:cubicBezTo>
                  <a:cubicBezTo>
                    <a:pt x="9011" y="30188"/>
                    <a:pt x="8989" y="30188"/>
                    <a:pt x="8966" y="30188"/>
                  </a:cubicBezTo>
                  <a:cubicBezTo>
                    <a:pt x="7503" y="30214"/>
                    <a:pt x="7381" y="31517"/>
                    <a:pt x="7779" y="32554"/>
                  </a:cubicBezTo>
                  <a:cubicBezTo>
                    <a:pt x="8158" y="33540"/>
                    <a:pt x="9313" y="34213"/>
                    <a:pt x="10199" y="34761"/>
                  </a:cubicBezTo>
                  <a:cubicBezTo>
                    <a:pt x="14401" y="37351"/>
                    <a:pt x="18718" y="39810"/>
                    <a:pt x="22860" y="42522"/>
                  </a:cubicBezTo>
                  <a:cubicBezTo>
                    <a:pt x="22939" y="42568"/>
                    <a:pt x="23012" y="42617"/>
                    <a:pt x="23087" y="42665"/>
                  </a:cubicBezTo>
                  <a:cubicBezTo>
                    <a:pt x="23091" y="42664"/>
                    <a:pt x="23120" y="42620"/>
                    <a:pt x="23163" y="42537"/>
                  </a:cubicBezTo>
                  <a:cubicBezTo>
                    <a:pt x="23567" y="41812"/>
                    <a:pt x="25460" y="38170"/>
                    <a:pt x="25630" y="37787"/>
                  </a:cubicBezTo>
                  <a:cubicBezTo>
                    <a:pt x="26395" y="36067"/>
                    <a:pt x="27045" y="34304"/>
                    <a:pt x="27576" y="32516"/>
                  </a:cubicBezTo>
                  <a:cubicBezTo>
                    <a:pt x="28200" y="30419"/>
                    <a:pt x="31069" y="24490"/>
                    <a:pt x="28106" y="23241"/>
                  </a:cubicBezTo>
                  <a:lnTo>
                    <a:pt x="28105" y="23241"/>
                  </a:lnTo>
                  <a:cubicBezTo>
                    <a:pt x="27861" y="23137"/>
                    <a:pt x="27601" y="23090"/>
                    <a:pt x="27336" y="23090"/>
                  </a:cubicBezTo>
                  <a:cubicBezTo>
                    <a:pt x="26562" y="23090"/>
                    <a:pt x="25749" y="23492"/>
                    <a:pt x="25199" y="24059"/>
                  </a:cubicBezTo>
                  <a:cubicBezTo>
                    <a:pt x="24457" y="24819"/>
                    <a:pt x="24084" y="25814"/>
                    <a:pt x="23726" y="26778"/>
                  </a:cubicBezTo>
                  <a:cubicBezTo>
                    <a:pt x="24043" y="25919"/>
                    <a:pt x="23891" y="24633"/>
                    <a:pt x="23991" y="23727"/>
                  </a:cubicBezTo>
                  <a:cubicBezTo>
                    <a:pt x="24115" y="22592"/>
                    <a:pt x="24261" y="21459"/>
                    <a:pt x="24394" y="20323"/>
                  </a:cubicBezTo>
                  <a:cubicBezTo>
                    <a:pt x="24648" y="18135"/>
                    <a:pt x="24866" y="15939"/>
                    <a:pt x="24779" y="13752"/>
                  </a:cubicBezTo>
                  <a:cubicBezTo>
                    <a:pt x="24740" y="12670"/>
                    <a:pt x="24822" y="10582"/>
                    <a:pt x="24158" y="9343"/>
                  </a:cubicBezTo>
                  <a:cubicBezTo>
                    <a:pt x="23943" y="8948"/>
                    <a:pt x="23651" y="8639"/>
                    <a:pt x="23253" y="8480"/>
                  </a:cubicBezTo>
                  <a:cubicBezTo>
                    <a:pt x="23053" y="8400"/>
                    <a:pt x="22860" y="8364"/>
                    <a:pt x="22674" y="8364"/>
                  </a:cubicBezTo>
                  <a:cubicBezTo>
                    <a:pt x="21476" y="8364"/>
                    <a:pt x="20582" y="9872"/>
                    <a:pt x="20081" y="10780"/>
                  </a:cubicBezTo>
                  <a:cubicBezTo>
                    <a:pt x="19353" y="12109"/>
                    <a:pt x="19148" y="13337"/>
                    <a:pt x="18967" y="14655"/>
                  </a:cubicBezTo>
                  <a:cubicBezTo>
                    <a:pt x="19271" y="12310"/>
                    <a:pt x="19377" y="9955"/>
                    <a:pt x="19286" y="7612"/>
                  </a:cubicBezTo>
                  <a:cubicBezTo>
                    <a:pt x="19211" y="5571"/>
                    <a:pt x="18961" y="3466"/>
                    <a:pt x="17833" y="1770"/>
                  </a:cubicBezTo>
                  <a:cubicBezTo>
                    <a:pt x="17666" y="1518"/>
                    <a:pt x="17433" y="1252"/>
                    <a:pt x="17108" y="1252"/>
                  </a:cubicBezTo>
                  <a:cubicBezTo>
                    <a:pt x="16896" y="1252"/>
                    <a:pt x="16698" y="1371"/>
                    <a:pt x="16527" y="1495"/>
                  </a:cubicBezTo>
                  <a:cubicBezTo>
                    <a:pt x="15130" y="2518"/>
                    <a:pt x="14559" y="4230"/>
                    <a:pt x="14250" y="5840"/>
                  </a:cubicBezTo>
                  <a:cubicBezTo>
                    <a:pt x="13882" y="7743"/>
                    <a:pt x="13757" y="9675"/>
                    <a:pt x="13874" y="11580"/>
                  </a:cubicBezTo>
                  <a:cubicBezTo>
                    <a:pt x="12343" y="7957"/>
                    <a:pt x="11366" y="4185"/>
                    <a:pt x="8707" y="1114"/>
                  </a:cubicBezTo>
                  <a:cubicBezTo>
                    <a:pt x="8230" y="560"/>
                    <a:pt x="7567" y="1"/>
                    <a:pt x="683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" name="Google Shape;488;p37"/>
            <p:cNvSpPr/>
            <p:nvPr/>
          </p:nvSpPr>
          <p:spPr>
            <a:xfrm>
              <a:off x="3808850" y="1173650"/>
              <a:ext cx="565500" cy="965800"/>
            </a:xfrm>
            <a:custGeom>
              <a:rect b="b" l="l" r="r" t="t"/>
              <a:pathLst>
                <a:path extrusionOk="0" h="38632" w="22620">
                  <a:moveTo>
                    <a:pt x="3964" y="0"/>
                  </a:moveTo>
                  <a:cubicBezTo>
                    <a:pt x="3939" y="0"/>
                    <a:pt x="3913" y="6"/>
                    <a:pt x="3889" y="19"/>
                  </a:cubicBezTo>
                  <a:cubicBezTo>
                    <a:pt x="3822" y="58"/>
                    <a:pt x="3795" y="143"/>
                    <a:pt x="3832" y="204"/>
                  </a:cubicBezTo>
                  <a:cubicBezTo>
                    <a:pt x="7240" y="5902"/>
                    <a:pt x="9536" y="12032"/>
                    <a:pt x="11335" y="17279"/>
                  </a:cubicBezTo>
                  <a:cubicBezTo>
                    <a:pt x="11591" y="18016"/>
                    <a:pt x="11853" y="18753"/>
                    <a:pt x="12120" y="19490"/>
                  </a:cubicBezTo>
                  <a:cubicBezTo>
                    <a:pt x="8736" y="15289"/>
                    <a:pt x="4748" y="11561"/>
                    <a:pt x="248" y="8406"/>
                  </a:cubicBezTo>
                  <a:cubicBezTo>
                    <a:pt x="225" y="8389"/>
                    <a:pt x="197" y="8381"/>
                    <a:pt x="169" y="8381"/>
                  </a:cubicBezTo>
                  <a:cubicBezTo>
                    <a:pt x="125" y="8381"/>
                    <a:pt x="79" y="8401"/>
                    <a:pt x="48" y="8440"/>
                  </a:cubicBezTo>
                  <a:cubicBezTo>
                    <a:pt x="1" y="8498"/>
                    <a:pt x="10" y="8581"/>
                    <a:pt x="69" y="8623"/>
                  </a:cubicBezTo>
                  <a:cubicBezTo>
                    <a:pt x="4791" y="11932"/>
                    <a:pt x="8947" y="15870"/>
                    <a:pt x="12427" y="20330"/>
                  </a:cubicBezTo>
                  <a:cubicBezTo>
                    <a:pt x="12932" y="21704"/>
                    <a:pt x="13449" y="23065"/>
                    <a:pt x="13958" y="24404"/>
                  </a:cubicBezTo>
                  <a:cubicBezTo>
                    <a:pt x="12552" y="22980"/>
                    <a:pt x="10613" y="22023"/>
                    <a:pt x="8577" y="21104"/>
                  </a:cubicBezTo>
                  <a:cubicBezTo>
                    <a:pt x="6125" y="20000"/>
                    <a:pt x="3709" y="18958"/>
                    <a:pt x="1095" y="18392"/>
                  </a:cubicBezTo>
                  <a:cubicBezTo>
                    <a:pt x="1085" y="18390"/>
                    <a:pt x="1076" y="18389"/>
                    <a:pt x="1066" y="18389"/>
                  </a:cubicBezTo>
                  <a:cubicBezTo>
                    <a:pt x="1001" y="18389"/>
                    <a:pt x="939" y="18430"/>
                    <a:pt x="918" y="18493"/>
                  </a:cubicBezTo>
                  <a:cubicBezTo>
                    <a:pt x="900" y="18564"/>
                    <a:pt x="941" y="18638"/>
                    <a:pt x="1017" y="18653"/>
                  </a:cubicBezTo>
                  <a:cubicBezTo>
                    <a:pt x="3603" y="19213"/>
                    <a:pt x="6006" y="20246"/>
                    <a:pt x="8444" y="21348"/>
                  </a:cubicBezTo>
                  <a:cubicBezTo>
                    <a:pt x="10703" y="22369"/>
                    <a:pt x="12847" y="23430"/>
                    <a:pt x="14239" y="25136"/>
                  </a:cubicBezTo>
                  <a:cubicBezTo>
                    <a:pt x="15358" y="28062"/>
                    <a:pt x="16501" y="31077"/>
                    <a:pt x="17480" y="34112"/>
                  </a:cubicBezTo>
                  <a:cubicBezTo>
                    <a:pt x="14416" y="31413"/>
                    <a:pt x="10677" y="29343"/>
                    <a:pt x="6642" y="28111"/>
                  </a:cubicBezTo>
                  <a:cubicBezTo>
                    <a:pt x="6628" y="28107"/>
                    <a:pt x="6614" y="28105"/>
                    <a:pt x="6600" y="28105"/>
                  </a:cubicBezTo>
                  <a:cubicBezTo>
                    <a:pt x="6538" y="28105"/>
                    <a:pt x="6481" y="28142"/>
                    <a:pt x="6458" y="28199"/>
                  </a:cubicBezTo>
                  <a:cubicBezTo>
                    <a:pt x="6430" y="28270"/>
                    <a:pt x="6465" y="28346"/>
                    <a:pt x="6543" y="28369"/>
                  </a:cubicBezTo>
                  <a:cubicBezTo>
                    <a:pt x="10672" y="29626"/>
                    <a:pt x="14492" y="31774"/>
                    <a:pt x="17585" y="34578"/>
                  </a:cubicBezTo>
                  <a:cubicBezTo>
                    <a:pt x="17598" y="34591"/>
                    <a:pt x="17616" y="34600"/>
                    <a:pt x="17638" y="34603"/>
                  </a:cubicBezTo>
                  <a:cubicBezTo>
                    <a:pt x="18048" y="35891"/>
                    <a:pt x="18453" y="37187"/>
                    <a:pt x="18838" y="38488"/>
                  </a:cubicBezTo>
                  <a:cubicBezTo>
                    <a:pt x="18917" y="38534"/>
                    <a:pt x="18991" y="38583"/>
                    <a:pt x="19065" y="38631"/>
                  </a:cubicBezTo>
                  <a:cubicBezTo>
                    <a:pt x="19069" y="38630"/>
                    <a:pt x="19098" y="38586"/>
                    <a:pt x="19142" y="38503"/>
                  </a:cubicBezTo>
                  <a:cubicBezTo>
                    <a:pt x="18731" y="37122"/>
                    <a:pt x="18305" y="35743"/>
                    <a:pt x="17867" y="34376"/>
                  </a:cubicBezTo>
                  <a:cubicBezTo>
                    <a:pt x="19151" y="30246"/>
                    <a:pt x="20738" y="26146"/>
                    <a:pt x="22588" y="22190"/>
                  </a:cubicBezTo>
                  <a:cubicBezTo>
                    <a:pt x="22619" y="22119"/>
                    <a:pt x="22588" y="22043"/>
                    <a:pt x="22517" y="22017"/>
                  </a:cubicBezTo>
                  <a:cubicBezTo>
                    <a:pt x="22500" y="22011"/>
                    <a:pt x="22482" y="22008"/>
                    <a:pt x="22465" y="22008"/>
                  </a:cubicBezTo>
                  <a:cubicBezTo>
                    <a:pt x="22407" y="22008"/>
                    <a:pt x="22353" y="22039"/>
                    <a:pt x="22328" y="22091"/>
                  </a:cubicBezTo>
                  <a:cubicBezTo>
                    <a:pt x="20532" y="25935"/>
                    <a:pt x="18986" y="29910"/>
                    <a:pt x="17720" y="33918"/>
                  </a:cubicBezTo>
                  <a:cubicBezTo>
                    <a:pt x="16785" y="31028"/>
                    <a:pt x="15703" y="28161"/>
                    <a:pt x="14637" y="25374"/>
                  </a:cubicBezTo>
                  <a:cubicBezTo>
                    <a:pt x="14657" y="25352"/>
                    <a:pt x="14674" y="25327"/>
                    <a:pt x="14680" y="25298"/>
                  </a:cubicBezTo>
                  <a:cubicBezTo>
                    <a:pt x="15570" y="20077"/>
                    <a:pt x="16496" y="14679"/>
                    <a:pt x="19105" y="9803"/>
                  </a:cubicBezTo>
                  <a:cubicBezTo>
                    <a:pt x="19138" y="9739"/>
                    <a:pt x="19114" y="9658"/>
                    <a:pt x="19042" y="9627"/>
                  </a:cubicBezTo>
                  <a:cubicBezTo>
                    <a:pt x="19024" y="9618"/>
                    <a:pt x="19004" y="9614"/>
                    <a:pt x="18984" y="9614"/>
                  </a:cubicBezTo>
                  <a:cubicBezTo>
                    <a:pt x="18931" y="9614"/>
                    <a:pt x="18877" y="9644"/>
                    <a:pt x="18851" y="9695"/>
                  </a:cubicBezTo>
                  <a:cubicBezTo>
                    <a:pt x="16280" y="14497"/>
                    <a:pt x="15338" y="19780"/>
                    <a:pt x="14460" y="24911"/>
                  </a:cubicBezTo>
                  <a:cubicBezTo>
                    <a:pt x="14431" y="24831"/>
                    <a:pt x="14401" y="24755"/>
                    <a:pt x="14373" y="24679"/>
                  </a:cubicBezTo>
                  <a:cubicBezTo>
                    <a:pt x="13808" y="23207"/>
                    <a:pt x="13238" y="21707"/>
                    <a:pt x="12684" y="20197"/>
                  </a:cubicBezTo>
                  <a:cubicBezTo>
                    <a:pt x="12586" y="19613"/>
                    <a:pt x="10621" y="7583"/>
                    <a:pt x="13058" y="1023"/>
                  </a:cubicBezTo>
                  <a:cubicBezTo>
                    <a:pt x="13086" y="954"/>
                    <a:pt x="13046" y="877"/>
                    <a:pt x="12970" y="856"/>
                  </a:cubicBezTo>
                  <a:cubicBezTo>
                    <a:pt x="12958" y="853"/>
                    <a:pt x="12945" y="851"/>
                    <a:pt x="12932" y="851"/>
                  </a:cubicBezTo>
                  <a:cubicBezTo>
                    <a:pt x="12871" y="851"/>
                    <a:pt x="12810" y="889"/>
                    <a:pt x="12790" y="947"/>
                  </a:cubicBezTo>
                  <a:cubicBezTo>
                    <a:pt x="10783" y="6347"/>
                    <a:pt x="11725" y="15380"/>
                    <a:pt x="12196" y="18859"/>
                  </a:cubicBezTo>
                  <a:cubicBezTo>
                    <a:pt x="11997" y="18299"/>
                    <a:pt x="11798" y="17744"/>
                    <a:pt x="11608" y="17185"/>
                  </a:cubicBezTo>
                  <a:cubicBezTo>
                    <a:pt x="9804" y="11925"/>
                    <a:pt x="7503" y="5781"/>
                    <a:pt x="4083" y="62"/>
                  </a:cubicBezTo>
                  <a:cubicBezTo>
                    <a:pt x="4058" y="22"/>
                    <a:pt x="4012" y="0"/>
                    <a:pt x="396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89" name="Google Shape;489;p37"/>
          <p:cNvSpPr/>
          <p:nvPr/>
        </p:nvSpPr>
        <p:spPr>
          <a:xfrm flipH="1">
            <a:off x="3131776" y="4654185"/>
            <a:ext cx="195691" cy="64977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p37"/>
          <p:cNvSpPr/>
          <p:nvPr/>
        </p:nvSpPr>
        <p:spPr>
          <a:xfrm rot="5735881">
            <a:off x="227309" y="31937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37"/>
          <p:cNvSpPr/>
          <p:nvPr/>
        </p:nvSpPr>
        <p:spPr>
          <a:xfrm>
            <a:off x="8362875" y="1558827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2" name="Google Shape;492;p37"/>
          <p:cNvGrpSpPr/>
          <p:nvPr/>
        </p:nvGrpSpPr>
        <p:grpSpPr>
          <a:xfrm>
            <a:off x="415902" y="404799"/>
            <a:ext cx="150927" cy="143533"/>
            <a:chOff x="3716290" y="4256524"/>
            <a:chExt cx="150927" cy="143533"/>
          </a:xfrm>
        </p:grpSpPr>
        <p:sp>
          <p:nvSpPr>
            <p:cNvPr id="493" name="Google Shape;493;p37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" name="Google Shape;494;p37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" name="Google Shape;495;p37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96" name="Google Shape;496;p37"/>
          <p:cNvSpPr/>
          <p:nvPr/>
        </p:nvSpPr>
        <p:spPr>
          <a:xfrm rot="3716763">
            <a:off x="5559849" y="4768937"/>
            <a:ext cx="111774" cy="105399"/>
          </a:xfrm>
          <a:custGeom>
            <a:rect b="b" l="l" r="r" t="t"/>
            <a:pathLst>
              <a:path extrusionOk="0" h="4216" w="4471">
                <a:moveTo>
                  <a:pt x="2432" y="1"/>
                </a:moveTo>
                <a:cubicBezTo>
                  <a:pt x="2379" y="1"/>
                  <a:pt x="2332" y="37"/>
                  <a:pt x="2320" y="92"/>
                </a:cubicBezTo>
                <a:lnTo>
                  <a:pt x="1960" y="1746"/>
                </a:lnTo>
                <a:cubicBezTo>
                  <a:pt x="1364" y="1561"/>
                  <a:pt x="761" y="1402"/>
                  <a:pt x="152" y="1271"/>
                </a:cubicBezTo>
                <a:cubicBezTo>
                  <a:pt x="143" y="1269"/>
                  <a:pt x="135" y="1268"/>
                  <a:pt x="126" y="1268"/>
                </a:cubicBezTo>
                <a:cubicBezTo>
                  <a:pt x="73" y="1268"/>
                  <a:pt x="26" y="1305"/>
                  <a:pt x="15" y="1359"/>
                </a:cubicBezTo>
                <a:cubicBezTo>
                  <a:pt x="1" y="1422"/>
                  <a:pt x="40" y="1482"/>
                  <a:pt x="103" y="1496"/>
                </a:cubicBezTo>
                <a:cubicBezTo>
                  <a:pt x="712" y="1627"/>
                  <a:pt x="1315" y="1787"/>
                  <a:pt x="1911" y="1972"/>
                </a:cubicBezTo>
                <a:lnTo>
                  <a:pt x="1454" y="4076"/>
                </a:lnTo>
                <a:cubicBezTo>
                  <a:pt x="1440" y="4137"/>
                  <a:pt x="1481" y="4199"/>
                  <a:pt x="1543" y="4213"/>
                </a:cubicBezTo>
                <a:cubicBezTo>
                  <a:pt x="1551" y="4215"/>
                  <a:pt x="1559" y="4215"/>
                  <a:pt x="1567" y="4215"/>
                </a:cubicBezTo>
                <a:cubicBezTo>
                  <a:pt x="1620" y="4215"/>
                  <a:pt x="1668" y="4178"/>
                  <a:pt x="1681" y="4125"/>
                </a:cubicBezTo>
                <a:lnTo>
                  <a:pt x="2132" y="2041"/>
                </a:lnTo>
                <a:cubicBezTo>
                  <a:pt x="2867" y="2278"/>
                  <a:pt x="3589" y="2554"/>
                  <a:pt x="4292" y="2870"/>
                </a:cubicBezTo>
                <a:cubicBezTo>
                  <a:pt x="4307" y="2876"/>
                  <a:pt x="4323" y="2880"/>
                  <a:pt x="4338" y="2880"/>
                </a:cubicBezTo>
                <a:cubicBezTo>
                  <a:pt x="4382" y="2880"/>
                  <a:pt x="4425" y="2854"/>
                  <a:pt x="4443" y="2812"/>
                </a:cubicBezTo>
                <a:cubicBezTo>
                  <a:pt x="4470" y="2754"/>
                  <a:pt x="4443" y="2685"/>
                  <a:pt x="4385" y="2660"/>
                </a:cubicBezTo>
                <a:cubicBezTo>
                  <a:pt x="3669" y="2337"/>
                  <a:pt x="2931" y="2056"/>
                  <a:pt x="2182" y="1815"/>
                </a:cubicBezTo>
                <a:lnTo>
                  <a:pt x="2546" y="140"/>
                </a:lnTo>
                <a:cubicBezTo>
                  <a:pt x="2559" y="78"/>
                  <a:pt x="2519" y="16"/>
                  <a:pt x="2457" y="3"/>
                </a:cubicBezTo>
                <a:cubicBezTo>
                  <a:pt x="2448" y="1"/>
                  <a:pt x="2440" y="1"/>
                  <a:pt x="243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37"/>
          <p:cNvSpPr/>
          <p:nvPr/>
        </p:nvSpPr>
        <p:spPr>
          <a:xfrm rot="3432077">
            <a:off x="1679833" y="289671"/>
            <a:ext cx="241811" cy="131393"/>
          </a:xfrm>
          <a:custGeom>
            <a:rect b="b" l="l" r="r" t="t"/>
            <a:pathLst>
              <a:path extrusionOk="0" h="5669" w="10433">
                <a:moveTo>
                  <a:pt x="3622" y="2187"/>
                </a:moveTo>
                <a:cubicBezTo>
                  <a:pt x="4122" y="2187"/>
                  <a:pt x="4610" y="2289"/>
                  <a:pt x="5046" y="2496"/>
                </a:cubicBezTo>
                <a:cubicBezTo>
                  <a:pt x="5440" y="2683"/>
                  <a:pt x="5699" y="2904"/>
                  <a:pt x="5838" y="3172"/>
                </a:cubicBezTo>
                <a:cubicBezTo>
                  <a:pt x="5979" y="3446"/>
                  <a:pt x="6004" y="3802"/>
                  <a:pt x="5906" y="4173"/>
                </a:cubicBezTo>
                <a:cubicBezTo>
                  <a:pt x="5763" y="4715"/>
                  <a:pt x="5399" y="5162"/>
                  <a:pt x="4936" y="5368"/>
                </a:cubicBezTo>
                <a:cubicBezTo>
                  <a:pt x="4751" y="5450"/>
                  <a:pt x="4550" y="5490"/>
                  <a:pt x="4352" y="5490"/>
                </a:cubicBezTo>
                <a:cubicBezTo>
                  <a:pt x="4022" y="5490"/>
                  <a:pt x="3699" y="5380"/>
                  <a:pt x="3467" y="5171"/>
                </a:cubicBezTo>
                <a:cubicBezTo>
                  <a:pt x="3041" y="4788"/>
                  <a:pt x="2893" y="4104"/>
                  <a:pt x="3069" y="3341"/>
                </a:cubicBezTo>
                <a:cubicBezTo>
                  <a:pt x="3163" y="2932"/>
                  <a:pt x="3330" y="2544"/>
                  <a:pt x="3556" y="2188"/>
                </a:cubicBezTo>
                <a:cubicBezTo>
                  <a:pt x="3578" y="2187"/>
                  <a:pt x="3600" y="2187"/>
                  <a:pt x="3622" y="2187"/>
                </a:cubicBezTo>
                <a:close/>
                <a:moveTo>
                  <a:pt x="7372" y="1"/>
                </a:moveTo>
                <a:cubicBezTo>
                  <a:pt x="6895" y="1"/>
                  <a:pt x="6425" y="64"/>
                  <a:pt x="5976" y="193"/>
                </a:cubicBezTo>
                <a:cubicBezTo>
                  <a:pt x="4925" y="494"/>
                  <a:pt x="4027" y="1159"/>
                  <a:pt x="3458" y="2012"/>
                </a:cubicBezTo>
                <a:cubicBezTo>
                  <a:pt x="3026" y="2032"/>
                  <a:pt x="2588" y="2124"/>
                  <a:pt x="2163" y="2290"/>
                </a:cubicBezTo>
                <a:cubicBezTo>
                  <a:pt x="1166" y="2679"/>
                  <a:pt x="383" y="3422"/>
                  <a:pt x="19" y="4328"/>
                </a:cubicBezTo>
                <a:cubicBezTo>
                  <a:pt x="0" y="4373"/>
                  <a:pt x="22" y="4425"/>
                  <a:pt x="67" y="4444"/>
                </a:cubicBezTo>
                <a:cubicBezTo>
                  <a:pt x="78" y="4448"/>
                  <a:pt x="90" y="4450"/>
                  <a:pt x="101" y="4450"/>
                </a:cubicBezTo>
                <a:cubicBezTo>
                  <a:pt x="136" y="4450"/>
                  <a:pt x="169" y="4429"/>
                  <a:pt x="183" y="4394"/>
                </a:cubicBezTo>
                <a:cubicBezTo>
                  <a:pt x="530" y="3534"/>
                  <a:pt x="1276" y="2828"/>
                  <a:pt x="2228" y="2456"/>
                </a:cubicBezTo>
                <a:cubicBezTo>
                  <a:pt x="2594" y="2313"/>
                  <a:pt x="2969" y="2227"/>
                  <a:pt x="3341" y="2198"/>
                </a:cubicBezTo>
                <a:lnTo>
                  <a:pt x="3341" y="2198"/>
                </a:lnTo>
                <a:cubicBezTo>
                  <a:pt x="3136" y="2543"/>
                  <a:pt x="2985" y="2913"/>
                  <a:pt x="2896" y="3300"/>
                </a:cubicBezTo>
                <a:cubicBezTo>
                  <a:pt x="2705" y="4128"/>
                  <a:pt x="2874" y="4876"/>
                  <a:pt x="3348" y="5303"/>
                </a:cubicBezTo>
                <a:cubicBezTo>
                  <a:pt x="3612" y="5542"/>
                  <a:pt x="3980" y="5667"/>
                  <a:pt x="4353" y="5667"/>
                </a:cubicBezTo>
                <a:lnTo>
                  <a:pt x="4353" y="5668"/>
                </a:lnTo>
                <a:cubicBezTo>
                  <a:pt x="4576" y="5668"/>
                  <a:pt x="4801" y="5623"/>
                  <a:pt x="5009" y="5532"/>
                </a:cubicBezTo>
                <a:cubicBezTo>
                  <a:pt x="5521" y="5303"/>
                  <a:pt x="5921" y="4812"/>
                  <a:pt x="6078" y="4220"/>
                </a:cubicBezTo>
                <a:cubicBezTo>
                  <a:pt x="6188" y="3805"/>
                  <a:pt x="6158" y="3403"/>
                  <a:pt x="5996" y="3090"/>
                </a:cubicBezTo>
                <a:cubicBezTo>
                  <a:pt x="5839" y="2786"/>
                  <a:pt x="5553" y="2539"/>
                  <a:pt x="5123" y="2335"/>
                </a:cubicBezTo>
                <a:cubicBezTo>
                  <a:pt x="4678" y="2125"/>
                  <a:pt x="4185" y="2016"/>
                  <a:pt x="3676" y="2009"/>
                </a:cubicBezTo>
                <a:cubicBezTo>
                  <a:pt x="4224" y="1239"/>
                  <a:pt x="5056" y="641"/>
                  <a:pt x="6025" y="364"/>
                </a:cubicBezTo>
                <a:cubicBezTo>
                  <a:pt x="6458" y="240"/>
                  <a:pt x="6912" y="179"/>
                  <a:pt x="7373" y="179"/>
                </a:cubicBezTo>
                <a:cubicBezTo>
                  <a:pt x="8352" y="179"/>
                  <a:pt x="9365" y="454"/>
                  <a:pt x="10286" y="986"/>
                </a:cubicBezTo>
                <a:cubicBezTo>
                  <a:pt x="10300" y="994"/>
                  <a:pt x="10315" y="998"/>
                  <a:pt x="10330" y="998"/>
                </a:cubicBezTo>
                <a:cubicBezTo>
                  <a:pt x="10360" y="998"/>
                  <a:pt x="10391" y="982"/>
                  <a:pt x="10408" y="953"/>
                </a:cubicBezTo>
                <a:cubicBezTo>
                  <a:pt x="10432" y="912"/>
                  <a:pt x="10417" y="857"/>
                  <a:pt x="10374" y="832"/>
                </a:cubicBezTo>
                <a:cubicBezTo>
                  <a:pt x="9426" y="284"/>
                  <a:pt x="8382" y="1"/>
                  <a:pt x="737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37"/>
          <p:cNvSpPr/>
          <p:nvPr/>
        </p:nvSpPr>
        <p:spPr>
          <a:xfrm flipH="1" rot="8517656">
            <a:off x="1570209" y="4785078"/>
            <a:ext cx="150934" cy="184018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CUSTOM_1_1_2_1"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38"/>
          <p:cNvSpPr txBox="1"/>
          <p:nvPr>
            <p:ph idx="1" type="subTitle"/>
          </p:nvPr>
        </p:nvSpPr>
        <p:spPr>
          <a:xfrm>
            <a:off x="3998654" y="3632226"/>
            <a:ext cx="3189000" cy="96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1" name="Google Shape;501;p38"/>
          <p:cNvSpPr txBox="1"/>
          <p:nvPr>
            <p:ph type="title"/>
          </p:nvPr>
        </p:nvSpPr>
        <p:spPr>
          <a:xfrm>
            <a:off x="3998549" y="2725975"/>
            <a:ext cx="3189000" cy="9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02" name="Google Shape;502;p38"/>
          <p:cNvSpPr/>
          <p:nvPr/>
        </p:nvSpPr>
        <p:spPr>
          <a:xfrm>
            <a:off x="8646764" y="3379631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38"/>
          <p:cNvSpPr/>
          <p:nvPr/>
        </p:nvSpPr>
        <p:spPr>
          <a:xfrm flipH="1">
            <a:off x="4180551" y="364697"/>
            <a:ext cx="195691" cy="64977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p38"/>
          <p:cNvSpPr/>
          <p:nvPr/>
        </p:nvSpPr>
        <p:spPr>
          <a:xfrm flipH="1">
            <a:off x="8756275" y="2247440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38"/>
          <p:cNvSpPr/>
          <p:nvPr/>
        </p:nvSpPr>
        <p:spPr>
          <a:xfrm>
            <a:off x="970837" y="4676902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38"/>
          <p:cNvSpPr/>
          <p:nvPr/>
        </p:nvSpPr>
        <p:spPr>
          <a:xfrm rot="2912381">
            <a:off x="7426524" y="4689324"/>
            <a:ext cx="186646" cy="179695"/>
          </a:xfrm>
          <a:custGeom>
            <a:rect b="b" l="l" r="r" t="t"/>
            <a:pathLst>
              <a:path extrusionOk="0" h="10858" w="11278">
                <a:moveTo>
                  <a:pt x="8421" y="0"/>
                </a:moveTo>
                <a:cubicBezTo>
                  <a:pt x="7701" y="0"/>
                  <a:pt x="6965" y="260"/>
                  <a:pt x="6410" y="724"/>
                </a:cubicBezTo>
                <a:cubicBezTo>
                  <a:pt x="5421" y="1554"/>
                  <a:pt x="4965" y="2897"/>
                  <a:pt x="4978" y="4188"/>
                </a:cubicBezTo>
                <a:cubicBezTo>
                  <a:pt x="4552" y="3936"/>
                  <a:pt x="4069" y="3820"/>
                  <a:pt x="3581" y="3820"/>
                </a:cubicBezTo>
                <a:cubicBezTo>
                  <a:pt x="2474" y="3820"/>
                  <a:pt x="1342" y="4420"/>
                  <a:pt x="793" y="5399"/>
                </a:cubicBezTo>
                <a:cubicBezTo>
                  <a:pt x="0" y="6811"/>
                  <a:pt x="434" y="8746"/>
                  <a:pt x="1669" y="9790"/>
                </a:cubicBezTo>
                <a:cubicBezTo>
                  <a:pt x="2571" y="10554"/>
                  <a:pt x="3789" y="10858"/>
                  <a:pt x="4972" y="10858"/>
                </a:cubicBezTo>
                <a:cubicBezTo>
                  <a:pt x="4999" y="10858"/>
                  <a:pt x="5025" y="10858"/>
                  <a:pt x="5052" y="10857"/>
                </a:cubicBezTo>
                <a:cubicBezTo>
                  <a:pt x="6260" y="10845"/>
                  <a:pt x="7445" y="10545"/>
                  <a:pt x="8615" y="10249"/>
                </a:cubicBezTo>
                <a:cubicBezTo>
                  <a:pt x="9988" y="8617"/>
                  <a:pt x="10721" y="6674"/>
                  <a:pt x="11042" y="4664"/>
                </a:cubicBezTo>
                <a:cubicBezTo>
                  <a:pt x="11277" y="3179"/>
                  <a:pt x="11181" y="1419"/>
                  <a:pt x="9988" y="504"/>
                </a:cubicBezTo>
                <a:cubicBezTo>
                  <a:pt x="9538" y="159"/>
                  <a:pt x="8984" y="0"/>
                  <a:pt x="842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38"/>
          <p:cNvSpPr/>
          <p:nvPr/>
        </p:nvSpPr>
        <p:spPr>
          <a:xfrm>
            <a:off x="6828412" y="294927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38"/>
          <p:cNvSpPr/>
          <p:nvPr/>
        </p:nvSpPr>
        <p:spPr>
          <a:xfrm rot="5735881">
            <a:off x="3808809" y="4720302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38"/>
          <p:cNvSpPr/>
          <p:nvPr/>
        </p:nvSpPr>
        <p:spPr>
          <a:xfrm rot="3432077">
            <a:off x="364208" y="817271"/>
            <a:ext cx="241811" cy="131393"/>
          </a:xfrm>
          <a:custGeom>
            <a:rect b="b" l="l" r="r" t="t"/>
            <a:pathLst>
              <a:path extrusionOk="0" h="5669" w="10433">
                <a:moveTo>
                  <a:pt x="3622" y="2187"/>
                </a:moveTo>
                <a:cubicBezTo>
                  <a:pt x="4122" y="2187"/>
                  <a:pt x="4610" y="2289"/>
                  <a:pt x="5046" y="2496"/>
                </a:cubicBezTo>
                <a:cubicBezTo>
                  <a:pt x="5440" y="2683"/>
                  <a:pt x="5699" y="2904"/>
                  <a:pt x="5838" y="3172"/>
                </a:cubicBezTo>
                <a:cubicBezTo>
                  <a:pt x="5979" y="3446"/>
                  <a:pt x="6004" y="3802"/>
                  <a:pt x="5906" y="4173"/>
                </a:cubicBezTo>
                <a:cubicBezTo>
                  <a:pt x="5763" y="4715"/>
                  <a:pt x="5399" y="5162"/>
                  <a:pt x="4936" y="5368"/>
                </a:cubicBezTo>
                <a:cubicBezTo>
                  <a:pt x="4751" y="5450"/>
                  <a:pt x="4550" y="5490"/>
                  <a:pt x="4352" y="5490"/>
                </a:cubicBezTo>
                <a:cubicBezTo>
                  <a:pt x="4022" y="5490"/>
                  <a:pt x="3699" y="5380"/>
                  <a:pt x="3467" y="5171"/>
                </a:cubicBezTo>
                <a:cubicBezTo>
                  <a:pt x="3041" y="4788"/>
                  <a:pt x="2893" y="4104"/>
                  <a:pt x="3069" y="3341"/>
                </a:cubicBezTo>
                <a:cubicBezTo>
                  <a:pt x="3163" y="2932"/>
                  <a:pt x="3330" y="2544"/>
                  <a:pt x="3556" y="2188"/>
                </a:cubicBezTo>
                <a:cubicBezTo>
                  <a:pt x="3578" y="2187"/>
                  <a:pt x="3600" y="2187"/>
                  <a:pt x="3622" y="2187"/>
                </a:cubicBezTo>
                <a:close/>
                <a:moveTo>
                  <a:pt x="7372" y="1"/>
                </a:moveTo>
                <a:cubicBezTo>
                  <a:pt x="6895" y="1"/>
                  <a:pt x="6425" y="64"/>
                  <a:pt x="5976" y="193"/>
                </a:cubicBezTo>
                <a:cubicBezTo>
                  <a:pt x="4925" y="494"/>
                  <a:pt x="4027" y="1159"/>
                  <a:pt x="3458" y="2012"/>
                </a:cubicBezTo>
                <a:cubicBezTo>
                  <a:pt x="3026" y="2032"/>
                  <a:pt x="2588" y="2124"/>
                  <a:pt x="2163" y="2290"/>
                </a:cubicBezTo>
                <a:cubicBezTo>
                  <a:pt x="1166" y="2679"/>
                  <a:pt x="383" y="3422"/>
                  <a:pt x="19" y="4328"/>
                </a:cubicBezTo>
                <a:cubicBezTo>
                  <a:pt x="0" y="4373"/>
                  <a:pt x="22" y="4425"/>
                  <a:pt x="67" y="4444"/>
                </a:cubicBezTo>
                <a:cubicBezTo>
                  <a:pt x="78" y="4448"/>
                  <a:pt x="90" y="4450"/>
                  <a:pt x="101" y="4450"/>
                </a:cubicBezTo>
                <a:cubicBezTo>
                  <a:pt x="136" y="4450"/>
                  <a:pt x="169" y="4429"/>
                  <a:pt x="183" y="4394"/>
                </a:cubicBezTo>
                <a:cubicBezTo>
                  <a:pt x="530" y="3534"/>
                  <a:pt x="1276" y="2828"/>
                  <a:pt x="2228" y="2456"/>
                </a:cubicBezTo>
                <a:cubicBezTo>
                  <a:pt x="2594" y="2313"/>
                  <a:pt x="2969" y="2227"/>
                  <a:pt x="3341" y="2198"/>
                </a:cubicBezTo>
                <a:lnTo>
                  <a:pt x="3341" y="2198"/>
                </a:lnTo>
                <a:cubicBezTo>
                  <a:pt x="3136" y="2543"/>
                  <a:pt x="2985" y="2913"/>
                  <a:pt x="2896" y="3300"/>
                </a:cubicBezTo>
                <a:cubicBezTo>
                  <a:pt x="2705" y="4128"/>
                  <a:pt x="2874" y="4876"/>
                  <a:pt x="3348" y="5303"/>
                </a:cubicBezTo>
                <a:cubicBezTo>
                  <a:pt x="3612" y="5542"/>
                  <a:pt x="3980" y="5667"/>
                  <a:pt x="4353" y="5667"/>
                </a:cubicBezTo>
                <a:lnTo>
                  <a:pt x="4353" y="5668"/>
                </a:lnTo>
                <a:cubicBezTo>
                  <a:pt x="4576" y="5668"/>
                  <a:pt x="4801" y="5623"/>
                  <a:pt x="5009" y="5532"/>
                </a:cubicBezTo>
                <a:cubicBezTo>
                  <a:pt x="5521" y="5303"/>
                  <a:pt x="5921" y="4812"/>
                  <a:pt x="6078" y="4220"/>
                </a:cubicBezTo>
                <a:cubicBezTo>
                  <a:pt x="6188" y="3805"/>
                  <a:pt x="6158" y="3403"/>
                  <a:pt x="5996" y="3090"/>
                </a:cubicBezTo>
                <a:cubicBezTo>
                  <a:pt x="5839" y="2786"/>
                  <a:pt x="5553" y="2539"/>
                  <a:pt x="5123" y="2335"/>
                </a:cubicBezTo>
                <a:cubicBezTo>
                  <a:pt x="4678" y="2125"/>
                  <a:pt x="4185" y="2016"/>
                  <a:pt x="3676" y="2009"/>
                </a:cubicBezTo>
                <a:cubicBezTo>
                  <a:pt x="4224" y="1239"/>
                  <a:pt x="5056" y="641"/>
                  <a:pt x="6025" y="364"/>
                </a:cubicBezTo>
                <a:cubicBezTo>
                  <a:pt x="6458" y="240"/>
                  <a:pt x="6912" y="179"/>
                  <a:pt x="7373" y="179"/>
                </a:cubicBezTo>
                <a:cubicBezTo>
                  <a:pt x="8352" y="179"/>
                  <a:pt x="9365" y="454"/>
                  <a:pt x="10286" y="986"/>
                </a:cubicBezTo>
                <a:cubicBezTo>
                  <a:pt x="10300" y="994"/>
                  <a:pt x="10315" y="998"/>
                  <a:pt x="10330" y="998"/>
                </a:cubicBezTo>
                <a:cubicBezTo>
                  <a:pt x="10360" y="998"/>
                  <a:pt x="10391" y="982"/>
                  <a:pt x="10408" y="953"/>
                </a:cubicBezTo>
                <a:cubicBezTo>
                  <a:pt x="10432" y="912"/>
                  <a:pt x="10417" y="857"/>
                  <a:pt x="10374" y="832"/>
                </a:cubicBezTo>
                <a:cubicBezTo>
                  <a:pt x="9426" y="284"/>
                  <a:pt x="8382" y="1"/>
                  <a:pt x="737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38"/>
          <p:cNvSpPr/>
          <p:nvPr/>
        </p:nvSpPr>
        <p:spPr>
          <a:xfrm flipH="1" rot="8517656">
            <a:off x="8632784" y="969278"/>
            <a:ext cx="150934" cy="184018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11" name="Google Shape;511;p38"/>
          <p:cNvGrpSpPr/>
          <p:nvPr/>
        </p:nvGrpSpPr>
        <p:grpSpPr>
          <a:xfrm>
            <a:off x="519165" y="2499986"/>
            <a:ext cx="150927" cy="143533"/>
            <a:chOff x="3716290" y="4256524"/>
            <a:chExt cx="150927" cy="143533"/>
          </a:xfrm>
        </p:grpSpPr>
        <p:sp>
          <p:nvSpPr>
            <p:cNvPr id="512" name="Google Shape;512;p38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" name="Google Shape;513;p38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" name="Google Shape;514;p38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15" name="Google Shape;515;p38"/>
          <p:cNvSpPr/>
          <p:nvPr/>
        </p:nvSpPr>
        <p:spPr>
          <a:xfrm flipH="1" rot="1092080">
            <a:off x="7635407" y="3738006"/>
            <a:ext cx="1659432" cy="1367204"/>
          </a:xfrm>
          <a:custGeom>
            <a:rect b="b" l="l" r="r" t="t"/>
            <a:pathLst>
              <a:path extrusionOk="0" h="29503" w="35809">
                <a:moveTo>
                  <a:pt x="15987" y="1"/>
                </a:moveTo>
                <a:cubicBezTo>
                  <a:pt x="15307" y="1"/>
                  <a:pt x="14281" y="3232"/>
                  <a:pt x="14368" y="6973"/>
                </a:cubicBezTo>
                <a:cubicBezTo>
                  <a:pt x="14458" y="10828"/>
                  <a:pt x="15190" y="13875"/>
                  <a:pt x="15404" y="14690"/>
                </a:cubicBezTo>
                <a:cubicBezTo>
                  <a:pt x="14257" y="15585"/>
                  <a:pt x="13139" y="16472"/>
                  <a:pt x="12154" y="17278"/>
                </a:cubicBezTo>
                <a:cubicBezTo>
                  <a:pt x="12377" y="15499"/>
                  <a:pt x="13438" y="6337"/>
                  <a:pt x="11926" y="5049"/>
                </a:cubicBezTo>
                <a:cubicBezTo>
                  <a:pt x="11844" y="4980"/>
                  <a:pt x="11771" y="4947"/>
                  <a:pt x="11706" y="4947"/>
                </a:cubicBezTo>
                <a:cubicBezTo>
                  <a:pt x="10531" y="4947"/>
                  <a:pt x="11858" y="15586"/>
                  <a:pt x="12085" y="17335"/>
                </a:cubicBezTo>
                <a:cubicBezTo>
                  <a:pt x="11392" y="17902"/>
                  <a:pt x="10768" y="18428"/>
                  <a:pt x="10252" y="18884"/>
                </a:cubicBezTo>
                <a:cubicBezTo>
                  <a:pt x="9784" y="19295"/>
                  <a:pt x="9290" y="19737"/>
                  <a:pt x="8781" y="20197"/>
                </a:cubicBezTo>
                <a:cubicBezTo>
                  <a:pt x="8837" y="19388"/>
                  <a:pt x="8963" y="17101"/>
                  <a:pt x="8739" y="15321"/>
                </a:cubicBezTo>
                <a:cubicBezTo>
                  <a:pt x="8461" y="13121"/>
                  <a:pt x="8054" y="9892"/>
                  <a:pt x="7037" y="8882"/>
                </a:cubicBezTo>
                <a:cubicBezTo>
                  <a:pt x="6947" y="8793"/>
                  <a:pt x="6865" y="8751"/>
                  <a:pt x="6789" y="8751"/>
                </a:cubicBezTo>
                <a:cubicBezTo>
                  <a:pt x="6001" y="8751"/>
                  <a:pt x="5945" y="13255"/>
                  <a:pt x="6706" y="16066"/>
                </a:cubicBezTo>
                <a:cubicBezTo>
                  <a:pt x="7376" y="18540"/>
                  <a:pt x="8293" y="19896"/>
                  <a:pt x="8628" y="20336"/>
                </a:cubicBezTo>
                <a:cubicBezTo>
                  <a:pt x="7462" y="21390"/>
                  <a:pt x="6232" y="22525"/>
                  <a:pt x="5096" y="23580"/>
                </a:cubicBezTo>
                <a:cubicBezTo>
                  <a:pt x="4742" y="21933"/>
                  <a:pt x="2590" y="12171"/>
                  <a:pt x="1305" y="11870"/>
                </a:cubicBezTo>
                <a:cubicBezTo>
                  <a:pt x="1249" y="11856"/>
                  <a:pt x="1196" y="11850"/>
                  <a:pt x="1148" y="11850"/>
                </a:cubicBezTo>
                <a:cubicBezTo>
                  <a:pt x="0" y="11850"/>
                  <a:pt x="1144" y="15497"/>
                  <a:pt x="2010" y="18541"/>
                </a:cubicBezTo>
                <a:cubicBezTo>
                  <a:pt x="2773" y="21225"/>
                  <a:pt x="4488" y="23142"/>
                  <a:pt x="5000" y="23669"/>
                </a:cubicBezTo>
                <a:cubicBezTo>
                  <a:pt x="2665" y="25843"/>
                  <a:pt x="761" y="27656"/>
                  <a:pt x="729" y="27687"/>
                </a:cubicBezTo>
                <a:cubicBezTo>
                  <a:pt x="645" y="27766"/>
                  <a:pt x="643" y="27898"/>
                  <a:pt x="722" y="27982"/>
                </a:cubicBezTo>
                <a:cubicBezTo>
                  <a:pt x="763" y="28024"/>
                  <a:pt x="818" y="28046"/>
                  <a:pt x="873" y="28046"/>
                </a:cubicBezTo>
                <a:cubicBezTo>
                  <a:pt x="924" y="28046"/>
                  <a:pt x="976" y="28027"/>
                  <a:pt x="1015" y="27989"/>
                </a:cubicBezTo>
                <a:cubicBezTo>
                  <a:pt x="1044" y="27961"/>
                  <a:pt x="2508" y="26567"/>
                  <a:pt x="4438" y="24762"/>
                </a:cubicBezTo>
                <a:cubicBezTo>
                  <a:pt x="4937" y="25299"/>
                  <a:pt x="7022" y="27416"/>
                  <a:pt x="9822" y="28442"/>
                </a:cubicBezTo>
                <a:cubicBezTo>
                  <a:pt x="11569" y="29082"/>
                  <a:pt x="13043" y="29502"/>
                  <a:pt x="13944" y="29502"/>
                </a:cubicBezTo>
                <a:cubicBezTo>
                  <a:pt x="14706" y="29502"/>
                  <a:pt x="15060" y="29202"/>
                  <a:pt x="14824" y="28481"/>
                </a:cubicBezTo>
                <a:cubicBezTo>
                  <a:pt x="14353" y="27037"/>
                  <a:pt x="5935" y="25011"/>
                  <a:pt x="4525" y="24682"/>
                </a:cubicBezTo>
                <a:cubicBezTo>
                  <a:pt x="5736" y="23550"/>
                  <a:pt x="7122" y="22265"/>
                  <a:pt x="8453" y="21056"/>
                </a:cubicBezTo>
                <a:cubicBezTo>
                  <a:pt x="9028" y="21495"/>
                  <a:pt x="11038" y="22939"/>
                  <a:pt x="13519" y="23705"/>
                </a:cubicBezTo>
                <a:cubicBezTo>
                  <a:pt x="14917" y="24137"/>
                  <a:pt x="16280" y="24373"/>
                  <a:pt x="17219" y="24373"/>
                </a:cubicBezTo>
                <a:cubicBezTo>
                  <a:pt x="18262" y="24373"/>
                  <a:pt x="18784" y="24082"/>
                  <a:pt x="18253" y="23442"/>
                </a:cubicBezTo>
                <a:cubicBezTo>
                  <a:pt x="17346" y="22351"/>
                  <a:pt x="10041" y="21192"/>
                  <a:pt x="8551" y="20966"/>
                </a:cubicBezTo>
                <a:cubicBezTo>
                  <a:pt x="9238" y="20343"/>
                  <a:pt x="9907" y="19742"/>
                  <a:pt x="10527" y="19194"/>
                </a:cubicBezTo>
                <a:cubicBezTo>
                  <a:pt x="11026" y="18755"/>
                  <a:pt x="11626" y="18249"/>
                  <a:pt x="12292" y="17703"/>
                </a:cubicBezTo>
                <a:cubicBezTo>
                  <a:pt x="13223" y="18361"/>
                  <a:pt x="17658" y="21405"/>
                  <a:pt x="20039" y="21405"/>
                </a:cubicBezTo>
                <a:cubicBezTo>
                  <a:pt x="20668" y="21405"/>
                  <a:pt x="21154" y="21192"/>
                  <a:pt x="21393" y="20666"/>
                </a:cubicBezTo>
                <a:cubicBezTo>
                  <a:pt x="22518" y="18195"/>
                  <a:pt x="14163" y="17671"/>
                  <a:pt x="12429" y="17590"/>
                </a:cubicBezTo>
                <a:cubicBezTo>
                  <a:pt x="13473" y="16737"/>
                  <a:pt x="14669" y="15789"/>
                  <a:pt x="15889" y="14839"/>
                </a:cubicBezTo>
                <a:cubicBezTo>
                  <a:pt x="16572" y="15469"/>
                  <a:pt x="21288" y="19753"/>
                  <a:pt x="23143" y="19753"/>
                </a:cubicBezTo>
                <a:cubicBezTo>
                  <a:pt x="23456" y="19753"/>
                  <a:pt x="23687" y="19631"/>
                  <a:pt x="23804" y="19349"/>
                </a:cubicBezTo>
                <a:cubicBezTo>
                  <a:pt x="24607" y="17414"/>
                  <a:pt x="17037" y="15122"/>
                  <a:pt x="15939" y="14801"/>
                </a:cubicBezTo>
                <a:cubicBezTo>
                  <a:pt x="16884" y="14064"/>
                  <a:pt x="17842" y="13326"/>
                  <a:pt x="18753" y="12632"/>
                </a:cubicBezTo>
                <a:cubicBezTo>
                  <a:pt x="19677" y="13167"/>
                  <a:pt x="23672" y="15409"/>
                  <a:pt x="25766" y="15409"/>
                </a:cubicBezTo>
                <a:cubicBezTo>
                  <a:pt x="26368" y="15409"/>
                  <a:pt x="26812" y="15224"/>
                  <a:pt x="26983" y="14760"/>
                </a:cubicBezTo>
                <a:cubicBezTo>
                  <a:pt x="27726" y="12728"/>
                  <a:pt x="20565" y="12536"/>
                  <a:pt x="18900" y="12519"/>
                </a:cubicBezTo>
                <a:cubicBezTo>
                  <a:pt x="19594" y="11990"/>
                  <a:pt x="20257" y="11488"/>
                  <a:pt x="20864" y="11030"/>
                </a:cubicBezTo>
                <a:cubicBezTo>
                  <a:pt x="21653" y="11329"/>
                  <a:pt x="24365" y="12297"/>
                  <a:pt x="26536" y="12297"/>
                </a:cubicBezTo>
                <a:cubicBezTo>
                  <a:pt x="27567" y="12297"/>
                  <a:pt x="28476" y="12079"/>
                  <a:pt x="29000" y="11468"/>
                </a:cubicBezTo>
                <a:cubicBezTo>
                  <a:pt x="29730" y="10616"/>
                  <a:pt x="28546" y="10360"/>
                  <a:pt x="26858" y="10360"/>
                </a:cubicBezTo>
                <a:cubicBezTo>
                  <a:pt x="24844" y="10360"/>
                  <a:pt x="22113" y="10725"/>
                  <a:pt x="21068" y="10877"/>
                </a:cubicBezTo>
                <a:cubicBezTo>
                  <a:pt x="22154" y="10058"/>
                  <a:pt x="23038" y="9398"/>
                  <a:pt x="23557" y="9010"/>
                </a:cubicBezTo>
                <a:cubicBezTo>
                  <a:pt x="24913" y="8524"/>
                  <a:pt x="28112" y="7282"/>
                  <a:pt x="30457" y="5643"/>
                </a:cubicBezTo>
                <a:cubicBezTo>
                  <a:pt x="33505" y="3511"/>
                  <a:pt x="35808" y="1748"/>
                  <a:pt x="34285" y="1564"/>
                </a:cubicBezTo>
                <a:cubicBezTo>
                  <a:pt x="34255" y="1560"/>
                  <a:pt x="34222" y="1558"/>
                  <a:pt x="34187" y="1558"/>
                </a:cubicBezTo>
                <a:cubicBezTo>
                  <a:pt x="32630" y="1558"/>
                  <a:pt x="26873" y="5224"/>
                  <a:pt x="23715" y="8376"/>
                </a:cubicBezTo>
                <a:cubicBezTo>
                  <a:pt x="23400" y="8610"/>
                  <a:pt x="22367" y="9377"/>
                  <a:pt x="20979" y="10423"/>
                </a:cubicBezTo>
                <a:cubicBezTo>
                  <a:pt x="22252" y="8480"/>
                  <a:pt x="26568" y="1726"/>
                  <a:pt x="25050" y="1726"/>
                </a:cubicBezTo>
                <a:cubicBezTo>
                  <a:pt x="24989" y="1726"/>
                  <a:pt x="24920" y="1736"/>
                  <a:pt x="24840" y="1758"/>
                </a:cubicBezTo>
                <a:cubicBezTo>
                  <a:pt x="22704" y="2355"/>
                  <a:pt x="21055" y="9093"/>
                  <a:pt x="20705" y="10630"/>
                </a:cubicBezTo>
                <a:cubicBezTo>
                  <a:pt x="19973" y="11182"/>
                  <a:pt x="19154" y="11802"/>
                  <a:pt x="18298" y="12456"/>
                </a:cubicBezTo>
                <a:cubicBezTo>
                  <a:pt x="18846" y="10632"/>
                  <a:pt x="21322" y="2040"/>
                  <a:pt x="19462" y="1752"/>
                </a:cubicBezTo>
                <a:cubicBezTo>
                  <a:pt x="19433" y="1747"/>
                  <a:pt x="19404" y="1745"/>
                  <a:pt x="19376" y="1745"/>
                </a:cubicBezTo>
                <a:cubicBezTo>
                  <a:pt x="17577" y="1745"/>
                  <a:pt x="18076" y="10917"/>
                  <a:pt x="18179" y="12548"/>
                </a:cubicBezTo>
                <a:cubicBezTo>
                  <a:pt x="17325" y="13200"/>
                  <a:pt x="16438" y="13884"/>
                  <a:pt x="15563" y="14566"/>
                </a:cubicBezTo>
                <a:cubicBezTo>
                  <a:pt x="15836" y="13622"/>
                  <a:pt x="16579" y="10903"/>
                  <a:pt x="16774" y="8720"/>
                </a:cubicBezTo>
                <a:cubicBezTo>
                  <a:pt x="17014" y="6033"/>
                  <a:pt x="16925" y="2211"/>
                  <a:pt x="16353" y="444"/>
                </a:cubicBezTo>
                <a:cubicBezTo>
                  <a:pt x="16255" y="140"/>
                  <a:pt x="16128" y="1"/>
                  <a:pt x="15987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p38"/>
          <p:cNvSpPr/>
          <p:nvPr/>
        </p:nvSpPr>
        <p:spPr>
          <a:xfrm rot="-1092080">
            <a:off x="-198893" y="3738006"/>
            <a:ext cx="1659432" cy="1367204"/>
          </a:xfrm>
          <a:custGeom>
            <a:rect b="b" l="l" r="r" t="t"/>
            <a:pathLst>
              <a:path extrusionOk="0" h="29503" w="35809">
                <a:moveTo>
                  <a:pt x="15987" y="1"/>
                </a:moveTo>
                <a:cubicBezTo>
                  <a:pt x="15307" y="1"/>
                  <a:pt x="14281" y="3232"/>
                  <a:pt x="14368" y="6973"/>
                </a:cubicBezTo>
                <a:cubicBezTo>
                  <a:pt x="14458" y="10828"/>
                  <a:pt x="15190" y="13875"/>
                  <a:pt x="15404" y="14690"/>
                </a:cubicBezTo>
                <a:cubicBezTo>
                  <a:pt x="14257" y="15585"/>
                  <a:pt x="13139" y="16472"/>
                  <a:pt x="12154" y="17278"/>
                </a:cubicBezTo>
                <a:cubicBezTo>
                  <a:pt x="12377" y="15499"/>
                  <a:pt x="13438" y="6337"/>
                  <a:pt x="11926" y="5049"/>
                </a:cubicBezTo>
                <a:cubicBezTo>
                  <a:pt x="11844" y="4980"/>
                  <a:pt x="11771" y="4947"/>
                  <a:pt x="11706" y="4947"/>
                </a:cubicBezTo>
                <a:cubicBezTo>
                  <a:pt x="10531" y="4947"/>
                  <a:pt x="11858" y="15586"/>
                  <a:pt x="12085" y="17335"/>
                </a:cubicBezTo>
                <a:cubicBezTo>
                  <a:pt x="11392" y="17902"/>
                  <a:pt x="10768" y="18428"/>
                  <a:pt x="10252" y="18884"/>
                </a:cubicBezTo>
                <a:cubicBezTo>
                  <a:pt x="9784" y="19295"/>
                  <a:pt x="9290" y="19737"/>
                  <a:pt x="8781" y="20197"/>
                </a:cubicBezTo>
                <a:cubicBezTo>
                  <a:pt x="8837" y="19388"/>
                  <a:pt x="8963" y="17101"/>
                  <a:pt x="8739" y="15321"/>
                </a:cubicBezTo>
                <a:cubicBezTo>
                  <a:pt x="8461" y="13121"/>
                  <a:pt x="8054" y="9892"/>
                  <a:pt x="7037" y="8882"/>
                </a:cubicBezTo>
                <a:cubicBezTo>
                  <a:pt x="6947" y="8793"/>
                  <a:pt x="6865" y="8751"/>
                  <a:pt x="6789" y="8751"/>
                </a:cubicBezTo>
                <a:cubicBezTo>
                  <a:pt x="6001" y="8751"/>
                  <a:pt x="5945" y="13255"/>
                  <a:pt x="6706" y="16066"/>
                </a:cubicBezTo>
                <a:cubicBezTo>
                  <a:pt x="7376" y="18540"/>
                  <a:pt x="8293" y="19896"/>
                  <a:pt x="8628" y="20336"/>
                </a:cubicBezTo>
                <a:cubicBezTo>
                  <a:pt x="7462" y="21390"/>
                  <a:pt x="6232" y="22525"/>
                  <a:pt x="5096" y="23580"/>
                </a:cubicBezTo>
                <a:cubicBezTo>
                  <a:pt x="4742" y="21933"/>
                  <a:pt x="2590" y="12171"/>
                  <a:pt x="1305" y="11870"/>
                </a:cubicBezTo>
                <a:cubicBezTo>
                  <a:pt x="1249" y="11856"/>
                  <a:pt x="1196" y="11850"/>
                  <a:pt x="1148" y="11850"/>
                </a:cubicBezTo>
                <a:cubicBezTo>
                  <a:pt x="0" y="11850"/>
                  <a:pt x="1144" y="15497"/>
                  <a:pt x="2010" y="18541"/>
                </a:cubicBezTo>
                <a:cubicBezTo>
                  <a:pt x="2773" y="21225"/>
                  <a:pt x="4488" y="23142"/>
                  <a:pt x="5000" y="23669"/>
                </a:cubicBezTo>
                <a:cubicBezTo>
                  <a:pt x="2665" y="25843"/>
                  <a:pt x="761" y="27656"/>
                  <a:pt x="729" y="27687"/>
                </a:cubicBezTo>
                <a:cubicBezTo>
                  <a:pt x="645" y="27766"/>
                  <a:pt x="643" y="27898"/>
                  <a:pt x="722" y="27982"/>
                </a:cubicBezTo>
                <a:cubicBezTo>
                  <a:pt x="763" y="28024"/>
                  <a:pt x="818" y="28046"/>
                  <a:pt x="873" y="28046"/>
                </a:cubicBezTo>
                <a:cubicBezTo>
                  <a:pt x="924" y="28046"/>
                  <a:pt x="976" y="28027"/>
                  <a:pt x="1015" y="27989"/>
                </a:cubicBezTo>
                <a:cubicBezTo>
                  <a:pt x="1044" y="27961"/>
                  <a:pt x="2508" y="26567"/>
                  <a:pt x="4438" y="24762"/>
                </a:cubicBezTo>
                <a:cubicBezTo>
                  <a:pt x="4937" y="25299"/>
                  <a:pt x="7022" y="27416"/>
                  <a:pt x="9822" y="28442"/>
                </a:cubicBezTo>
                <a:cubicBezTo>
                  <a:pt x="11569" y="29082"/>
                  <a:pt x="13043" y="29502"/>
                  <a:pt x="13944" y="29502"/>
                </a:cubicBezTo>
                <a:cubicBezTo>
                  <a:pt x="14706" y="29502"/>
                  <a:pt x="15060" y="29202"/>
                  <a:pt x="14824" y="28481"/>
                </a:cubicBezTo>
                <a:cubicBezTo>
                  <a:pt x="14353" y="27037"/>
                  <a:pt x="5935" y="25011"/>
                  <a:pt x="4525" y="24682"/>
                </a:cubicBezTo>
                <a:cubicBezTo>
                  <a:pt x="5736" y="23550"/>
                  <a:pt x="7122" y="22265"/>
                  <a:pt x="8453" y="21056"/>
                </a:cubicBezTo>
                <a:cubicBezTo>
                  <a:pt x="9028" y="21495"/>
                  <a:pt x="11038" y="22939"/>
                  <a:pt x="13519" y="23705"/>
                </a:cubicBezTo>
                <a:cubicBezTo>
                  <a:pt x="14917" y="24137"/>
                  <a:pt x="16280" y="24373"/>
                  <a:pt x="17219" y="24373"/>
                </a:cubicBezTo>
                <a:cubicBezTo>
                  <a:pt x="18262" y="24373"/>
                  <a:pt x="18784" y="24082"/>
                  <a:pt x="18253" y="23442"/>
                </a:cubicBezTo>
                <a:cubicBezTo>
                  <a:pt x="17346" y="22351"/>
                  <a:pt x="10041" y="21192"/>
                  <a:pt x="8551" y="20966"/>
                </a:cubicBezTo>
                <a:cubicBezTo>
                  <a:pt x="9238" y="20343"/>
                  <a:pt x="9907" y="19742"/>
                  <a:pt x="10527" y="19194"/>
                </a:cubicBezTo>
                <a:cubicBezTo>
                  <a:pt x="11026" y="18755"/>
                  <a:pt x="11626" y="18249"/>
                  <a:pt x="12292" y="17703"/>
                </a:cubicBezTo>
                <a:cubicBezTo>
                  <a:pt x="13223" y="18361"/>
                  <a:pt x="17658" y="21405"/>
                  <a:pt x="20039" y="21405"/>
                </a:cubicBezTo>
                <a:cubicBezTo>
                  <a:pt x="20668" y="21405"/>
                  <a:pt x="21154" y="21192"/>
                  <a:pt x="21393" y="20666"/>
                </a:cubicBezTo>
                <a:cubicBezTo>
                  <a:pt x="22518" y="18195"/>
                  <a:pt x="14163" y="17671"/>
                  <a:pt x="12429" y="17590"/>
                </a:cubicBezTo>
                <a:cubicBezTo>
                  <a:pt x="13473" y="16737"/>
                  <a:pt x="14669" y="15789"/>
                  <a:pt x="15889" y="14839"/>
                </a:cubicBezTo>
                <a:cubicBezTo>
                  <a:pt x="16572" y="15469"/>
                  <a:pt x="21288" y="19753"/>
                  <a:pt x="23143" y="19753"/>
                </a:cubicBezTo>
                <a:cubicBezTo>
                  <a:pt x="23456" y="19753"/>
                  <a:pt x="23687" y="19631"/>
                  <a:pt x="23804" y="19349"/>
                </a:cubicBezTo>
                <a:cubicBezTo>
                  <a:pt x="24607" y="17414"/>
                  <a:pt x="17037" y="15122"/>
                  <a:pt x="15939" y="14801"/>
                </a:cubicBezTo>
                <a:cubicBezTo>
                  <a:pt x="16884" y="14064"/>
                  <a:pt x="17842" y="13326"/>
                  <a:pt x="18753" y="12632"/>
                </a:cubicBezTo>
                <a:cubicBezTo>
                  <a:pt x="19677" y="13167"/>
                  <a:pt x="23672" y="15409"/>
                  <a:pt x="25766" y="15409"/>
                </a:cubicBezTo>
                <a:cubicBezTo>
                  <a:pt x="26368" y="15409"/>
                  <a:pt x="26812" y="15224"/>
                  <a:pt x="26983" y="14760"/>
                </a:cubicBezTo>
                <a:cubicBezTo>
                  <a:pt x="27726" y="12728"/>
                  <a:pt x="20565" y="12536"/>
                  <a:pt x="18900" y="12519"/>
                </a:cubicBezTo>
                <a:cubicBezTo>
                  <a:pt x="19594" y="11990"/>
                  <a:pt x="20257" y="11488"/>
                  <a:pt x="20864" y="11030"/>
                </a:cubicBezTo>
                <a:cubicBezTo>
                  <a:pt x="21653" y="11329"/>
                  <a:pt x="24365" y="12297"/>
                  <a:pt x="26536" y="12297"/>
                </a:cubicBezTo>
                <a:cubicBezTo>
                  <a:pt x="27567" y="12297"/>
                  <a:pt x="28476" y="12079"/>
                  <a:pt x="29000" y="11468"/>
                </a:cubicBezTo>
                <a:cubicBezTo>
                  <a:pt x="29730" y="10616"/>
                  <a:pt x="28546" y="10360"/>
                  <a:pt x="26858" y="10360"/>
                </a:cubicBezTo>
                <a:cubicBezTo>
                  <a:pt x="24844" y="10360"/>
                  <a:pt x="22113" y="10725"/>
                  <a:pt x="21068" y="10877"/>
                </a:cubicBezTo>
                <a:cubicBezTo>
                  <a:pt x="22154" y="10058"/>
                  <a:pt x="23038" y="9398"/>
                  <a:pt x="23557" y="9010"/>
                </a:cubicBezTo>
                <a:cubicBezTo>
                  <a:pt x="24913" y="8524"/>
                  <a:pt x="28112" y="7282"/>
                  <a:pt x="30457" y="5643"/>
                </a:cubicBezTo>
                <a:cubicBezTo>
                  <a:pt x="33505" y="3511"/>
                  <a:pt x="35808" y="1748"/>
                  <a:pt x="34285" y="1564"/>
                </a:cubicBezTo>
                <a:cubicBezTo>
                  <a:pt x="34255" y="1560"/>
                  <a:pt x="34222" y="1558"/>
                  <a:pt x="34187" y="1558"/>
                </a:cubicBezTo>
                <a:cubicBezTo>
                  <a:pt x="32630" y="1558"/>
                  <a:pt x="26873" y="5224"/>
                  <a:pt x="23715" y="8376"/>
                </a:cubicBezTo>
                <a:cubicBezTo>
                  <a:pt x="23400" y="8610"/>
                  <a:pt x="22367" y="9377"/>
                  <a:pt x="20979" y="10423"/>
                </a:cubicBezTo>
                <a:cubicBezTo>
                  <a:pt x="22252" y="8480"/>
                  <a:pt x="26568" y="1726"/>
                  <a:pt x="25050" y="1726"/>
                </a:cubicBezTo>
                <a:cubicBezTo>
                  <a:pt x="24989" y="1726"/>
                  <a:pt x="24920" y="1736"/>
                  <a:pt x="24840" y="1758"/>
                </a:cubicBezTo>
                <a:cubicBezTo>
                  <a:pt x="22704" y="2355"/>
                  <a:pt x="21055" y="9093"/>
                  <a:pt x="20705" y="10630"/>
                </a:cubicBezTo>
                <a:cubicBezTo>
                  <a:pt x="19973" y="11182"/>
                  <a:pt x="19154" y="11802"/>
                  <a:pt x="18298" y="12456"/>
                </a:cubicBezTo>
                <a:cubicBezTo>
                  <a:pt x="18846" y="10632"/>
                  <a:pt x="21322" y="2040"/>
                  <a:pt x="19462" y="1752"/>
                </a:cubicBezTo>
                <a:cubicBezTo>
                  <a:pt x="19433" y="1747"/>
                  <a:pt x="19404" y="1745"/>
                  <a:pt x="19376" y="1745"/>
                </a:cubicBezTo>
                <a:cubicBezTo>
                  <a:pt x="17577" y="1745"/>
                  <a:pt x="18076" y="10917"/>
                  <a:pt x="18179" y="12548"/>
                </a:cubicBezTo>
                <a:cubicBezTo>
                  <a:pt x="17325" y="13200"/>
                  <a:pt x="16438" y="13884"/>
                  <a:pt x="15563" y="14566"/>
                </a:cubicBezTo>
                <a:cubicBezTo>
                  <a:pt x="15836" y="13622"/>
                  <a:pt x="16579" y="10903"/>
                  <a:pt x="16774" y="8720"/>
                </a:cubicBezTo>
                <a:cubicBezTo>
                  <a:pt x="17014" y="6033"/>
                  <a:pt x="16925" y="2211"/>
                  <a:pt x="16353" y="444"/>
                </a:cubicBezTo>
                <a:cubicBezTo>
                  <a:pt x="16255" y="140"/>
                  <a:pt x="16128" y="1"/>
                  <a:pt x="15987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38"/>
          <p:cNvSpPr/>
          <p:nvPr/>
        </p:nvSpPr>
        <p:spPr>
          <a:xfrm>
            <a:off x="4191264" y="4630379"/>
            <a:ext cx="942018" cy="874463"/>
          </a:xfrm>
          <a:custGeom>
            <a:rect b="b" l="l" r="r" t="t"/>
            <a:pathLst>
              <a:path extrusionOk="0" h="14359" w="15467">
                <a:moveTo>
                  <a:pt x="7264" y="0"/>
                </a:moveTo>
                <a:cubicBezTo>
                  <a:pt x="6577" y="727"/>
                  <a:pt x="6350" y="1783"/>
                  <a:pt x="6362" y="2782"/>
                </a:cubicBezTo>
                <a:cubicBezTo>
                  <a:pt x="6376" y="3782"/>
                  <a:pt x="6600" y="4767"/>
                  <a:pt x="6688" y="5762"/>
                </a:cubicBezTo>
                <a:cubicBezTo>
                  <a:pt x="6102" y="4477"/>
                  <a:pt x="5387" y="3251"/>
                  <a:pt x="4557" y="2108"/>
                </a:cubicBezTo>
                <a:cubicBezTo>
                  <a:pt x="4317" y="1777"/>
                  <a:pt x="3961" y="1420"/>
                  <a:pt x="3586" y="1420"/>
                </a:cubicBezTo>
                <a:cubicBezTo>
                  <a:pt x="3513" y="1420"/>
                  <a:pt x="3439" y="1434"/>
                  <a:pt x="3365" y="1464"/>
                </a:cubicBezTo>
                <a:cubicBezTo>
                  <a:pt x="3248" y="1972"/>
                  <a:pt x="3450" y="2497"/>
                  <a:pt x="3688" y="2961"/>
                </a:cubicBezTo>
                <a:cubicBezTo>
                  <a:pt x="4315" y="4194"/>
                  <a:pt x="5215" y="5287"/>
                  <a:pt x="6304" y="6141"/>
                </a:cubicBezTo>
                <a:cubicBezTo>
                  <a:pt x="4767" y="5624"/>
                  <a:pt x="3150" y="5345"/>
                  <a:pt x="1529" y="5320"/>
                </a:cubicBezTo>
                <a:cubicBezTo>
                  <a:pt x="1487" y="5319"/>
                  <a:pt x="1444" y="5319"/>
                  <a:pt x="1402" y="5319"/>
                </a:cubicBezTo>
                <a:cubicBezTo>
                  <a:pt x="1015" y="5319"/>
                  <a:pt x="619" y="5350"/>
                  <a:pt x="282" y="5537"/>
                </a:cubicBezTo>
                <a:cubicBezTo>
                  <a:pt x="140" y="5614"/>
                  <a:pt x="0" y="5751"/>
                  <a:pt x="23" y="5910"/>
                </a:cubicBezTo>
                <a:cubicBezTo>
                  <a:pt x="41" y="6027"/>
                  <a:pt x="140" y="6113"/>
                  <a:pt x="237" y="6182"/>
                </a:cubicBezTo>
                <a:cubicBezTo>
                  <a:pt x="1051" y="6763"/>
                  <a:pt x="2083" y="6950"/>
                  <a:pt x="3082" y="6992"/>
                </a:cubicBezTo>
                <a:cubicBezTo>
                  <a:pt x="3325" y="7003"/>
                  <a:pt x="3568" y="7006"/>
                  <a:pt x="3811" y="7006"/>
                </a:cubicBezTo>
                <a:cubicBezTo>
                  <a:pt x="4132" y="7006"/>
                  <a:pt x="4452" y="7001"/>
                  <a:pt x="4773" y="7001"/>
                </a:cubicBezTo>
                <a:cubicBezTo>
                  <a:pt x="5210" y="7001"/>
                  <a:pt x="5647" y="7011"/>
                  <a:pt x="6082" y="7057"/>
                </a:cubicBezTo>
                <a:cubicBezTo>
                  <a:pt x="4417" y="7961"/>
                  <a:pt x="2885" y="9110"/>
                  <a:pt x="1561" y="10465"/>
                </a:cubicBezTo>
                <a:cubicBezTo>
                  <a:pt x="1356" y="10674"/>
                  <a:pt x="1150" y="10900"/>
                  <a:pt x="1073" y="11183"/>
                </a:cubicBezTo>
                <a:cubicBezTo>
                  <a:pt x="997" y="11465"/>
                  <a:pt x="1096" y="11818"/>
                  <a:pt x="1367" y="11933"/>
                </a:cubicBezTo>
                <a:cubicBezTo>
                  <a:pt x="1437" y="11962"/>
                  <a:pt x="1513" y="11974"/>
                  <a:pt x="1589" y="11974"/>
                </a:cubicBezTo>
                <a:cubicBezTo>
                  <a:pt x="1683" y="11974"/>
                  <a:pt x="1778" y="11957"/>
                  <a:pt x="1869" y="11936"/>
                </a:cubicBezTo>
                <a:cubicBezTo>
                  <a:pt x="2847" y="11716"/>
                  <a:pt x="3688" y="11097"/>
                  <a:pt x="4416" y="10408"/>
                </a:cubicBezTo>
                <a:cubicBezTo>
                  <a:pt x="5144" y="9719"/>
                  <a:pt x="5792" y="8946"/>
                  <a:pt x="6564" y="8307"/>
                </a:cubicBezTo>
                <a:lnTo>
                  <a:pt x="6564" y="8307"/>
                </a:lnTo>
                <a:cubicBezTo>
                  <a:pt x="6070" y="10013"/>
                  <a:pt x="5891" y="11810"/>
                  <a:pt x="6040" y="13578"/>
                </a:cubicBezTo>
                <a:cubicBezTo>
                  <a:pt x="6068" y="13909"/>
                  <a:pt x="6187" y="14324"/>
                  <a:pt x="6518" y="14357"/>
                </a:cubicBezTo>
                <a:cubicBezTo>
                  <a:pt x="6531" y="14358"/>
                  <a:pt x="6545" y="14359"/>
                  <a:pt x="6558" y="14359"/>
                </a:cubicBezTo>
                <a:cubicBezTo>
                  <a:pt x="6853" y="14359"/>
                  <a:pt x="7043" y="14019"/>
                  <a:pt x="7132" y="13727"/>
                </a:cubicBezTo>
                <a:cubicBezTo>
                  <a:pt x="7410" y="12777"/>
                  <a:pt x="7514" y="11805"/>
                  <a:pt x="7501" y="10817"/>
                </a:cubicBezTo>
                <a:cubicBezTo>
                  <a:pt x="7487" y="9828"/>
                  <a:pt x="7257" y="8821"/>
                  <a:pt x="7259" y="7852"/>
                </a:cubicBezTo>
                <a:lnTo>
                  <a:pt x="7259" y="7852"/>
                </a:lnTo>
                <a:cubicBezTo>
                  <a:pt x="7866" y="9133"/>
                  <a:pt x="8464" y="10417"/>
                  <a:pt x="9092" y="11687"/>
                </a:cubicBezTo>
                <a:cubicBezTo>
                  <a:pt x="9337" y="12184"/>
                  <a:pt x="9595" y="12692"/>
                  <a:pt x="9999" y="13073"/>
                </a:cubicBezTo>
                <a:cubicBezTo>
                  <a:pt x="10125" y="13191"/>
                  <a:pt x="10289" y="13300"/>
                  <a:pt x="10455" y="13300"/>
                </a:cubicBezTo>
                <a:cubicBezTo>
                  <a:pt x="10491" y="13300"/>
                  <a:pt x="10527" y="13295"/>
                  <a:pt x="10564" y="13284"/>
                </a:cubicBezTo>
                <a:cubicBezTo>
                  <a:pt x="10820" y="13203"/>
                  <a:pt x="10885" y="12871"/>
                  <a:pt x="10878" y="12601"/>
                </a:cubicBezTo>
                <a:cubicBezTo>
                  <a:pt x="10830" y="10874"/>
                  <a:pt x="9645" y="9365"/>
                  <a:pt x="8251" y="8344"/>
                </a:cubicBezTo>
                <a:lnTo>
                  <a:pt x="8251" y="8344"/>
                </a:lnTo>
                <a:cubicBezTo>
                  <a:pt x="9532" y="9202"/>
                  <a:pt x="10878" y="9964"/>
                  <a:pt x="12274" y="10622"/>
                </a:cubicBezTo>
                <a:cubicBezTo>
                  <a:pt x="12450" y="10705"/>
                  <a:pt x="12660" y="10780"/>
                  <a:pt x="12850" y="10780"/>
                </a:cubicBezTo>
                <a:cubicBezTo>
                  <a:pt x="12985" y="10780"/>
                  <a:pt x="13110" y="10742"/>
                  <a:pt x="13205" y="10640"/>
                </a:cubicBezTo>
                <a:cubicBezTo>
                  <a:pt x="13352" y="10484"/>
                  <a:pt x="13348" y="10234"/>
                  <a:pt x="13280" y="10030"/>
                </a:cubicBezTo>
                <a:cubicBezTo>
                  <a:pt x="13100" y="9494"/>
                  <a:pt x="12577" y="9163"/>
                  <a:pt x="12090" y="8877"/>
                </a:cubicBezTo>
                <a:cubicBezTo>
                  <a:pt x="11056" y="8272"/>
                  <a:pt x="10009" y="7676"/>
                  <a:pt x="8883" y="7269"/>
                </a:cubicBezTo>
                <a:lnTo>
                  <a:pt x="8883" y="7269"/>
                </a:lnTo>
                <a:cubicBezTo>
                  <a:pt x="10238" y="7717"/>
                  <a:pt x="11592" y="8166"/>
                  <a:pt x="12974" y="8520"/>
                </a:cubicBezTo>
                <a:cubicBezTo>
                  <a:pt x="13525" y="8662"/>
                  <a:pt x="14088" y="8788"/>
                  <a:pt x="14654" y="8788"/>
                </a:cubicBezTo>
                <a:cubicBezTo>
                  <a:pt x="14745" y="8788"/>
                  <a:pt x="14837" y="8785"/>
                  <a:pt x="14929" y="8778"/>
                </a:cubicBezTo>
                <a:cubicBezTo>
                  <a:pt x="15168" y="8759"/>
                  <a:pt x="15466" y="8643"/>
                  <a:pt x="15455" y="8404"/>
                </a:cubicBezTo>
                <a:cubicBezTo>
                  <a:pt x="15446" y="8239"/>
                  <a:pt x="15287" y="8130"/>
                  <a:pt x="15143" y="8050"/>
                </a:cubicBezTo>
                <a:cubicBezTo>
                  <a:pt x="13488" y="7133"/>
                  <a:pt x="11596" y="6651"/>
                  <a:pt x="9704" y="6651"/>
                </a:cubicBezTo>
                <a:cubicBezTo>
                  <a:pt x="9226" y="6651"/>
                  <a:pt x="8748" y="6682"/>
                  <a:pt x="8274" y="6744"/>
                </a:cubicBezTo>
                <a:cubicBezTo>
                  <a:pt x="9566" y="6205"/>
                  <a:pt x="10841" y="5609"/>
                  <a:pt x="12010" y="4837"/>
                </a:cubicBezTo>
                <a:cubicBezTo>
                  <a:pt x="12598" y="4450"/>
                  <a:pt x="13173" y="4000"/>
                  <a:pt x="13512" y="3383"/>
                </a:cubicBezTo>
                <a:cubicBezTo>
                  <a:pt x="13604" y="3216"/>
                  <a:pt x="13666" y="2981"/>
                  <a:pt x="13522" y="2856"/>
                </a:cubicBezTo>
                <a:cubicBezTo>
                  <a:pt x="13461" y="2804"/>
                  <a:pt x="13381" y="2789"/>
                  <a:pt x="13299" y="2789"/>
                </a:cubicBezTo>
                <a:cubicBezTo>
                  <a:pt x="13255" y="2789"/>
                  <a:pt x="13211" y="2793"/>
                  <a:pt x="13169" y="2798"/>
                </a:cubicBezTo>
                <a:cubicBezTo>
                  <a:pt x="10949" y="3064"/>
                  <a:pt x="8886" y="4308"/>
                  <a:pt x="7522" y="6080"/>
                </a:cubicBezTo>
                <a:cubicBezTo>
                  <a:pt x="7825" y="4369"/>
                  <a:pt x="7856" y="2611"/>
                  <a:pt x="7613" y="891"/>
                </a:cubicBezTo>
                <a:cubicBezTo>
                  <a:pt x="7566" y="569"/>
                  <a:pt x="7499" y="224"/>
                  <a:pt x="7264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6">
  <p:cSld name="ONE_COLUMN_TEXT_1_1"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39"/>
          <p:cNvSpPr txBox="1"/>
          <p:nvPr>
            <p:ph type="title"/>
          </p:nvPr>
        </p:nvSpPr>
        <p:spPr>
          <a:xfrm>
            <a:off x="720000" y="445025"/>
            <a:ext cx="7704000" cy="9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20" name="Google Shape;520;p39"/>
          <p:cNvSpPr txBox="1"/>
          <p:nvPr>
            <p:ph idx="1" type="body"/>
          </p:nvPr>
        </p:nvSpPr>
        <p:spPr>
          <a:xfrm>
            <a:off x="5242800" y="1709525"/>
            <a:ext cx="3181200" cy="26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521" name="Google Shape;521;p39"/>
          <p:cNvSpPr/>
          <p:nvPr/>
        </p:nvSpPr>
        <p:spPr>
          <a:xfrm flipH="1" rot="-6816878">
            <a:off x="8367414" y="4581811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39"/>
          <p:cNvSpPr/>
          <p:nvPr/>
        </p:nvSpPr>
        <p:spPr>
          <a:xfrm flipH="1" rot="3524071">
            <a:off x="1303236" y="4648594"/>
            <a:ext cx="122996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3" name="Google Shape;523;p39"/>
          <p:cNvSpPr/>
          <p:nvPr/>
        </p:nvSpPr>
        <p:spPr>
          <a:xfrm>
            <a:off x="1523297" y="220730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39"/>
          <p:cNvSpPr/>
          <p:nvPr/>
        </p:nvSpPr>
        <p:spPr>
          <a:xfrm>
            <a:off x="8731324" y="3334621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39"/>
          <p:cNvSpPr/>
          <p:nvPr/>
        </p:nvSpPr>
        <p:spPr>
          <a:xfrm rot="3523992">
            <a:off x="288466" y="4163846"/>
            <a:ext cx="68124" cy="64986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39"/>
          <p:cNvSpPr/>
          <p:nvPr/>
        </p:nvSpPr>
        <p:spPr>
          <a:xfrm flipH="1" rot="-5735881">
            <a:off x="250999" y="2661952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39"/>
          <p:cNvSpPr/>
          <p:nvPr/>
        </p:nvSpPr>
        <p:spPr>
          <a:xfrm flipH="1">
            <a:off x="223267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39"/>
          <p:cNvSpPr/>
          <p:nvPr/>
        </p:nvSpPr>
        <p:spPr>
          <a:xfrm flipH="1" rot="-570776">
            <a:off x="8346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39"/>
          <p:cNvSpPr/>
          <p:nvPr/>
        </p:nvSpPr>
        <p:spPr>
          <a:xfrm rot="570776">
            <a:off x="-62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39"/>
          <p:cNvSpPr/>
          <p:nvPr/>
        </p:nvSpPr>
        <p:spPr>
          <a:xfrm flipH="1">
            <a:off x="7093550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7">
  <p:cSld name="TITLE_AND_BODY_1_1"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4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33" name="Google Shape;533;p40"/>
          <p:cNvSpPr txBox="1"/>
          <p:nvPr>
            <p:ph idx="1" type="body"/>
          </p:nvPr>
        </p:nvSpPr>
        <p:spPr>
          <a:xfrm>
            <a:off x="720000" y="1000075"/>
            <a:ext cx="7704000" cy="35994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/>
            </a:lvl1pPr>
            <a:lvl2pPr indent="-317500" lvl="1" marL="9144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  <p:grpSp>
        <p:nvGrpSpPr>
          <p:cNvPr id="534" name="Google Shape;534;p40"/>
          <p:cNvGrpSpPr/>
          <p:nvPr/>
        </p:nvGrpSpPr>
        <p:grpSpPr>
          <a:xfrm>
            <a:off x="8110321" y="782267"/>
            <a:ext cx="637156" cy="696384"/>
            <a:chOff x="849771" y="662017"/>
            <a:chExt cx="637156" cy="696384"/>
          </a:xfrm>
        </p:grpSpPr>
        <p:sp>
          <p:nvSpPr>
            <p:cNvPr id="535" name="Google Shape;535;p40"/>
            <p:cNvSpPr/>
            <p:nvPr/>
          </p:nvSpPr>
          <p:spPr>
            <a:xfrm>
              <a:off x="849771" y="788329"/>
              <a:ext cx="576393" cy="570073"/>
            </a:xfrm>
            <a:custGeom>
              <a:rect b="b" l="l" r="r" t="t"/>
              <a:pathLst>
                <a:path extrusionOk="0" h="19483" w="19699">
                  <a:moveTo>
                    <a:pt x="12988" y="0"/>
                  </a:moveTo>
                  <a:cubicBezTo>
                    <a:pt x="12287" y="539"/>
                    <a:pt x="11418" y="753"/>
                    <a:pt x="10545" y="753"/>
                  </a:cubicBezTo>
                  <a:cubicBezTo>
                    <a:pt x="10308" y="753"/>
                    <a:pt x="10072" y="737"/>
                    <a:pt x="9838" y="708"/>
                  </a:cubicBezTo>
                  <a:cubicBezTo>
                    <a:pt x="9413" y="645"/>
                    <a:pt x="8955" y="549"/>
                    <a:pt x="8522" y="549"/>
                  </a:cubicBezTo>
                  <a:cubicBezTo>
                    <a:pt x="8163" y="549"/>
                    <a:pt x="7822" y="615"/>
                    <a:pt x="7532" y="822"/>
                  </a:cubicBezTo>
                  <a:cubicBezTo>
                    <a:pt x="7373" y="959"/>
                    <a:pt x="7236" y="1119"/>
                    <a:pt x="7099" y="1301"/>
                  </a:cubicBezTo>
                  <a:cubicBezTo>
                    <a:pt x="4337" y="4771"/>
                    <a:pt x="2009" y="8582"/>
                    <a:pt x="206" y="12645"/>
                  </a:cubicBezTo>
                  <a:cubicBezTo>
                    <a:pt x="0" y="13216"/>
                    <a:pt x="206" y="13787"/>
                    <a:pt x="479" y="14266"/>
                  </a:cubicBezTo>
                  <a:cubicBezTo>
                    <a:pt x="1461" y="15978"/>
                    <a:pt x="3150" y="17142"/>
                    <a:pt x="4908" y="18032"/>
                  </a:cubicBezTo>
                  <a:cubicBezTo>
                    <a:pt x="6494" y="18836"/>
                    <a:pt x="8217" y="19483"/>
                    <a:pt x="9986" y="19483"/>
                  </a:cubicBezTo>
                  <a:cubicBezTo>
                    <a:pt x="10127" y="19483"/>
                    <a:pt x="10268" y="19478"/>
                    <a:pt x="10408" y="19470"/>
                  </a:cubicBezTo>
                  <a:cubicBezTo>
                    <a:pt x="11139" y="19447"/>
                    <a:pt x="11892" y="19287"/>
                    <a:pt x="12463" y="18831"/>
                  </a:cubicBezTo>
                  <a:cubicBezTo>
                    <a:pt x="12919" y="18489"/>
                    <a:pt x="13216" y="17986"/>
                    <a:pt x="13536" y="17507"/>
                  </a:cubicBezTo>
                  <a:cubicBezTo>
                    <a:pt x="15635" y="14129"/>
                    <a:pt x="17735" y="10751"/>
                    <a:pt x="19516" y="7167"/>
                  </a:cubicBezTo>
                  <a:cubicBezTo>
                    <a:pt x="19698" y="6346"/>
                    <a:pt x="19539" y="5866"/>
                    <a:pt x="19288" y="5478"/>
                  </a:cubicBezTo>
                  <a:cubicBezTo>
                    <a:pt x="19036" y="5090"/>
                    <a:pt x="18671" y="4771"/>
                    <a:pt x="18420" y="4405"/>
                  </a:cubicBezTo>
                  <a:cubicBezTo>
                    <a:pt x="18009" y="3858"/>
                    <a:pt x="17781" y="3196"/>
                    <a:pt x="17735" y="2511"/>
                  </a:cubicBezTo>
                  <a:cubicBezTo>
                    <a:pt x="16092" y="1780"/>
                    <a:pt x="14494" y="959"/>
                    <a:pt x="129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40"/>
            <p:cNvSpPr/>
            <p:nvPr/>
          </p:nvSpPr>
          <p:spPr>
            <a:xfrm>
              <a:off x="921222" y="935912"/>
              <a:ext cx="384710" cy="367476"/>
            </a:xfrm>
            <a:custGeom>
              <a:rect b="b" l="l" r="r" t="t"/>
              <a:pathLst>
                <a:path extrusionOk="0" h="12559" w="13148">
                  <a:moveTo>
                    <a:pt x="4246" y="0"/>
                  </a:moveTo>
                  <a:cubicBezTo>
                    <a:pt x="3036" y="1849"/>
                    <a:pt x="1849" y="3721"/>
                    <a:pt x="662" y="5593"/>
                  </a:cubicBezTo>
                  <a:cubicBezTo>
                    <a:pt x="480" y="5889"/>
                    <a:pt x="274" y="6186"/>
                    <a:pt x="183" y="6529"/>
                  </a:cubicBezTo>
                  <a:cubicBezTo>
                    <a:pt x="0" y="7099"/>
                    <a:pt x="69" y="7738"/>
                    <a:pt x="274" y="8332"/>
                  </a:cubicBezTo>
                  <a:cubicBezTo>
                    <a:pt x="685" y="9473"/>
                    <a:pt x="1530" y="10432"/>
                    <a:pt x="2557" y="11116"/>
                  </a:cubicBezTo>
                  <a:cubicBezTo>
                    <a:pt x="3584" y="11778"/>
                    <a:pt x="4771" y="12166"/>
                    <a:pt x="5958" y="12417"/>
                  </a:cubicBezTo>
                  <a:cubicBezTo>
                    <a:pt x="6344" y="12497"/>
                    <a:pt x="6753" y="12559"/>
                    <a:pt x="7148" y="12559"/>
                  </a:cubicBezTo>
                  <a:cubicBezTo>
                    <a:pt x="7664" y="12559"/>
                    <a:pt x="8160" y="12453"/>
                    <a:pt x="8560" y="12144"/>
                  </a:cubicBezTo>
                  <a:cubicBezTo>
                    <a:pt x="8879" y="11915"/>
                    <a:pt x="9108" y="11550"/>
                    <a:pt x="9336" y="11208"/>
                  </a:cubicBezTo>
                  <a:cubicBezTo>
                    <a:pt x="10591" y="9268"/>
                    <a:pt x="11824" y="7327"/>
                    <a:pt x="12988" y="5342"/>
                  </a:cubicBezTo>
                  <a:cubicBezTo>
                    <a:pt x="13057" y="5227"/>
                    <a:pt x="13125" y="5113"/>
                    <a:pt x="13125" y="4976"/>
                  </a:cubicBezTo>
                  <a:cubicBezTo>
                    <a:pt x="13148" y="4862"/>
                    <a:pt x="13102" y="4748"/>
                    <a:pt x="13057" y="4634"/>
                  </a:cubicBezTo>
                  <a:cubicBezTo>
                    <a:pt x="12783" y="3995"/>
                    <a:pt x="12189" y="3561"/>
                    <a:pt x="11596" y="3196"/>
                  </a:cubicBezTo>
                  <a:cubicBezTo>
                    <a:pt x="9313" y="1712"/>
                    <a:pt x="6825" y="457"/>
                    <a:pt x="424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" name="Google Shape;537;p40"/>
            <p:cNvSpPr/>
            <p:nvPr/>
          </p:nvSpPr>
          <p:spPr>
            <a:xfrm>
              <a:off x="1162317" y="662017"/>
              <a:ext cx="324610" cy="227848"/>
            </a:xfrm>
            <a:custGeom>
              <a:rect b="b" l="l" r="r" t="t"/>
              <a:pathLst>
                <a:path extrusionOk="0" h="7787" w="11094">
                  <a:moveTo>
                    <a:pt x="2001" y="0"/>
                  </a:moveTo>
                  <a:cubicBezTo>
                    <a:pt x="1958" y="0"/>
                    <a:pt x="1915" y="1"/>
                    <a:pt x="1872" y="3"/>
                  </a:cubicBezTo>
                  <a:cubicBezTo>
                    <a:pt x="1644" y="26"/>
                    <a:pt x="1438" y="72"/>
                    <a:pt x="1256" y="209"/>
                  </a:cubicBezTo>
                  <a:cubicBezTo>
                    <a:pt x="1073" y="346"/>
                    <a:pt x="982" y="528"/>
                    <a:pt x="868" y="688"/>
                  </a:cubicBezTo>
                  <a:cubicBezTo>
                    <a:pt x="571" y="1236"/>
                    <a:pt x="297" y="1806"/>
                    <a:pt x="69" y="2400"/>
                  </a:cubicBezTo>
                  <a:cubicBezTo>
                    <a:pt x="46" y="2491"/>
                    <a:pt x="0" y="2605"/>
                    <a:pt x="0" y="2697"/>
                  </a:cubicBezTo>
                  <a:cubicBezTo>
                    <a:pt x="23" y="2856"/>
                    <a:pt x="115" y="2970"/>
                    <a:pt x="206" y="3085"/>
                  </a:cubicBezTo>
                  <a:cubicBezTo>
                    <a:pt x="754" y="3746"/>
                    <a:pt x="1461" y="4249"/>
                    <a:pt x="2169" y="4728"/>
                  </a:cubicBezTo>
                  <a:cubicBezTo>
                    <a:pt x="4246" y="6097"/>
                    <a:pt x="6551" y="7125"/>
                    <a:pt x="8948" y="7787"/>
                  </a:cubicBezTo>
                  <a:cubicBezTo>
                    <a:pt x="9907" y="7330"/>
                    <a:pt x="10591" y="6440"/>
                    <a:pt x="11002" y="5436"/>
                  </a:cubicBezTo>
                  <a:cubicBezTo>
                    <a:pt x="11048" y="5321"/>
                    <a:pt x="11093" y="5162"/>
                    <a:pt x="11071" y="5025"/>
                  </a:cubicBezTo>
                  <a:cubicBezTo>
                    <a:pt x="11048" y="4865"/>
                    <a:pt x="10911" y="4705"/>
                    <a:pt x="10774" y="4591"/>
                  </a:cubicBezTo>
                  <a:cubicBezTo>
                    <a:pt x="8674" y="2605"/>
                    <a:pt x="6118" y="1099"/>
                    <a:pt x="3333" y="254"/>
                  </a:cubicBezTo>
                  <a:cubicBezTo>
                    <a:pt x="2895" y="108"/>
                    <a:pt x="2456" y="0"/>
                    <a:pt x="2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40"/>
            <p:cNvSpPr/>
            <p:nvPr/>
          </p:nvSpPr>
          <p:spPr>
            <a:xfrm>
              <a:off x="1216417" y="693207"/>
              <a:ext cx="221089" cy="119176"/>
            </a:xfrm>
            <a:custGeom>
              <a:rect b="b" l="l" r="r" t="t"/>
              <a:pathLst>
                <a:path extrusionOk="0" h="4073" w="7556">
                  <a:moveTo>
                    <a:pt x="109" y="1"/>
                  </a:moveTo>
                  <a:cubicBezTo>
                    <a:pt x="95" y="1"/>
                    <a:pt x="81" y="4"/>
                    <a:pt x="69" y="10"/>
                  </a:cubicBezTo>
                  <a:cubicBezTo>
                    <a:pt x="23" y="56"/>
                    <a:pt x="0" y="124"/>
                    <a:pt x="46" y="170"/>
                  </a:cubicBezTo>
                  <a:cubicBezTo>
                    <a:pt x="594" y="1037"/>
                    <a:pt x="1552" y="1562"/>
                    <a:pt x="2420" y="1996"/>
                  </a:cubicBezTo>
                  <a:cubicBezTo>
                    <a:pt x="4017" y="2795"/>
                    <a:pt x="5707" y="3502"/>
                    <a:pt x="7418" y="4073"/>
                  </a:cubicBezTo>
                  <a:lnTo>
                    <a:pt x="7441" y="4073"/>
                  </a:lnTo>
                  <a:cubicBezTo>
                    <a:pt x="7487" y="4073"/>
                    <a:pt x="7533" y="4050"/>
                    <a:pt x="7555" y="4004"/>
                  </a:cubicBezTo>
                  <a:cubicBezTo>
                    <a:pt x="7555" y="3936"/>
                    <a:pt x="7533" y="3890"/>
                    <a:pt x="7487" y="3867"/>
                  </a:cubicBezTo>
                  <a:cubicBezTo>
                    <a:pt x="5775" y="3297"/>
                    <a:pt x="4109" y="2612"/>
                    <a:pt x="2511" y="1813"/>
                  </a:cubicBezTo>
                  <a:cubicBezTo>
                    <a:pt x="1666" y="1402"/>
                    <a:pt x="753" y="877"/>
                    <a:pt x="206" y="56"/>
                  </a:cubicBezTo>
                  <a:cubicBezTo>
                    <a:pt x="189" y="22"/>
                    <a:pt x="148" y="1"/>
                    <a:pt x="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40"/>
            <p:cNvSpPr/>
            <p:nvPr/>
          </p:nvSpPr>
          <p:spPr>
            <a:xfrm>
              <a:off x="1034748" y="929416"/>
              <a:ext cx="275190" cy="161866"/>
            </a:xfrm>
            <a:custGeom>
              <a:rect b="b" l="l" r="r" t="t"/>
              <a:pathLst>
                <a:path extrusionOk="0" h="5532" w="9405">
                  <a:moveTo>
                    <a:pt x="928" y="1"/>
                  </a:moveTo>
                  <a:cubicBezTo>
                    <a:pt x="832" y="1"/>
                    <a:pt x="736" y="6"/>
                    <a:pt x="640" y="17"/>
                  </a:cubicBezTo>
                  <a:cubicBezTo>
                    <a:pt x="480" y="40"/>
                    <a:pt x="275" y="131"/>
                    <a:pt x="206" y="291"/>
                  </a:cubicBezTo>
                  <a:cubicBezTo>
                    <a:pt x="1" y="930"/>
                    <a:pt x="480" y="1569"/>
                    <a:pt x="982" y="2003"/>
                  </a:cubicBezTo>
                  <a:cubicBezTo>
                    <a:pt x="2626" y="3509"/>
                    <a:pt x="4634" y="4605"/>
                    <a:pt x="6803" y="5176"/>
                  </a:cubicBezTo>
                  <a:cubicBezTo>
                    <a:pt x="7259" y="5290"/>
                    <a:pt x="7716" y="5381"/>
                    <a:pt x="8195" y="5472"/>
                  </a:cubicBezTo>
                  <a:cubicBezTo>
                    <a:pt x="8334" y="5507"/>
                    <a:pt x="8488" y="5532"/>
                    <a:pt x="8640" y="5532"/>
                  </a:cubicBezTo>
                  <a:cubicBezTo>
                    <a:pt x="8888" y="5532"/>
                    <a:pt x="9126" y="5465"/>
                    <a:pt x="9268" y="5267"/>
                  </a:cubicBezTo>
                  <a:cubicBezTo>
                    <a:pt x="9405" y="5084"/>
                    <a:pt x="9382" y="4810"/>
                    <a:pt x="9291" y="4582"/>
                  </a:cubicBezTo>
                  <a:cubicBezTo>
                    <a:pt x="9177" y="4377"/>
                    <a:pt x="9017" y="4217"/>
                    <a:pt x="8834" y="4057"/>
                  </a:cubicBezTo>
                  <a:cubicBezTo>
                    <a:pt x="6985" y="2345"/>
                    <a:pt x="4794" y="1067"/>
                    <a:pt x="2397" y="291"/>
                  </a:cubicBezTo>
                  <a:cubicBezTo>
                    <a:pt x="1919" y="138"/>
                    <a:pt x="1425" y="1"/>
                    <a:pt x="928" y="1"/>
                  </a:cubicBezTo>
                  <a:close/>
                </a:path>
              </a:pathLst>
            </a:custGeom>
            <a:solidFill>
              <a:schemeClr val="lt1">
                <a:alpha val="432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40" name="Google Shape;540;p40"/>
          <p:cNvSpPr/>
          <p:nvPr/>
        </p:nvSpPr>
        <p:spPr>
          <a:xfrm flipH="1" rot="-6816878">
            <a:off x="540997" y="4282636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40"/>
          <p:cNvSpPr/>
          <p:nvPr/>
        </p:nvSpPr>
        <p:spPr>
          <a:xfrm>
            <a:off x="627781" y="335313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40"/>
          <p:cNvSpPr/>
          <p:nvPr/>
        </p:nvSpPr>
        <p:spPr>
          <a:xfrm>
            <a:off x="6560881" y="4965629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p40"/>
          <p:cNvSpPr/>
          <p:nvPr/>
        </p:nvSpPr>
        <p:spPr>
          <a:xfrm>
            <a:off x="3615878" y="4837952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40"/>
          <p:cNvSpPr/>
          <p:nvPr/>
        </p:nvSpPr>
        <p:spPr>
          <a:xfrm>
            <a:off x="7395953" y="260865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40"/>
          <p:cNvSpPr/>
          <p:nvPr/>
        </p:nvSpPr>
        <p:spPr>
          <a:xfrm>
            <a:off x="4489705" y="4147767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40"/>
          <p:cNvSpPr/>
          <p:nvPr/>
        </p:nvSpPr>
        <p:spPr>
          <a:xfrm flipH="1" rot="-5735881">
            <a:off x="8422919" y="4767152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40"/>
          <p:cNvSpPr/>
          <p:nvPr/>
        </p:nvSpPr>
        <p:spPr>
          <a:xfrm>
            <a:off x="355986" y="257890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40"/>
          <p:cNvSpPr/>
          <p:nvPr/>
        </p:nvSpPr>
        <p:spPr>
          <a:xfrm rot="-1531528">
            <a:off x="8645969" y="2554671"/>
            <a:ext cx="174638" cy="113415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40"/>
          <p:cNvSpPr/>
          <p:nvPr/>
        </p:nvSpPr>
        <p:spPr>
          <a:xfrm>
            <a:off x="8821275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40"/>
          <p:cNvSpPr/>
          <p:nvPr/>
        </p:nvSpPr>
        <p:spPr>
          <a:xfrm>
            <a:off x="1951612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40"/>
          <p:cNvSpPr/>
          <p:nvPr/>
        </p:nvSpPr>
        <p:spPr>
          <a:xfrm flipH="1" rot="-570776">
            <a:off x="8346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40"/>
          <p:cNvSpPr/>
          <p:nvPr/>
        </p:nvSpPr>
        <p:spPr>
          <a:xfrm rot="570776">
            <a:off x="-62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53" name="Google Shape;553;p40"/>
          <p:cNvGrpSpPr/>
          <p:nvPr/>
        </p:nvGrpSpPr>
        <p:grpSpPr>
          <a:xfrm flipH="1" rot="-1130991">
            <a:off x="4134722" y="4303983"/>
            <a:ext cx="874559" cy="1481121"/>
            <a:chOff x="-117729" y="1733810"/>
            <a:chExt cx="874530" cy="1481072"/>
          </a:xfrm>
        </p:grpSpPr>
        <p:sp>
          <p:nvSpPr>
            <p:cNvPr id="554" name="Google Shape;554;p40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" name="Google Shape;555;p40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" name="Google Shape;556;p40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57" name="Google Shape;557;p40"/>
          <p:cNvGrpSpPr/>
          <p:nvPr/>
        </p:nvGrpSpPr>
        <p:grpSpPr>
          <a:xfrm rot="-1703417">
            <a:off x="523237" y="933608"/>
            <a:ext cx="199308" cy="251696"/>
            <a:chOff x="3311031" y="3025663"/>
            <a:chExt cx="308584" cy="389695"/>
          </a:xfrm>
        </p:grpSpPr>
        <p:sp>
          <p:nvSpPr>
            <p:cNvPr id="558" name="Google Shape;558;p40"/>
            <p:cNvSpPr/>
            <p:nvPr/>
          </p:nvSpPr>
          <p:spPr>
            <a:xfrm flipH="1">
              <a:off x="3311031" y="3025663"/>
              <a:ext cx="308584" cy="389695"/>
            </a:xfrm>
            <a:custGeom>
              <a:rect b="b" l="l" r="r" t="t"/>
              <a:pathLst>
                <a:path extrusionOk="0" h="19458" w="15408">
                  <a:moveTo>
                    <a:pt x="11748" y="0"/>
                  </a:moveTo>
                  <a:cubicBezTo>
                    <a:pt x="11325" y="0"/>
                    <a:pt x="10903" y="69"/>
                    <a:pt x="10501" y="209"/>
                  </a:cubicBezTo>
                  <a:cubicBezTo>
                    <a:pt x="8789" y="802"/>
                    <a:pt x="7716" y="2445"/>
                    <a:pt x="6757" y="3998"/>
                  </a:cubicBezTo>
                  <a:cubicBezTo>
                    <a:pt x="4771" y="7239"/>
                    <a:pt x="2786" y="10503"/>
                    <a:pt x="777" y="13744"/>
                  </a:cubicBezTo>
                  <a:cubicBezTo>
                    <a:pt x="1" y="15022"/>
                    <a:pt x="161" y="17008"/>
                    <a:pt x="1279" y="18263"/>
                  </a:cubicBezTo>
                  <a:cubicBezTo>
                    <a:pt x="1958" y="19027"/>
                    <a:pt x="2996" y="19458"/>
                    <a:pt x="4019" y="19458"/>
                  </a:cubicBezTo>
                  <a:cubicBezTo>
                    <a:pt x="4647" y="19458"/>
                    <a:pt x="5269" y="19295"/>
                    <a:pt x="5799" y="18948"/>
                  </a:cubicBezTo>
                  <a:cubicBezTo>
                    <a:pt x="6278" y="18629"/>
                    <a:pt x="6666" y="18218"/>
                    <a:pt x="7031" y="17761"/>
                  </a:cubicBezTo>
                  <a:cubicBezTo>
                    <a:pt x="7579" y="17099"/>
                    <a:pt x="8058" y="16392"/>
                    <a:pt x="8538" y="15661"/>
                  </a:cubicBezTo>
                  <a:cubicBezTo>
                    <a:pt x="10683" y="12443"/>
                    <a:pt x="12852" y="9225"/>
                    <a:pt x="14586" y="5755"/>
                  </a:cubicBezTo>
                  <a:cubicBezTo>
                    <a:pt x="14906" y="5116"/>
                    <a:pt x="15225" y="4431"/>
                    <a:pt x="15294" y="3701"/>
                  </a:cubicBezTo>
                  <a:cubicBezTo>
                    <a:pt x="15408" y="2537"/>
                    <a:pt x="14837" y="1327"/>
                    <a:pt x="13879" y="642"/>
                  </a:cubicBezTo>
                  <a:cubicBezTo>
                    <a:pt x="13250" y="218"/>
                    <a:pt x="12500" y="0"/>
                    <a:pt x="117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" name="Google Shape;559;p40"/>
            <p:cNvSpPr/>
            <p:nvPr/>
          </p:nvSpPr>
          <p:spPr>
            <a:xfrm flipH="1">
              <a:off x="3311033" y="3038519"/>
              <a:ext cx="285712" cy="376837"/>
            </a:xfrm>
            <a:custGeom>
              <a:rect b="b" l="l" r="r" t="t"/>
              <a:pathLst>
                <a:path extrusionOk="0" h="18816" w="14266">
                  <a:moveTo>
                    <a:pt x="12737" y="0"/>
                  </a:moveTo>
                  <a:cubicBezTo>
                    <a:pt x="12737" y="0"/>
                    <a:pt x="13262" y="2306"/>
                    <a:pt x="11641" y="4816"/>
                  </a:cubicBezTo>
                  <a:cubicBezTo>
                    <a:pt x="10020" y="7327"/>
                    <a:pt x="5181" y="15156"/>
                    <a:pt x="3903" y="16571"/>
                  </a:cubicBezTo>
                  <a:cubicBezTo>
                    <a:pt x="3155" y="17401"/>
                    <a:pt x="1970" y="17599"/>
                    <a:pt x="1100" y="17599"/>
                  </a:cubicBezTo>
                  <a:cubicBezTo>
                    <a:pt x="510" y="17599"/>
                    <a:pt x="65" y="17508"/>
                    <a:pt x="0" y="17462"/>
                  </a:cubicBezTo>
                  <a:lnTo>
                    <a:pt x="0" y="17462"/>
                  </a:lnTo>
                  <a:cubicBezTo>
                    <a:pt x="46" y="17507"/>
                    <a:pt x="91" y="17553"/>
                    <a:pt x="137" y="17621"/>
                  </a:cubicBezTo>
                  <a:cubicBezTo>
                    <a:pt x="816" y="18385"/>
                    <a:pt x="1854" y="18816"/>
                    <a:pt x="2877" y="18816"/>
                  </a:cubicBezTo>
                  <a:cubicBezTo>
                    <a:pt x="3505" y="18816"/>
                    <a:pt x="4127" y="18653"/>
                    <a:pt x="4657" y="18306"/>
                  </a:cubicBezTo>
                  <a:cubicBezTo>
                    <a:pt x="5136" y="17987"/>
                    <a:pt x="5524" y="17576"/>
                    <a:pt x="5889" y="17119"/>
                  </a:cubicBezTo>
                  <a:cubicBezTo>
                    <a:pt x="6414" y="16457"/>
                    <a:pt x="6916" y="15750"/>
                    <a:pt x="7396" y="15019"/>
                  </a:cubicBezTo>
                  <a:cubicBezTo>
                    <a:pt x="9541" y="11801"/>
                    <a:pt x="11710" y="8583"/>
                    <a:pt x="13444" y="5113"/>
                  </a:cubicBezTo>
                  <a:cubicBezTo>
                    <a:pt x="13764" y="4474"/>
                    <a:pt x="14083" y="3789"/>
                    <a:pt x="14152" y="3059"/>
                  </a:cubicBezTo>
                  <a:cubicBezTo>
                    <a:pt x="14266" y="1895"/>
                    <a:pt x="13695" y="685"/>
                    <a:pt x="12737" y="0"/>
                  </a:cubicBezTo>
                  <a:close/>
                </a:path>
              </a:pathLst>
            </a:custGeom>
            <a:solidFill>
              <a:schemeClr val="dk1">
                <a:alpha val="297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40"/>
            <p:cNvSpPr/>
            <p:nvPr/>
          </p:nvSpPr>
          <p:spPr>
            <a:xfrm flipH="1">
              <a:off x="3397429" y="3183403"/>
              <a:ext cx="222185" cy="231938"/>
            </a:xfrm>
            <a:custGeom>
              <a:rect b="b" l="l" r="r" t="t"/>
              <a:pathLst>
                <a:path extrusionOk="0" h="11581" w="11094">
                  <a:moveTo>
                    <a:pt x="4383" y="1"/>
                  </a:moveTo>
                  <a:cubicBezTo>
                    <a:pt x="3174" y="1964"/>
                    <a:pt x="1987" y="3927"/>
                    <a:pt x="777" y="5867"/>
                  </a:cubicBezTo>
                  <a:cubicBezTo>
                    <a:pt x="1" y="7145"/>
                    <a:pt x="161" y="9131"/>
                    <a:pt x="1279" y="10386"/>
                  </a:cubicBezTo>
                  <a:cubicBezTo>
                    <a:pt x="1958" y="11150"/>
                    <a:pt x="2996" y="11581"/>
                    <a:pt x="4019" y="11581"/>
                  </a:cubicBezTo>
                  <a:cubicBezTo>
                    <a:pt x="4647" y="11581"/>
                    <a:pt x="5269" y="11418"/>
                    <a:pt x="5799" y="11071"/>
                  </a:cubicBezTo>
                  <a:cubicBezTo>
                    <a:pt x="6278" y="10752"/>
                    <a:pt x="6666" y="10341"/>
                    <a:pt x="7031" y="9884"/>
                  </a:cubicBezTo>
                  <a:cubicBezTo>
                    <a:pt x="7579" y="9222"/>
                    <a:pt x="8058" y="8515"/>
                    <a:pt x="8538" y="7784"/>
                  </a:cubicBezTo>
                  <a:cubicBezTo>
                    <a:pt x="9382" y="6506"/>
                    <a:pt x="10249" y="5228"/>
                    <a:pt x="11094" y="3927"/>
                  </a:cubicBezTo>
                  <a:lnTo>
                    <a:pt x="11094" y="3927"/>
                  </a:lnTo>
                  <a:cubicBezTo>
                    <a:pt x="10803" y="3978"/>
                    <a:pt x="10510" y="4002"/>
                    <a:pt x="10218" y="4002"/>
                  </a:cubicBezTo>
                  <a:cubicBezTo>
                    <a:pt x="9207" y="4002"/>
                    <a:pt x="8203" y="3718"/>
                    <a:pt x="7282" y="3311"/>
                  </a:cubicBezTo>
                  <a:cubicBezTo>
                    <a:pt x="6575" y="2991"/>
                    <a:pt x="5890" y="2603"/>
                    <a:pt x="5365" y="2055"/>
                  </a:cubicBezTo>
                  <a:cubicBezTo>
                    <a:pt x="4817" y="1507"/>
                    <a:pt x="4429" y="777"/>
                    <a:pt x="440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40"/>
            <p:cNvSpPr/>
            <p:nvPr/>
          </p:nvSpPr>
          <p:spPr>
            <a:xfrm flipH="1">
              <a:off x="3397432" y="3259740"/>
              <a:ext cx="199314" cy="155594"/>
            </a:xfrm>
            <a:custGeom>
              <a:rect b="b" l="l" r="r" t="t"/>
              <a:pathLst>
                <a:path extrusionOk="0" h="7769" w="9952">
                  <a:moveTo>
                    <a:pt x="7669" y="1"/>
                  </a:moveTo>
                  <a:cubicBezTo>
                    <a:pt x="6095" y="2489"/>
                    <a:pt x="4542" y="4817"/>
                    <a:pt x="3903" y="5524"/>
                  </a:cubicBezTo>
                  <a:cubicBezTo>
                    <a:pt x="3155" y="6354"/>
                    <a:pt x="1970" y="6552"/>
                    <a:pt x="1100" y="6552"/>
                  </a:cubicBezTo>
                  <a:cubicBezTo>
                    <a:pt x="510" y="6552"/>
                    <a:pt x="65" y="6461"/>
                    <a:pt x="0" y="6415"/>
                  </a:cubicBezTo>
                  <a:lnTo>
                    <a:pt x="0" y="6415"/>
                  </a:lnTo>
                  <a:cubicBezTo>
                    <a:pt x="46" y="6460"/>
                    <a:pt x="91" y="6506"/>
                    <a:pt x="137" y="6574"/>
                  </a:cubicBezTo>
                  <a:cubicBezTo>
                    <a:pt x="816" y="7338"/>
                    <a:pt x="1854" y="7769"/>
                    <a:pt x="2877" y="7769"/>
                  </a:cubicBezTo>
                  <a:cubicBezTo>
                    <a:pt x="3505" y="7769"/>
                    <a:pt x="4127" y="7606"/>
                    <a:pt x="4657" y="7259"/>
                  </a:cubicBezTo>
                  <a:cubicBezTo>
                    <a:pt x="5136" y="6940"/>
                    <a:pt x="5524" y="6529"/>
                    <a:pt x="5889" y="6072"/>
                  </a:cubicBezTo>
                  <a:cubicBezTo>
                    <a:pt x="6437" y="5410"/>
                    <a:pt x="6916" y="4703"/>
                    <a:pt x="7396" y="3972"/>
                  </a:cubicBezTo>
                  <a:cubicBezTo>
                    <a:pt x="8240" y="2694"/>
                    <a:pt x="9107" y="1416"/>
                    <a:pt x="9952" y="115"/>
                  </a:cubicBezTo>
                  <a:lnTo>
                    <a:pt x="9952" y="115"/>
                  </a:lnTo>
                  <a:cubicBezTo>
                    <a:pt x="9679" y="164"/>
                    <a:pt x="9403" y="187"/>
                    <a:pt x="9126" y="187"/>
                  </a:cubicBezTo>
                  <a:cubicBezTo>
                    <a:pt x="8639" y="187"/>
                    <a:pt x="8150" y="117"/>
                    <a:pt x="76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62" name="Google Shape;562;p40"/>
          <p:cNvGrpSpPr/>
          <p:nvPr/>
        </p:nvGrpSpPr>
        <p:grpSpPr>
          <a:xfrm>
            <a:off x="8596540" y="1478649"/>
            <a:ext cx="150927" cy="143533"/>
            <a:chOff x="3716290" y="4256524"/>
            <a:chExt cx="150927" cy="143533"/>
          </a:xfrm>
        </p:grpSpPr>
        <p:sp>
          <p:nvSpPr>
            <p:cNvPr id="563" name="Google Shape;563;p40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40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40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3"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4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68" name="Google Shape;568;p41"/>
          <p:cNvSpPr/>
          <p:nvPr/>
        </p:nvSpPr>
        <p:spPr>
          <a:xfrm flipH="1" rot="-6816878">
            <a:off x="1150597" y="4587436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41"/>
          <p:cNvSpPr/>
          <p:nvPr/>
        </p:nvSpPr>
        <p:spPr>
          <a:xfrm>
            <a:off x="627781" y="335313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41"/>
          <p:cNvSpPr/>
          <p:nvPr/>
        </p:nvSpPr>
        <p:spPr>
          <a:xfrm>
            <a:off x="6560881" y="4965629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41"/>
          <p:cNvSpPr/>
          <p:nvPr/>
        </p:nvSpPr>
        <p:spPr>
          <a:xfrm>
            <a:off x="7395953" y="260865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41"/>
          <p:cNvSpPr/>
          <p:nvPr/>
        </p:nvSpPr>
        <p:spPr>
          <a:xfrm flipH="1" rot="-5735881">
            <a:off x="8422919" y="4767152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41"/>
          <p:cNvSpPr/>
          <p:nvPr/>
        </p:nvSpPr>
        <p:spPr>
          <a:xfrm>
            <a:off x="355986" y="257890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p41"/>
          <p:cNvSpPr/>
          <p:nvPr/>
        </p:nvSpPr>
        <p:spPr>
          <a:xfrm rot="-1531528">
            <a:off x="8645969" y="2554671"/>
            <a:ext cx="174638" cy="113415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p41"/>
          <p:cNvSpPr/>
          <p:nvPr/>
        </p:nvSpPr>
        <p:spPr>
          <a:xfrm>
            <a:off x="8821275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p41"/>
          <p:cNvSpPr/>
          <p:nvPr/>
        </p:nvSpPr>
        <p:spPr>
          <a:xfrm>
            <a:off x="1951612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" name="Google Shape;577;p41"/>
          <p:cNvSpPr/>
          <p:nvPr/>
        </p:nvSpPr>
        <p:spPr>
          <a:xfrm flipH="1" rot="-570776">
            <a:off x="8364275" y="4253589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p41"/>
          <p:cNvSpPr/>
          <p:nvPr/>
        </p:nvSpPr>
        <p:spPr>
          <a:xfrm rot="783234">
            <a:off x="-897830" y="4006315"/>
            <a:ext cx="1699397" cy="1359253"/>
          </a:xfrm>
          <a:custGeom>
            <a:rect b="b" l="l" r="r" t="t"/>
            <a:pathLst>
              <a:path extrusionOk="0" h="50371" w="62976">
                <a:moveTo>
                  <a:pt x="58341" y="1"/>
                </a:moveTo>
                <a:cubicBezTo>
                  <a:pt x="58190" y="1"/>
                  <a:pt x="58038" y="12"/>
                  <a:pt x="57886" y="34"/>
                </a:cubicBezTo>
                <a:cubicBezTo>
                  <a:pt x="56174" y="285"/>
                  <a:pt x="54964" y="1860"/>
                  <a:pt x="54371" y="3481"/>
                </a:cubicBezTo>
                <a:cubicBezTo>
                  <a:pt x="53503" y="5832"/>
                  <a:pt x="53595" y="8388"/>
                  <a:pt x="53435" y="10899"/>
                </a:cubicBezTo>
                <a:cubicBezTo>
                  <a:pt x="53275" y="13387"/>
                  <a:pt x="52750" y="16034"/>
                  <a:pt x="50992" y="17815"/>
                </a:cubicBezTo>
                <a:cubicBezTo>
                  <a:pt x="48984" y="19892"/>
                  <a:pt x="45857" y="20303"/>
                  <a:pt x="43255" y="21558"/>
                </a:cubicBezTo>
                <a:cubicBezTo>
                  <a:pt x="41109" y="22585"/>
                  <a:pt x="39283" y="24252"/>
                  <a:pt x="38051" y="26283"/>
                </a:cubicBezTo>
                <a:cubicBezTo>
                  <a:pt x="36270" y="29205"/>
                  <a:pt x="35745" y="32857"/>
                  <a:pt x="33600" y="35550"/>
                </a:cubicBezTo>
                <a:cubicBezTo>
                  <a:pt x="31751" y="37878"/>
                  <a:pt x="28829" y="39248"/>
                  <a:pt x="25862" y="39544"/>
                </a:cubicBezTo>
                <a:cubicBezTo>
                  <a:pt x="23762" y="39773"/>
                  <a:pt x="21616" y="39499"/>
                  <a:pt x="19539" y="39887"/>
                </a:cubicBezTo>
                <a:cubicBezTo>
                  <a:pt x="16047" y="40549"/>
                  <a:pt x="13194" y="42968"/>
                  <a:pt x="10341" y="45091"/>
                </a:cubicBezTo>
                <a:cubicBezTo>
                  <a:pt x="7671" y="47061"/>
                  <a:pt x="4608" y="48914"/>
                  <a:pt x="878" y="48914"/>
                </a:cubicBezTo>
                <a:cubicBezTo>
                  <a:pt x="589" y="48914"/>
                  <a:pt x="297" y="48903"/>
                  <a:pt x="1" y="48880"/>
                </a:cubicBezTo>
                <a:lnTo>
                  <a:pt x="1" y="48880"/>
                </a:lnTo>
                <a:cubicBezTo>
                  <a:pt x="1602" y="49874"/>
                  <a:pt x="3492" y="50371"/>
                  <a:pt x="5384" y="50371"/>
                </a:cubicBezTo>
                <a:cubicBezTo>
                  <a:pt x="7402" y="50371"/>
                  <a:pt x="9421" y="49806"/>
                  <a:pt x="11094" y="48675"/>
                </a:cubicBezTo>
                <a:cubicBezTo>
                  <a:pt x="12281" y="47853"/>
                  <a:pt x="13308" y="46803"/>
                  <a:pt x="14563" y="46072"/>
                </a:cubicBezTo>
                <a:cubicBezTo>
                  <a:pt x="16350" y="45060"/>
                  <a:pt x="18397" y="44844"/>
                  <a:pt x="20484" y="44844"/>
                </a:cubicBezTo>
                <a:cubicBezTo>
                  <a:pt x="21784" y="44844"/>
                  <a:pt x="23100" y="44928"/>
                  <a:pt x="24378" y="44954"/>
                </a:cubicBezTo>
                <a:cubicBezTo>
                  <a:pt x="24588" y="44958"/>
                  <a:pt x="24798" y="44959"/>
                  <a:pt x="25009" y="44959"/>
                </a:cubicBezTo>
                <a:cubicBezTo>
                  <a:pt x="28796" y="44959"/>
                  <a:pt x="32604" y="44364"/>
                  <a:pt x="36042" y="42786"/>
                </a:cubicBezTo>
                <a:cubicBezTo>
                  <a:pt x="39694" y="41119"/>
                  <a:pt x="42867" y="38312"/>
                  <a:pt x="44556" y="34705"/>
                </a:cubicBezTo>
                <a:cubicBezTo>
                  <a:pt x="45514" y="32674"/>
                  <a:pt x="46062" y="30323"/>
                  <a:pt x="47683" y="28771"/>
                </a:cubicBezTo>
                <a:cubicBezTo>
                  <a:pt x="49486" y="27059"/>
                  <a:pt x="52179" y="26739"/>
                  <a:pt x="54462" y="25712"/>
                </a:cubicBezTo>
                <a:cubicBezTo>
                  <a:pt x="57680" y="24252"/>
                  <a:pt x="60054" y="21261"/>
                  <a:pt x="61355" y="17975"/>
                </a:cubicBezTo>
                <a:cubicBezTo>
                  <a:pt x="62656" y="14688"/>
                  <a:pt x="62976" y="11081"/>
                  <a:pt x="62953" y="7543"/>
                </a:cubicBezTo>
                <a:cubicBezTo>
                  <a:pt x="62953" y="5832"/>
                  <a:pt x="62839" y="4051"/>
                  <a:pt x="62040" y="2522"/>
                </a:cubicBezTo>
                <a:cubicBezTo>
                  <a:pt x="61312" y="1129"/>
                  <a:pt x="59884" y="1"/>
                  <a:pt x="58341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9" name="Google Shape;579;p41"/>
          <p:cNvSpPr/>
          <p:nvPr/>
        </p:nvSpPr>
        <p:spPr>
          <a:xfrm rot="1607863">
            <a:off x="-2808" y="3477367"/>
            <a:ext cx="449022" cy="1683379"/>
          </a:xfrm>
          <a:custGeom>
            <a:rect b="b" l="l" r="r" t="t"/>
            <a:pathLst>
              <a:path extrusionOk="0" h="62387" w="16641">
                <a:moveTo>
                  <a:pt x="5438" y="1"/>
                </a:moveTo>
                <a:cubicBezTo>
                  <a:pt x="5170" y="1"/>
                  <a:pt x="4901" y="24"/>
                  <a:pt x="4634" y="73"/>
                </a:cubicBezTo>
                <a:cubicBezTo>
                  <a:pt x="2831" y="415"/>
                  <a:pt x="1393" y="1853"/>
                  <a:pt x="708" y="3543"/>
                </a:cubicBezTo>
                <a:cubicBezTo>
                  <a:pt x="0" y="5232"/>
                  <a:pt x="0" y="7103"/>
                  <a:pt x="274" y="8906"/>
                </a:cubicBezTo>
                <a:cubicBezTo>
                  <a:pt x="959" y="13152"/>
                  <a:pt x="3173" y="16964"/>
                  <a:pt x="4839" y="20913"/>
                </a:cubicBezTo>
                <a:cubicBezTo>
                  <a:pt x="6483" y="24884"/>
                  <a:pt x="7579" y="29472"/>
                  <a:pt x="5912" y="33421"/>
                </a:cubicBezTo>
                <a:cubicBezTo>
                  <a:pt x="5136" y="35224"/>
                  <a:pt x="3858" y="36776"/>
                  <a:pt x="3196" y="38602"/>
                </a:cubicBezTo>
                <a:cubicBezTo>
                  <a:pt x="2078" y="41752"/>
                  <a:pt x="2945" y="45267"/>
                  <a:pt x="3972" y="48440"/>
                </a:cubicBezTo>
                <a:cubicBezTo>
                  <a:pt x="4520" y="50083"/>
                  <a:pt x="5091" y="51727"/>
                  <a:pt x="5227" y="53461"/>
                </a:cubicBezTo>
                <a:cubicBezTo>
                  <a:pt x="5433" y="56566"/>
                  <a:pt x="4109" y="59556"/>
                  <a:pt x="2831" y="62386"/>
                </a:cubicBezTo>
                <a:cubicBezTo>
                  <a:pt x="7738" y="57889"/>
                  <a:pt x="9975" y="51110"/>
                  <a:pt x="9359" y="44560"/>
                </a:cubicBezTo>
                <a:cubicBezTo>
                  <a:pt x="9199" y="42802"/>
                  <a:pt x="8834" y="40999"/>
                  <a:pt x="9222" y="39264"/>
                </a:cubicBezTo>
                <a:cubicBezTo>
                  <a:pt x="9633" y="37392"/>
                  <a:pt x="10843" y="35817"/>
                  <a:pt x="11824" y="34174"/>
                </a:cubicBezTo>
                <a:cubicBezTo>
                  <a:pt x="16640" y="26117"/>
                  <a:pt x="15887" y="15777"/>
                  <a:pt x="12577" y="7012"/>
                </a:cubicBezTo>
                <a:cubicBezTo>
                  <a:pt x="11915" y="5209"/>
                  <a:pt x="11116" y="3406"/>
                  <a:pt x="9793" y="2036"/>
                </a:cubicBezTo>
                <a:cubicBezTo>
                  <a:pt x="8658" y="842"/>
                  <a:pt x="7053" y="1"/>
                  <a:pt x="5438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80" name="Google Shape;580;p41"/>
          <p:cNvGrpSpPr/>
          <p:nvPr/>
        </p:nvGrpSpPr>
        <p:grpSpPr>
          <a:xfrm>
            <a:off x="8204794" y="382155"/>
            <a:ext cx="355216" cy="305683"/>
            <a:chOff x="2581492" y="1663973"/>
            <a:chExt cx="447094" cy="384748"/>
          </a:xfrm>
        </p:grpSpPr>
        <p:sp>
          <p:nvSpPr>
            <p:cNvPr id="581" name="Google Shape;581;p41"/>
            <p:cNvSpPr/>
            <p:nvPr/>
          </p:nvSpPr>
          <p:spPr>
            <a:xfrm flipH="1">
              <a:off x="2581492" y="1663973"/>
              <a:ext cx="447094" cy="384748"/>
            </a:xfrm>
            <a:custGeom>
              <a:rect b="b" l="l" r="r" t="t"/>
              <a:pathLst>
                <a:path extrusionOk="0" h="19211" w="22324">
                  <a:moveTo>
                    <a:pt x="17667" y="1"/>
                  </a:moveTo>
                  <a:cubicBezTo>
                    <a:pt x="17065" y="1"/>
                    <a:pt x="16463" y="115"/>
                    <a:pt x="15909" y="347"/>
                  </a:cubicBezTo>
                  <a:cubicBezTo>
                    <a:pt x="14973" y="735"/>
                    <a:pt x="14197" y="1443"/>
                    <a:pt x="13444" y="2105"/>
                  </a:cubicBezTo>
                  <a:cubicBezTo>
                    <a:pt x="10020" y="5140"/>
                    <a:pt x="6505" y="8085"/>
                    <a:pt x="2944" y="10938"/>
                  </a:cubicBezTo>
                  <a:cubicBezTo>
                    <a:pt x="2283" y="11440"/>
                    <a:pt x="1643" y="11965"/>
                    <a:pt x="1164" y="12627"/>
                  </a:cubicBezTo>
                  <a:cubicBezTo>
                    <a:pt x="0" y="14293"/>
                    <a:pt x="297" y="16827"/>
                    <a:pt x="1826" y="18174"/>
                  </a:cubicBezTo>
                  <a:cubicBezTo>
                    <a:pt x="2610" y="18875"/>
                    <a:pt x="3686" y="19211"/>
                    <a:pt x="4730" y="19211"/>
                  </a:cubicBezTo>
                  <a:cubicBezTo>
                    <a:pt x="5690" y="19211"/>
                    <a:pt x="6625" y="18926"/>
                    <a:pt x="7281" y="18379"/>
                  </a:cubicBezTo>
                  <a:cubicBezTo>
                    <a:pt x="11230" y="15115"/>
                    <a:pt x="15179" y="11874"/>
                    <a:pt x="19128" y="8610"/>
                  </a:cubicBezTo>
                  <a:cubicBezTo>
                    <a:pt x="20178" y="7742"/>
                    <a:pt x="21273" y="6829"/>
                    <a:pt x="21753" y="5551"/>
                  </a:cubicBezTo>
                  <a:cubicBezTo>
                    <a:pt x="22323" y="4022"/>
                    <a:pt x="21821" y="2127"/>
                    <a:pt x="20566" y="1055"/>
                  </a:cubicBezTo>
                  <a:cubicBezTo>
                    <a:pt x="19780" y="356"/>
                    <a:pt x="18725" y="1"/>
                    <a:pt x="1766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41"/>
            <p:cNvSpPr/>
            <p:nvPr/>
          </p:nvSpPr>
          <p:spPr>
            <a:xfrm flipH="1">
              <a:off x="2584239" y="1703363"/>
              <a:ext cx="418294" cy="345354"/>
            </a:xfrm>
            <a:custGeom>
              <a:rect b="b" l="l" r="r" t="t"/>
              <a:pathLst>
                <a:path extrusionOk="0" h="17244" w="20886">
                  <a:moveTo>
                    <a:pt x="20041" y="1"/>
                  </a:moveTo>
                  <a:cubicBezTo>
                    <a:pt x="20041" y="23"/>
                    <a:pt x="20223" y="1827"/>
                    <a:pt x="17370" y="4360"/>
                  </a:cubicBezTo>
                  <a:cubicBezTo>
                    <a:pt x="14494" y="6917"/>
                    <a:pt x="5661" y="13924"/>
                    <a:pt x="4337" y="14677"/>
                  </a:cubicBezTo>
                  <a:cubicBezTo>
                    <a:pt x="3328" y="15251"/>
                    <a:pt x="2002" y="15785"/>
                    <a:pt x="923" y="15785"/>
                  </a:cubicBezTo>
                  <a:cubicBezTo>
                    <a:pt x="585" y="15785"/>
                    <a:pt x="272" y="15733"/>
                    <a:pt x="0" y="15613"/>
                  </a:cubicBezTo>
                  <a:lnTo>
                    <a:pt x="0" y="15613"/>
                  </a:lnTo>
                  <a:cubicBezTo>
                    <a:pt x="137" y="15819"/>
                    <a:pt x="320" y="16024"/>
                    <a:pt x="525" y="16207"/>
                  </a:cubicBezTo>
                  <a:cubicBezTo>
                    <a:pt x="1309" y="16908"/>
                    <a:pt x="2385" y="17244"/>
                    <a:pt x="3429" y="17244"/>
                  </a:cubicBezTo>
                  <a:cubicBezTo>
                    <a:pt x="4389" y="17244"/>
                    <a:pt x="5324" y="16959"/>
                    <a:pt x="5980" y="16412"/>
                  </a:cubicBezTo>
                  <a:cubicBezTo>
                    <a:pt x="9929" y="13148"/>
                    <a:pt x="13878" y="9907"/>
                    <a:pt x="17827" y="6643"/>
                  </a:cubicBezTo>
                  <a:cubicBezTo>
                    <a:pt x="18877" y="5775"/>
                    <a:pt x="19972" y="4862"/>
                    <a:pt x="20452" y="3584"/>
                  </a:cubicBezTo>
                  <a:cubicBezTo>
                    <a:pt x="20885" y="2420"/>
                    <a:pt x="20703" y="1051"/>
                    <a:pt x="200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41"/>
            <p:cNvSpPr/>
            <p:nvPr/>
          </p:nvSpPr>
          <p:spPr>
            <a:xfrm flipH="1">
              <a:off x="2754289" y="1801187"/>
              <a:ext cx="274297" cy="247520"/>
            </a:xfrm>
            <a:custGeom>
              <a:rect b="b" l="l" r="r" t="t"/>
              <a:pathLst>
                <a:path extrusionOk="0" h="12359" w="13696">
                  <a:moveTo>
                    <a:pt x="7920" y="0"/>
                  </a:moveTo>
                  <a:cubicBezTo>
                    <a:pt x="6277" y="1370"/>
                    <a:pt x="4611" y="2739"/>
                    <a:pt x="2944" y="4086"/>
                  </a:cubicBezTo>
                  <a:cubicBezTo>
                    <a:pt x="2283" y="4588"/>
                    <a:pt x="1643" y="5113"/>
                    <a:pt x="1164" y="5775"/>
                  </a:cubicBezTo>
                  <a:cubicBezTo>
                    <a:pt x="0" y="7441"/>
                    <a:pt x="297" y="9975"/>
                    <a:pt x="1826" y="11322"/>
                  </a:cubicBezTo>
                  <a:cubicBezTo>
                    <a:pt x="2610" y="12023"/>
                    <a:pt x="3686" y="12359"/>
                    <a:pt x="4730" y="12359"/>
                  </a:cubicBezTo>
                  <a:cubicBezTo>
                    <a:pt x="5690" y="12359"/>
                    <a:pt x="6625" y="12074"/>
                    <a:pt x="7281" y="11527"/>
                  </a:cubicBezTo>
                  <a:cubicBezTo>
                    <a:pt x="9381" y="9792"/>
                    <a:pt x="11481" y="8080"/>
                    <a:pt x="13581" y="6346"/>
                  </a:cubicBezTo>
                  <a:cubicBezTo>
                    <a:pt x="13695" y="4771"/>
                    <a:pt x="13170" y="3150"/>
                    <a:pt x="12120" y="1986"/>
                  </a:cubicBezTo>
                  <a:cubicBezTo>
                    <a:pt x="11070" y="799"/>
                    <a:pt x="9518" y="69"/>
                    <a:pt x="79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41"/>
            <p:cNvSpPr/>
            <p:nvPr/>
          </p:nvSpPr>
          <p:spPr>
            <a:xfrm flipH="1">
              <a:off x="2755214" y="1880708"/>
              <a:ext cx="247320" cy="167991"/>
            </a:xfrm>
            <a:custGeom>
              <a:rect b="b" l="l" r="r" t="t"/>
              <a:pathLst>
                <a:path extrusionOk="0" h="8388" w="12349">
                  <a:moveTo>
                    <a:pt x="11961" y="1"/>
                  </a:moveTo>
                  <a:cubicBezTo>
                    <a:pt x="8651" y="2649"/>
                    <a:pt x="5136" y="5365"/>
                    <a:pt x="4337" y="5821"/>
                  </a:cubicBezTo>
                  <a:cubicBezTo>
                    <a:pt x="3328" y="6395"/>
                    <a:pt x="2002" y="6929"/>
                    <a:pt x="923" y="6929"/>
                  </a:cubicBezTo>
                  <a:cubicBezTo>
                    <a:pt x="585" y="6929"/>
                    <a:pt x="272" y="6877"/>
                    <a:pt x="0" y="6757"/>
                  </a:cubicBezTo>
                  <a:lnTo>
                    <a:pt x="0" y="6757"/>
                  </a:lnTo>
                  <a:cubicBezTo>
                    <a:pt x="69" y="6871"/>
                    <a:pt x="160" y="6963"/>
                    <a:pt x="228" y="7054"/>
                  </a:cubicBezTo>
                  <a:lnTo>
                    <a:pt x="251" y="7077"/>
                  </a:lnTo>
                  <a:cubicBezTo>
                    <a:pt x="320" y="7168"/>
                    <a:pt x="411" y="7259"/>
                    <a:pt x="525" y="7351"/>
                  </a:cubicBezTo>
                  <a:cubicBezTo>
                    <a:pt x="1309" y="8052"/>
                    <a:pt x="2385" y="8388"/>
                    <a:pt x="3429" y="8388"/>
                  </a:cubicBezTo>
                  <a:cubicBezTo>
                    <a:pt x="4389" y="8388"/>
                    <a:pt x="5324" y="8103"/>
                    <a:pt x="5980" y="7556"/>
                  </a:cubicBezTo>
                  <a:cubicBezTo>
                    <a:pt x="8080" y="5821"/>
                    <a:pt x="10180" y="4109"/>
                    <a:pt x="12280" y="2375"/>
                  </a:cubicBezTo>
                  <a:cubicBezTo>
                    <a:pt x="12349" y="1576"/>
                    <a:pt x="12234" y="754"/>
                    <a:pt x="11961" y="1"/>
                  </a:cubicBezTo>
                  <a:close/>
                </a:path>
              </a:pathLst>
            </a:custGeom>
            <a:solidFill>
              <a:schemeClr val="dk1">
                <a:alpha val="297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85" name="Google Shape;585;p41"/>
          <p:cNvSpPr/>
          <p:nvPr/>
        </p:nvSpPr>
        <p:spPr>
          <a:xfrm>
            <a:off x="3615878" y="4837952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3_1"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4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88" name="Google Shape;588;p42"/>
          <p:cNvSpPr/>
          <p:nvPr/>
        </p:nvSpPr>
        <p:spPr>
          <a:xfrm>
            <a:off x="2911926" y="4947401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p42"/>
          <p:cNvSpPr/>
          <p:nvPr/>
        </p:nvSpPr>
        <p:spPr>
          <a:xfrm>
            <a:off x="279440" y="999194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42"/>
          <p:cNvSpPr/>
          <p:nvPr/>
        </p:nvSpPr>
        <p:spPr>
          <a:xfrm flipH="1">
            <a:off x="5894099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p42"/>
          <p:cNvSpPr/>
          <p:nvPr/>
        </p:nvSpPr>
        <p:spPr>
          <a:xfrm flipH="1">
            <a:off x="5467076" y="4971615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2" name="Google Shape;592;p42"/>
          <p:cNvSpPr/>
          <p:nvPr/>
        </p:nvSpPr>
        <p:spPr>
          <a:xfrm rot="5735881">
            <a:off x="7001722" y="48115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" name="Google Shape;593;p42"/>
          <p:cNvSpPr/>
          <p:nvPr/>
        </p:nvSpPr>
        <p:spPr>
          <a:xfrm flipH="1">
            <a:off x="8624320" y="257890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p42"/>
          <p:cNvSpPr/>
          <p:nvPr/>
        </p:nvSpPr>
        <p:spPr>
          <a:xfrm>
            <a:off x="3851551" y="4542164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95" name="Google Shape;595;p42"/>
          <p:cNvGrpSpPr/>
          <p:nvPr/>
        </p:nvGrpSpPr>
        <p:grpSpPr>
          <a:xfrm rot="-1821919">
            <a:off x="-307246" y="3106590"/>
            <a:ext cx="1299622" cy="2651890"/>
            <a:chOff x="8154826" y="3096390"/>
            <a:chExt cx="1299652" cy="2651951"/>
          </a:xfrm>
        </p:grpSpPr>
        <p:sp>
          <p:nvSpPr>
            <p:cNvPr id="596" name="Google Shape;596;p42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42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8" name="Google Shape;598;p42"/>
          <p:cNvSpPr/>
          <p:nvPr/>
        </p:nvSpPr>
        <p:spPr>
          <a:xfrm flipH="1" rot="-570776">
            <a:off x="316063" y="425976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42"/>
          <p:cNvSpPr/>
          <p:nvPr/>
        </p:nvSpPr>
        <p:spPr>
          <a:xfrm>
            <a:off x="928151" y="289764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00" name="Google Shape;600;p42"/>
          <p:cNvGrpSpPr/>
          <p:nvPr/>
        </p:nvGrpSpPr>
        <p:grpSpPr>
          <a:xfrm flipH="1" rot="1821919">
            <a:off x="8151624" y="3106590"/>
            <a:ext cx="1299622" cy="2651890"/>
            <a:chOff x="8154826" y="3096390"/>
            <a:chExt cx="1299652" cy="2651951"/>
          </a:xfrm>
        </p:grpSpPr>
        <p:sp>
          <p:nvSpPr>
            <p:cNvPr id="601" name="Google Shape;601;p42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42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3" name="Google Shape;603;p42"/>
          <p:cNvSpPr/>
          <p:nvPr/>
        </p:nvSpPr>
        <p:spPr>
          <a:xfrm rot="570776">
            <a:off x="7923686" y="425976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CUSTOM_3_1_1"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4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06" name="Google Shape;606;p43"/>
          <p:cNvSpPr/>
          <p:nvPr/>
        </p:nvSpPr>
        <p:spPr>
          <a:xfrm>
            <a:off x="8755466" y="2157738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7" name="Google Shape;607;p43"/>
          <p:cNvSpPr/>
          <p:nvPr/>
        </p:nvSpPr>
        <p:spPr>
          <a:xfrm rot="6816878">
            <a:off x="8475106" y="274161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" name="Google Shape;608;p43"/>
          <p:cNvSpPr/>
          <p:nvPr/>
        </p:nvSpPr>
        <p:spPr>
          <a:xfrm rot="-3524071">
            <a:off x="8627848" y="4718507"/>
            <a:ext cx="122996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43"/>
          <p:cNvSpPr/>
          <p:nvPr/>
        </p:nvSpPr>
        <p:spPr>
          <a:xfrm flipH="1">
            <a:off x="7422948" y="220730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43"/>
          <p:cNvSpPr/>
          <p:nvPr/>
        </p:nvSpPr>
        <p:spPr>
          <a:xfrm flipH="1">
            <a:off x="272981" y="2582721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43"/>
          <p:cNvSpPr/>
          <p:nvPr/>
        </p:nvSpPr>
        <p:spPr>
          <a:xfrm flipH="1" rot="1531528">
            <a:off x="529457" y="567083"/>
            <a:ext cx="174638" cy="113415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43"/>
          <p:cNvSpPr/>
          <p:nvPr/>
        </p:nvSpPr>
        <p:spPr>
          <a:xfrm>
            <a:off x="8511300" y="1084123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3" name="Google Shape;613;p43"/>
          <p:cNvSpPr/>
          <p:nvPr/>
        </p:nvSpPr>
        <p:spPr>
          <a:xfrm flipH="1" rot="5651252">
            <a:off x="453091" y="4787187"/>
            <a:ext cx="164594" cy="54658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14" name="Google Shape;614;p43"/>
          <p:cNvGrpSpPr/>
          <p:nvPr/>
        </p:nvGrpSpPr>
        <p:grpSpPr>
          <a:xfrm flipH="1">
            <a:off x="196328" y="2797748"/>
            <a:ext cx="1109326" cy="2740462"/>
            <a:chOff x="1985590" y="3490398"/>
            <a:chExt cx="1109326" cy="2740462"/>
          </a:xfrm>
        </p:grpSpPr>
        <p:sp>
          <p:nvSpPr>
            <p:cNvPr id="615" name="Google Shape;615;p43"/>
            <p:cNvSpPr/>
            <p:nvPr/>
          </p:nvSpPr>
          <p:spPr>
            <a:xfrm>
              <a:off x="2299102" y="3490398"/>
              <a:ext cx="614745" cy="567414"/>
            </a:xfrm>
            <a:custGeom>
              <a:rect b="b" l="l" r="r" t="t"/>
              <a:pathLst>
                <a:path extrusionOk="0" h="21027" w="22781">
                  <a:moveTo>
                    <a:pt x="12014" y="1"/>
                  </a:moveTo>
                  <a:cubicBezTo>
                    <a:pt x="11821" y="1"/>
                    <a:pt x="11628" y="10"/>
                    <a:pt x="11436" y="28"/>
                  </a:cubicBezTo>
                  <a:cubicBezTo>
                    <a:pt x="9496" y="210"/>
                    <a:pt x="7715" y="1214"/>
                    <a:pt x="6186" y="2447"/>
                  </a:cubicBezTo>
                  <a:cubicBezTo>
                    <a:pt x="5410" y="3086"/>
                    <a:pt x="4657" y="3839"/>
                    <a:pt x="4337" y="4798"/>
                  </a:cubicBezTo>
                  <a:cubicBezTo>
                    <a:pt x="3858" y="6259"/>
                    <a:pt x="4520" y="7834"/>
                    <a:pt x="5159" y="9249"/>
                  </a:cubicBezTo>
                  <a:cubicBezTo>
                    <a:pt x="6026" y="11189"/>
                    <a:pt x="6917" y="13129"/>
                    <a:pt x="7807" y="15069"/>
                  </a:cubicBezTo>
                  <a:cubicBezTo>
                    <a:pt x="6483" y="13746"/>
                    <a:pt x="5182" y="12422"/>
                    <a:pt x="3881" y="11098"/>
                  </a:cubicBezTo>
                  <a:cubicBezTo>
                    <a:pt x="3289" y="10506"/>
                    <a:pt x="2600" y="9876"/>
                    <a:pt x="1795" y="9876"/>
                  </a:cubicBezTo>
                  <a:cubicBezTo>
                    <a:pt x="1730" y="9876"/>
                    <a:pt x="1664" y="9880"/>
                    <a:pt x="1598" y="9888"/>
                  </a:cubicBezTo>
                  <a:cubicBezTo>
                    <a:pt x="754" y="9979"/>
                    <a:pt x="137" y="10847"/>
                    <a:pt x="69" y="11691"/>
                  </a:cubicBezTo>
                  <a:cubicBezTo>
                    <a:pt x="1" y="12536"/>
                    <a:pt x="343" y="13380"/>
                    <a:pt x="754" y="14111"/>
                  </a:cubicBezTo>
                  <a:cubicBezTo>
                    <a:pt x="2899" y="18060"/>
                    <a:pt x="7168" y="20776"/>
                    <a:pt x="11664" y="21027"/>
                  </a:cubicBezTo>
                  <a:cubicBezTo>
                    <a:pt x="17485" y="20639"/>
                    <a:pt x="22506" y="15069"/>
                    <a:pt x="22735" y="8952"/>
                  </a:cubicBezTo>
                  <a:cubicBezTo>
                    <a:pt x="22780" y="7834"/>
                    <a:pt x="22643" y="6601"/>
                    <a:pt x="21890" y="5780"/>
                  </a:cubicBezTo>
                  <a:cubicBezTo>
                    <a:pt x="21485" y="5325"/>
                    <a:pt x="20848" y="5062"/>
                    <a:pt x="20247" y="5062"/>
                  </a:cubicBezTo>
                  <a:cubicBezTo>
                    <a:pt x="19731" y="5062"/>
                    <a:pt x="19241" y="5256"/>
                    <a:pt x="18946" y="5688"/>
                  </a:cubicBezTo>
                  <a:cubicBezTo>
                    <a:pt x="18558" y="6213"/>
                    <a:pt x="18580" y="6944"/>
                    <a:pt x="18580" y="7606"/>
                  </a:cubicBezTo>
                  <a:cubicBezTo>
                    <a:pt x="18535" y="9569"/>
                    <a:pt x="17964" y="11554"/>
                    <a:pt x="16960" y="13266"/>
                  </a:cubicBezTo>
                  <a:cubicBezTo>
                    <a:pt x="17097" y="11372"/>
                    <a:pt x="17211" y="9477"/>
                    <a:pt x="17348" y="7583"/>
                  </a:cubicBezTo>
                  <a:cubicBezTo>
                    <a:pt x="17462" y="5757"/>
                    <a:pt x="17553" y="3794"/>
                    <a:pt x="16572" y="2264"/>
                  </a:cubicBezTo>
                  <a:cubicBezTo>
                    <a:pt x="15604" y="761"/>
                    <a:pt x="13799" y="1"/>
                    <a:pt x="12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" name="Google Shape;616;p43"/>
            <p:cNvSpPr/>
            <p:nvPr/>
          </p:nvSpPr>
          <p:spPr>
            <a:xfrm>
              <a:off x="1985590" y="3902567"/>
              <a:ext cx="1109326" cy="2328293"/>
            </a:xfrm>
            <a:custGeom>
              <a:rect b="b" l="l" r="r" t="t"/>
              <a:pathLst>
                <a:path extrusionOk="0" h="86281" w="41109">
                  <a:moveTo>
                    <a:pt x="3600" y="39967"/>
                  </a:moveTo>
                  <a:cubicBezTo>
                    <a:pt x="2921" y="39967"/>
                    <a:pt x="2330" y="40561"/>
                    <a:pt x="1941" y="41155"/>
                  </a:cubicBezTo>
                  <a:cubicBezTo>
                    <a:pt x="320" y="43620"/>
                    <a:pt x="0" y="46747"/>
                    <a:pt x="183" y="49691"/>
                  </a:cubicBezTo>
                  <a:cubicBezTo>
                    <a:pt x="434" y="53983"/>
                    <a:pt x="1667" y="58228"/>
                    <a:pt x="3744" y="61994"/>
                  </a:cubicBezTo>
                  <a:cubicBezTo>
                    <a:pt x="5342" y="64916"/>
                    <a:pt x="7442" y="67541"/>
                    <a:pt x="9633" y="70074"/>
                  </a:cubicBezTo>
                  <a:cubicBezTo>
                    <a:pt x="8355" y="68294"/>
                    <a:pt x="7693" y="66514"/>
                    <a:pt x="7213" y="64802"/>
                  </a:cubicBezTo>
                  <a:cubicBezTo>
                    <a:pt x="5387" y="58479"/>
                    <a:pt x="4794" y="51791"/>
                    <a:pt x="5479" y="45241"/>
                  </a:cubicBezTo>
                  <a:cubicBezTo>
                    <a:pt x="5661" y="43551"/>
                    <a:pt x="5821" y="41611"/>
                    <a:pt x="4611" y="40424"/>
                  </a:cubicBezTo>
                  <a:cubicBezTo>
                    <a:pt x="4383" y="40219"/>
                    <a:pt x="4132" y="40036"/>
                    <a:pt x="3835" y="39991"/>
                  </a:cubicBezTo>
                  <a:cubicBezTo>
                    <a:pt x="3756" y="39974"/>
                    <a:pt x="3677" y="39967"/>
                    <a:pt x="3600" y="39967"/>
                  </a:cubicBezTo>
                  <a:close/>
                  <a:moveTo>
                    <a:pt x="27756" y="1"/>
                  </a:moveTo>
                  <a:cubicBezTo>
                    <a:pt x="26889" y="708"/>
                    <a:pt x="26250" y="1713"/>
                    <a:pt x="25976" y="2808"/>
                  </a:cubicBezTo>
                  <a:cubicBezTo>
                    <a:pt x="25907" y="1941"/>
                    <a:pt x="25770" y="982"/>
                    <a:pt x="25108" y="412"/>
                  </a:cubicBezTo>
                  <a:cubicBezTo>
                    <a:pt x="24881" y="216"/>
                    <a:pt x="24573" y="125"/>
                    <a:pt x="24268" y="125"/>
                  </a:cubicBezTo>
                  <a:cubicBezTo>
                    <a:pt x="23683" y="125"/>
                    <a:pt x="23107" y="458"/>
                    <a:pt x="23122" y="1028"/>
                  </a:cubicBezTo>
                  <a:cubicBezTo>
                    <a:pt x="23145" y="1827"/>
                    <a:pt x="24218" y="2375"/>
                    <a:pt x="24035" y="3151"/>
                  </a:cubicBezTo>
                  <a:cubicBezTo>
                    <a:pt x="24022" y="2561"/>
                    <a:pt x="23437" y="2227"/>
                    <a:pt x="22850" y="2227"/>
                  </a:cubicBezTo>
                  <a:cubicBezTo>
                    <a:pt x="22415" y="2227"/>
                    <a:pt x="21980" y="2410"/>
                    <a:pt x="21776" y="2808"/>
                  </a:cubicBezTo>
                  <a:cubicBezTo>
                    <a:pt x="21388" y="3630"/>
                    <a:pt x="22050" y="4657"/>
                    <a:pt x="22917" y="4885"/>
                  </a:cubicBezTo>
                  <a:cubicBezTo>
                    <a:pt x="22780" y="4870"/>
                    <a:pt x="22641" y="4860"/>
                    <a:pt x="22501" y="4860"/>
                  </a:cubicBezTo>
                  <a:cubicBezTo>
                    <a:pt x="22222" y="4860"/>
                    <a:pt x="21943" y="4901"/>
                    <a:pt x="21684" y="5022"/>
                  </a:cubicBezTo>
                  <a:cubicBezTo>
                    <a:pt x="21205" y="5251"/>
                    <a:pt x="20908" y="5958"/>
                    <a:pt x="21274" y="6369"/>
                  </a:cubicBezTo>
                  <a:cubicBezTo>
                    <a:pt x="21433" y="6529"/>
                    <a:pt x="21662" y="6597"/>
                    <a:pt x="21890" y="6666"/>
                  </a:cubicBezTo>
                  <a:cubicBezTo>
                    <a:pt x="22532" y="6835"/>
                    <a:pt x="23194" y="6941"/>
                    <a:pt x="23888" y="6941"/>
                  </a:cubicBezTo>
                  <a:cubicBezTo>
                    <a:pt x="24502" y="6941"/>
                    <a:pt x="25141" y="6859"/>
                    <a:pt x="25816" y="6666"/>
                  </a:cubicBezTo>
                  <a:lnTo>
                    <a:pt x="25816" y="6666"/>
                  </a:lnTo>
                  <a:cubicBezTo>
                    <a:pt x="26227" y="12783"/>
                    <a:pt x="25108" y="18832"/>
                    <a:pt x="23305" y="24721"/>
                  </a:cubicBezTo>
                  <a:cubicBezTo>
                    <a:pt x="23511" y="22164"/>
                    <a:pt x="23282" y="19471"/>
                    <a:pt x="22963" y="16846"/>
                  </a:cubicBezTo>
                  <a:cubicBezTo>
                    <a:pt x="22689" y="14586"/>
                    <a:pt x="22278" y="12190"/>
                    <a:pt x="20794" y="10455"/>
                  </a:cubicBezTo>
                  <a:cubicBezTo>
                    <a:pt x="20156" y="9694"/>
                    <a:pt x="19222" y="9062"/>
                    <a:pt x="18241" y="9062"/>
                  </a:cubicBezTo>
                  <a:cubicBezTo>
                    <a:pt x="18134" y="9062"/>
                    <a:pt x="18026" y="9070"/>
                    <a:pt x="17918" y="9085"/>
                  </a:cubicBezTo>
                  <a:cubicBezTo>
                    <a:pt x="16709" y="9268"/>
                    <a:pt x="15841" y="10478"/>
                    <a:pt x="15750" y="11710"/>
                  </a:cubicBezTo>
                  <a:cubicBezTo>
                    <a:pt x="15659" y="12920"/>
                    <a:pt x="16184" y="14130"/>
                    <a:pt x="16891" y="15111"/>
                  </a:cubicBezTo>
                  <a:cubicBezTo>
                    <a:pt x="17599" y="16115"/>
                    <a:pt x="18489" y="16983"/>
                    <a:pt x="19265" y="17919"/>
                  </a:cubicBezTo>
                  <a:cubicBezTo>
                    <a:pt x="21548" y="20795"/>
                    <a:pt x="22575" y="24584"/>
                    <a:pt x="22164" y="28213"/>
                  </a:cubicBezTo>
                  <a:cubicBezTo>
                    <a:pt x="21548" y="30039"/>
                    <a:pt x="20863" y="31842"/>
                    <a:pt x="20155" y="33622"/>
                  </a:cubicBezTo>
                  <a:cubicBezTo>
                    <a:pt x="17416" y="40607"/>
                    <a:pt x="14335" y="47523"/>
                    <a:pt x="12440" y="54759"/>
                  </a:cubicBezTo>
                  <a:cubicBezTo>
                    <a:pt x="11276" y="44350"/>
                    <a:pt x="18968" y="34079"/>
                    <a:pt x="16640" y="23899"/>
                  </a:cubicBezTo>
                  <a:cubicBezTo>
                    <a:pt x="16435" y="22963"/>
                    <a:pt x="16092" y="21982"/>
                    <a:pt x="15248" y="21525"/>
                  </a:cubicBezTo>
                  <a:cubicBezTo>
                    <a:pt x="14967" y="21367"/>
                    <a:pt x="14673" y="21296"/>
                    <a:pt x="14381" y="21296"/>
                  </a:cubicBezTo>
                  <a:cubicBezTo>
                    <a:pt x="13106" y="21296"/>
                    <a:pt x="11841" y="22644"/>
                    <a:pt x="11619" y="24036"/>
                  </a:cubicBezTo>
                  <a:cubicBezTo>
                    <a:pt x="11345" y="25748"/>
                    <a:pt x="11984" y="27437"/>
                    <a:pt x="12121" y="29172"/>
                  </a:cubicBezTo>
                  <a:cubicBezTo>
                    <a:pt x="12326" y="31796"/>
                    <a:pt x="11322" y="34353"/>
                    <a:pt x="10683" y="36909"/>
                  </a:cubicBezTo>
                  <a:cubicBezTo>
                    <a:pt x="9176" y="42935"/>
                    <a:pt x="9770" y="49486"/>
                    <a:pt x="12326" y="55147"/>
                  </a:cubicBezTo>
                  <a:cubicBezTo>
                    <a:pt x="11938" y="56699"/>
                    <a:pt x="11596" y="58274"/>
                    <a:pt x="11322" y="59872"/>
                  </a:cubicBezTo>
                  <a:cubicBezTo>
                    <a:pt x="10660" y="63706"/>
                    <a:pt x="10477" y="67678"/>
                    <a:pt x="10911" y="71558"/>
                  </a:cubicBezTo>
                  <a:cubicBezTo>
                    <a:pt x="10477" y="71056"/>
                    <a:pt x="10044" y="70577"/>
                    <a:pt x="9633" y="70074"/>
                  </a:cubicBezTo>
                  <a:lnTo>
                    <a:pt x="9633" y="70074"/>
                  </a:lnTo>
                  <a:cubicBezTo>
                    <a:pt x="9998" y="70599"/>
                    <a:pt x="10432" y="71124"/>
                    <a:pt x="10934" y="71649"/>
                  </a:cubicBezTo>
                  <a:cubicBezTo>
                    <a:pt x="11527" y="76990"/>
                    <a:pt x="13330" y="82103"/>
                    <a:pt x="16686" y="86280"/>
                  </a:cubicBezTo>
                  <a:cubicBezTo>
                    <a:pt x="17234" y="85664"/>
                    <a:pt x="16709" y="84705"/>
                    <a:pt x="16229" y="84021"/>
                  </a:cubicBezTo>
                  <a:cubicBezTo>
                    <a:pt x="11025" y="76694"/>
                    <a:pt x="10546" y="66879"/>
                    <a:pt x="12486" y="58091"/>
                  </a:cubicBezTo>
                  <a:cubicBezTo>
                    <a:pt x="13604" y="52955"/>
                    <a:pt x="15476" y="48025"/>
                    <a:pt x="17507" y="43163"/>
                  </a:cubicBezTo>
                  <a:cubicBezTo>
                    <a:pt x="24857" y="39626"/>
                    <a:pt x="30815" y="33645"/>
                    <a:pt x="34421" y="26455"/>
                  </a:cubicBezTo>
                  <a:cubicBezTo>
                    <a:pt x="34923" y="25428"/>
                    <a:pt x="35403" y="24355"/>
                    <a:pt x="35357" y="23214"/>
                  </a:cubicBezTo>
                  <a:cubicBezTo>
                    <a:pt x="35311" y="22073"/>
                    <a:pt x="34604" y="20886"/>
                    <a:pt x="33485" y="20658"/>
                  </a:cubicBezTo>
                  <a:cubicBezTo>
                    <a:pt x="33343" y="20628"/>
                    <a:pt x="33201" y="20614"/>
                    <a:pt x="33061" y="20614"/>
                  </a:cubicBezTo>
                  <a:cubicBezTo>
                    <a:pt x="32236" y="20614"/>
                    <a:pt x="31458" y="21096"/>
                    <a:pt x="30815" y="21662"/>
                  </a:cubicBezTo>
                  <a:cubicBezTo>
                    <a:pt x="28943" y="23328"/>
                    <a:pt x="27893" y="25725"/>
                    <a:pt x="26797" y="28007"/>
                  </a:cubicBezTo>
                  <a:cubicBezTo>
                    <a:pt x="24446" y="32801"/>
                    <a:pt x="21548" y="37366"/>
                    <a:pt x="18192" y="41520"/>
                  </a:cubicBezTo>
                  <a:cubicBezTo>
                    <a:pt x="19425" y="38621"/>
                    <a:pt x="20680" y="35745"/>
                    <a:pt x="21867" y="32824"/>
                  </a:cubicBezTo>
                  <a:cubicBezTo>
                    <a:pt x="23602" y="28464"/>
                    <a:pt x="25177" y="23945"/>
                    <a:pt x="26135" y="19357"/>
                  </a:cubicBezTo>
                  <a:cubicBezTo>
                    <a:pt x="29468" y="14084"/>
                    <a:pt x="35197" y="10432"/>
                    <a:pt x="39739" y="5867"/>
                  </a:cubicBezTo>
                  <a:cubicBezTo>
                    <a:pt x="40219" y="5388"/>
                    <a:pt x="40698" y="4863"/>
                    <a:pt x="40835" y="4201"/>
                  </a:cubicBezTo>
                  <a:cubicBezTo>
                    <a:pt x="41109" y="2877"/>
                    <a:pt x="39716" y="1667"/>
                    <a:pt x="38347" y="1621"/>
                  </a:cubicBezTo>
                  <a:cubicBezTo>
                    <a:pt x="38309" y="1620"/>
                    <a:pt x="38271" y="1620"/>
                    <a:pt x="38233" y="1620"/>
                  </a:cubicBezTo>
                  <a:cubicBezTo>
                    <a:pt x="36930" y="1620"/>
                    <a:pt x="35715" y="2376"/>
                    <a:pt x="34672" y="3196"/>
                  </a:cubicBezTo>
                  <a:cubicBezTo>
                    <a:pt x="31317" y="5821"/>
                    <a:pt x="28669" y="9314"/>
                    <a:pt x="27003" y="13240"/>
                  </a:cubicBezTo>
                  <a:cubicBezTo>
                    <a:pt x="27163" y="11025"/>
                    <a:pt x="27140" y="8811"/>
                    <a:pt x="26866" y="6597"/>
                  </a:cubicBezTo>
                  <a:cubicBezTo>
                    <a:pt x="28715" y="5730"/>
                    <a:pt x="30153" y="4018"/>
                    <a:pt x="30678" y="2055"/>
                  </a:cubicBezTo>
                  <a:cubicBezTo>
                    <a:pt x="30532" y="2031"/>
                    <a:pt x="30386" y="2019"/>
                    <a:pt x="30239" y="2019"/>
                  </a:cubicBezTo>
                  <a:cubicBezTo>
                    <a:pt x="29283" y="2019"/>
                    <a:pt x="28339" y="2522"/>
                    <a:pt x="27824" y="3333"/>
                  </a:cubicBezTo>
                  <a:cubicBezTo>
                    <a:pt x="28395" y="2329"/>
                    <a:pt x="28372" y="1005"/>
                    <a:pt x="2775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17" name="Google Shape;617;p43"/>
          <p:cNvSpPr/>
          <p:nvPr/>
        </p:nvSpPr>
        <p:spPr>
          <a:xfrm flipH="1" rot="-570776">
            <a:off x="4356200" y="44379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8" name="Google Shape;618;p43"/>
          <p:cNvSpPr/>
          <p:nvPr/>
        </p:nvSpPr>
        <p:spPr>
          <a:xfrm rot="570776">
            <a:off x="3883550" y="44379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19" name="Google Shape;619;p43"/>
          <p:cNvGrpSpPr/>
          <p:nvPr/>
        </p:nvGrpSpPr>
        <p:grpSpPr>
          <a:xfrm>
            <a:off x="7914115" y="2797748"/>
            <a:ext cx="1109326" cy="2740462"/>
            <a:chOff x="1985590" y="3490398"/>
            <a:chExt cx="1109326" cy="2740462"/>
          </a:xfrm>
        </p:grpSpPr>
        <p:sp>
          <p:nvSpPr>
            <p:cNvPr id="620" name="Google Shape;620;p43"/>
            <p:cNvSpPr/>
            <p:nvPr/>
          </p:nvSpPr>
          <p:spPr>
            <a:xfrm>
              <a:off x="2299102" y="3490398"/>
              <a:ext cx="614745" cy="567414"/>
            </a:xfrm>
            <a:custGeom>
              <a:rect b="b" l="l" r="r" t="t"/>
              <a:pathLst>
                <a:path extrusionOk="0" h="21027" w="22781">
                  <a:moveTo>
                    <a:pt x="12014" y="1"/>
                  </a:moveTo>
                  <a:cubicBezTo>
                    <a:pt x="11821" y="1"/>
                    <a:pt x="11628" y="10"/>
                    <a:pt x="11436" y="28"/>
                  </a:cubicBezTo>
                  <a:cubicBezTo>
                    <a:pt x="9496" y="210"/>
                    <a:pt x="7715" y="1214"/>
                    <a:pt x="6186" y="2447"/>
                  </a:cubicBezTo>
                  <a:cubicBezTo>
                    <a:pt x="5410" y="3086"/>
                    <a:pt x="4657" y="3839"/>
                    <a:pt x="4337" y="4798"/>
                  </a:cubicBezTo>
                  <a:cubicBezTo>
                    <a:pt x="3858" y="6259"/>
                    <a:pt x="4520" y="7834"/>
                    <a:pt x="5159" y="9249"/>
                  </a:cubicBezTo>
                  <a:cubicBezTo>
                    <a:pt x="6026" y="11189"/>
                    <a:pt x="6917" y="13129"/>
                    <a:pt x="7807" y="15069"/>
                  </a:cubicBezTo>
                  <a:cubicBezTo>
                    <a:pt x="6483" y="13746"/>
                    <a:pt x="5182" y="12422"/>
                    <a:pt x="3881" y="11098"/>
                  </a:cubicBezTo>
                  <a:cubicBezTo>
                    <a:pt x="3289" y="10506"/>
                    <a:pt x="2600" y="9876"/>
                    <a:pt x="1795" y="9876"/>
                  </a:cubicBezTo>
                  <a:cubicBezTo>
                    <a:pt x="1730" y="9876"/>
                    <a:pt x="1664" y="9880"/>
                    <a:pt x="1598" y="9888"/>
                  </a:cubicBezTo>
                  <a:cubicBezTo>
                    <a:pt x="754" y="9979"/>
                    <a:pt x="137" y="10847"/>
                    <a:pt x="69" y="11691"/>
                  </a:cubicBezTo>
                  <a:cubicBezTo>
                    <a:pt x="1" y="12536"/>
                    <a:pt x="343" y="13380"/>
                    <a:pt x="754" y="14111"/>
                  </a:cubicBezTo>
                  <a:cubicBezTo>
                    <a:pt x="2899" y="18060"/>
                    <a:pt x="7168" y="20776"/>
                    <a:pt x="11664" y="21027"/>
                  </a:cubicBezTo>
                  <a:cubicBezTo>
                    <a:pt x="17485" y="20639"/>
                    <a:pt x="22506" y="15069"/>
                    <a:pt x="22735" y="8952"/>
                  </a:cubicBezTo>
                  <a:cubicBezTo>
                    <a:pt x="22780" y="7834"/>
                    <a:pt x="22643" y="6601"/>
                    <a:pt x="21890" y="5780"/>
                  </a:cubicBezTo>
                  <a:cubicBezTo>
                    <a:pt x="21485" y="5325"/>
                    <a:pt x="20848" y="5062"/>
                    <a:pt x="20247" y="5062"/>
                  </a:cubicBezTo>
                  <a:cubicBezTo>
                    <a:pt x="19731" y="5062"/>
                    <a:pt x="19241" y="5256"/>
                    <a:pt x="18946" y="5688"/>
                  </a:cubicBezTo>
                  <a:cubicBezTo>
                    <a:pt x="18558" y="6213"/>
                    <a:pt x="18580" y="6944"/>
                    <a:pt x="18580" y="7606"/>
                  </a:cubicBezTo>
                  <a:cubicBezTo>
                    <a:pt x="18535" y="9569"/>
                    <a:pt x="17964" y="11554"/>
                    <a:pt x="16960" y="13266"/>
                  </a:cubicBezTo>
                  <a:cubicBezTo>
                    <a:pt x="17097" y="11372"/>
                    <a:pt x="17211" y="9477"/>
                    <a:pt x="17348" y="7583"/>
                  </a:cubicBezTo>
                  <a:cubicBezTo>
                    <a:pt x="17462" y="5757"/>
                    <a:pt x="17553" y="3794"/>
                    <a:pt x="16572" y="2264"/>
                  </a:cubicBezTo>
                  <a:cubicBezTo>
                    <a:pt x="15604" y="761"/>
                    <a:pt x="13799" y="1"/>
                    <a:pt x="12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" name="Google Shape;621;p43"/>
            <p:cNvSpPr/>
            <p:nvPr/>
          </p:nvSpPr>
          <p:spPr>
            <a:xfrm>
              <a:off x="1985590" y="3902567"/>
              <a:ext cx="1109326" cy="2328293"/>
            </a:xfrm>
            <a:custGeom>
              <a:rect b="b" l="l" r="r" t="t"/>
              <a:pathLst>
                <a:path extrusionOk="0" h="86281" w="41109">
                  <a:moveTo>
                    <a:pt x="3600" y="39967"/>
                  </a:moveTo>
                  <a:cubicBezTo>
                    <a:pt x="2921" y="39967"/>
                    <a:pt x="2330" y="40561"/>
                    <a:pt x="1941" y="41155"/>
                  </a:cubicBezTo>
                  <a:cubicBezTo>
                    <a:pt x="320" y="43620"/>
                    <a:pt x="0" y="46747"/>
                    <a:pt x="183" y="49691"/>
                  </a:cubicBezTo>
                  <a:cubicBezTo>
                    <a:pt x="434" y="53983"/>
                    <a:pt x="1667" y="58228"/>
                    <a:pt x="3744" y="61994"/>
                  </a:cubicBezTo>
                  <a:cubicBezTo>
                    <a:pt x="5342" y="64916"/>
                    <a:pt x="7442" y="67541"/>
                    <a:pt x="9633" y="70074"/>
                  </a:cubicBezTo>
                  <a:cubicBezTo>
                    <a:pt x="8355" y="68294"/>
                    <a:pt x="7693" y="66514"/>
                    <a:pt x="7213" y="64802"/>
                  </a:cubicBezTo>
                  <a:cubicBezTo>
                    <a:pt x="5387" y="58479"/>
                    <a:pt x="4794" y="51791"/>
                    <a:pt x="5479" y="45241"/>
                  </a:cubicBezTo>
                  <a:cubicBezTo>
                    <a:pt x="5661" y="43551"/>
                    <a:pt x="5821" y="41611"/>
                    <a:pt x="4611" y="40424"/>
                  </a:cubicBezTo>
                  <a:cubicBezTo>
                    <a:pt x="4383" y="40219"/>
                    <a:pt x="4132" y="40036"/>
                    <a:pt x="3835" y="39991"/>
                  </a:cubicBezTo>
                  <a:cubicBezTo>
                    <a:pt x="3756" y="39974"/>
                    <a:pt x="3677" y="39967"/>
                    <a:pt x="3600" y="39967"/>
                  </a:cubicBezTo>
                  <a:close/>
                  <a:moveTo>
                    <a:pt x="27756" y="1"/>
                  </a:moveTo>
                  <a:cubicBezTo>
                    <a:pt x="26889" y="708"/>
                    <a:pt x="26250" y="1713"/>
                    <a:pt x="25976" y="2808"/>
                  </a:cubicBezTo>
                  <a:cubicBezTo>
                    <a:pt x="25907" y="1941"/>
                    <a:pt x="25770" y="982"/>
                    <a:pt x="25108" y="412"/>
                  </a:cubicBezTo>
                  <a:cubicBezTo>
                    <a:pt x="24881" y="216"/>
                    <a:pt x="24573" y="125"/>
                    <a:pt x="24268" y="125"/>
                  </a:cubicBezTo>
                  <a:cubicBezTo>
                    <a:pt x="23683" y="125"/>
                    <a:pt x="23107" y="458"/>
                    <a:pt x="23122" y="1028"/>
                  </a:cubicBezTo>
                  <a:cubicBezTo>
                    <a:pt x="23145" y="1827"/>
                    <a:pt x="24218" y="2375"/>
                    <a:pt x="24035" y="3151"/>
                  </a:cubicBezTo>
                  <a:cubicBezTo>
                    <a:pt x="24022" y="2561"/>
                    <a:pt x="23437" y="2227"/>
                    <a:pt x="22850" y="2227"/>
                  </a:cubicBezTo>
                  <a:cubicBezTo>
                    <a:pt x="22415" y="2227"/>
                    <a:pt x="21980" y="2410"/>
                    <a:pt x="21776" y="2808"/>
                  </a:cubicBezTo>
                  <a:cubicBezTo>
                    <a:pt x="21388" y="3630"/>
                    <a:pt x="22050" y="4657"/>
                    <a:pt x="22917" y="4885"/>
                  </a:cubicBezTo>
                  <a:cubicBezTo>
                    <a:pt x="22780" y="4870"/>
                    <a:pt x="22641" y="4860"/>
                    <a:pt x="22501" y="4860"/>
                  </a:cubicBezTo>
                  <a:cubicBezTo>
                    <a:pt x="22222" y="4860"/>
                    <a:pt x="21943" y="4901"/>
                    <a:pt x="21684" y="5022"/>
                  </a:cubicBezTo>
                  <a:cubicBezTo>
                    <a:pt x="21205" y="5251"/>
                    <a:pt x="20908" y="5958"/>
                    <a:pt x="21274" y="6369"/>
                  </a:cubicBezTo>
                  <a:cubicBezTo>
                    <a:pt x="21433" y="6529"/>
                    <a:pt x="21662" y="6597"/>
                    <a:pt x="21890" y="6666"/>
                  </a:cubicBezTo>
                  <a:cubicBezTo>
                    <a:pt x="22532" y="6835"/>
                    <a:pt x="23194" y="6941"/>
                    <a:pt x="23888" y="6941"/>
                  </a:cubicBezTo>
                  <a:cubicBezTo>
                    <a:pt x="24502" y="6941"/>
                    <a:pt x="25141" y="6859"/>
                    <a:pt x="25816" y="6666"/>
                  </a:cubicBezTo>
                  <a:lnTo>
                    <a:pt x="25816" y="6666"/>
                  </a:lnTo>
                  <a:cubicBezTo>
                    <a:pt x="26227" y="12783"/>
                    <a:pt x="25108" y="18832"/>
                    <a:pt x="23305" y="24721"/>
                  </a:cubicBezTo>
                  <a:cubicBezTo>
                    <a:pt x="23511" y="22164"/>
                    <a:pt x="23282" y="19471"/>
                    <a:pt x="22963" y="16846"/>
                  </a:cubicBezTo>
                  <a:cubicBezTo>
                    <a:pt x="22689" y="14586"/>
                    <a:pt x="22278" y="12190"/>
                    <a:pt x="20794" y="10455"/>
                  </a:cubicBezTo>
                  <a:cubicBezTo>
                    <a:pt x="20156" y="9694"/>
                    <a:pt x="19222" y="9062"/>
                    <a:pt x="18241" y="9062"/>
                  </a:cubicBezTo>
                  <a:cubicBezTo>
                    <a:pt x="18134" y="9062"/>
                    <a:pt x="18026" y="9070"/>
                    <a:pt x="17918" y="9085"/>
                  </a:cubicBezTo>
                  <a:cubicBezTo>
                    <a:pt x="16709" y="9268"/>
                    <a:pt x="15841" y="10478"/>
                    <a:pt x="15750" y="11710"/>
                  </a:cubicBezTo>
                  <a:cubicBezTo>
                    <a:pt x="15659" y="12920"/>
                    <a:pt x="16184" y="14130"/>
                    <a:pt x="16891" y="15111"/>
                  </a:cubicBezTo>
                  <a:cubicBezTo>
                    <a:pt x="17599" y="16115"/>
                    <a:pt x="18489" y="16983"/>
                    <a:pt x="19265" y="17919"/>
                  </a:cubicBezTo>
                  <a:cubicBezTo>
                    <a:pt x="21548" y="20795"/>
                    <a:pt x="22575" y="24584"/>
                    <a:pt x="22164" y="28213"/>
                  </a:cubicBezTo>
                  <a:cubicBezTo>
                    <a:pt x="21548" y="30039"/>
                    <a:pt x="20863" y="31842"/>
                    <a:pt x="20155" y="33622"/>
                  </a:cubicBezTo>
                  <a:cubicBezTo>
                    <a:pt x="17416" y="40607"/>
                    <a:pt x="14335" y="47523"/>
                    <a:pt x="12440" y="54759"/>
                  </a:cubicBezTo>
                  <a:cubicBezTo>
                    <a:pt x="11276" y="44350"/>
                    <a:pt x="18968" y="34079"/>
                    <a:pt x="16640" y="23899"/>
                  </a:cubicBezTo>
                  <a:cubicBezTo>
                    <a:pt x="16435" y="22963"/>
                    <a:pt x="16092" y="21982"/>
                    <a:pt x="15248" y="21525"/>
                  </a:cubicBezTo>
                  <a:cubicBezTo>
                    <a:pt x="14967" y="21367"/>
                    <a:pt x="14673" y="21296"/>
                    <a:pt x="14381" y="21296"/>
                  </a:cubicBezTo>
                  <a:cubicBezTo>
                    <a:pt x="13106" y="21296"/>
                    <a:pt x="11841" y="22644"/>
                    <a:pt x="11619" y="24036"/>
                  </a:cubicBezTo>
                  <a:cubicBezTo>
                    <a:pt x="11345" y="25748"/>
                    <a:pt x="11984" y="27437"/>
                    <a:pt x="12121" y="29172"/>
                  </a:cubicBezTo>
                  <a:cubicBezTo>
                    <a:pt x="12326" y="31796"/>
                    <a:pt x="11322" y="34353"/>
                    <a:pt x="10683" y="36909"/>
                  </a:cubicBezTo>
                  <a:cubicBezTo>
                    <a:pt x="9176" y="42935"/>
                    <a:pt x="9770" y="49486"/>
                    <a:pt x="12326" y="55147"/>
                  </a:cubicBezTo>
                  <a:cubicBezTo>
                    <a:pt x="11938" y="56699"/>
                    <a:pt x="11596" y="58274"/>
                    <a:pt x="11322" y="59872"/>
                  </a:cubicBezTo>
                  <a:cubicBezTo>
                    <a:pt x="10660" y="63706"/>
                    <a:pt x="10477" y="67678"/>
                    <a:pt x="10911" y="71558"/>
                  </a:cubicBezTo>
                  <a:cubicBezTo>
                    <a:pt x="10477" y="71056"/>
                    <a:pt x="10044" y="70577"/>
                    <a:pt x="9633" y="70074"/>
                  </a:cubicBezTo>
                  <a:lnTo>
                    <a:pt x="9633" y="70074"/>
                  </a:lnTo>
                  <a:cubicBezTo>
                    <a:pt x="9998" y="70599"/>
                    <a:pt x="10432" y="71124"/>
                    <a:pt x="10934" y="71649"/>
                  </a:cubicBezTo>
                  <a:cubicBezTo>
                    <a:pt x="11527" y="76990"/>
                    <a:pt x="13330" y="82103"/>
                    <a:pt x="16686" y="86280"/>
                  </a:cubicBezTo>
                  <a:cubicBezTo>
                    <a:pt x="17234" y="85664"/>
                    <a:pt x="16709" y="84705"/>
                    <a:pt x="16229" y="84021"/>
                  </a:cubicBezTo>
                  <a:cubicBezTo>
                    <a:pt x="11025" y="76694"/>
                    <a:pt x="10546" y="66879"/>
                    <a:pt x="12486" y="58091"/>
                  </a:cubicBezTo>
                  <a:cubicBezTo>
                    <a:pt x="13604" y="52955"/>
                    <a:pt x="15476" y="48025"/>
                    <a:pt x="17507" y="43163"/>
                  </a:cubicBezTo>
                  <a:cubicBezTo>
                    <a:pt x="24857" y="39626"/>
                    <a:pt x="30815" y="33645"/>
                    <a:pt x="34421" y="26455"/>
                  </a:cubicBezTo>
                  <a:cubicBezTo>
                    <a:pt x="34923" y="25428"/>
                    <a:pt x="35403" y="24355"/>
                    <a:pt x="35357" y="23214"/>
                  </a:cubicBezTo>
                  <a:cubicBezTo>
                    <a:pt x="35311" y="22073"/>
                    <a:pt x="34604" y="20886"/>
                    <a:pt x="33485" y="20658"/>
                  </a:cubicBezTo>
                  <a:cubicBezTo>
                    <a:pt x="33343" y="20628"/>
                    <a:pt x="33201" y="20614"/>
                    <a:pt x="33061" y="20614"/>
                  </a:cubicBezTo>
                  <a:cubicBezTo>
                    <a:pt x="32236" y="20614"/>
                    <a:pt x="31458" y="21096"/>
                    <a:pt x="30815" y="21662"/>
                  </a:cubicBezTo>
                  <a:cubicBezTo>
                    <a:pt x="28943" y="23328"/>
                    <a:pt x="27893" y="25725"/>
                    <a:pt x="26797" y="28007"/>
                  </a:cubicBezTo>
                  <a:cubicBezTo>
                    <a:pt x="24446" y="32801"/>
                    <a:pt x="21548" y="37366"/>
                    <a:pt x="18192" y="41520"/>
                  </a:cubicBezTo>
                  <a:cubicBezTo>
                    <a:pt x="19425" y="38621"/>
                    <a:pt x="20680" y="35745"/>
                    <a:pt x="21867" y="32824"/>
                  </a:cubicBezTo>
                  <a:cubicBezTo>
                    <a:pt x="23602" y="28464"/>
                    <a:pt x="25177" y="23945"/>
                    <a:pt x="26135" y="19357"/>
                  </a:cubicBezTo>
                  <a:cubicBezTo>
                    <a:pt x="29468" y="14084"/>
                    <a:pt x="35197" y="10432"/>
                    <a:pt x="39739" y="5867"/>
                  </a:cubicBezTo>
                  <a:cubicBezTo>
                    <a:pt x="40219" y="5388"/>
                    <a:pt x="40698" y="4863"/>
                    <a:pt x="40835" y="4201"/>
                  </a:cubicBezTo>
                  <a:cubicBezTo>
                    <a:pt x="41109" y="2877"/>
                    <a:pt x="39716" y="1667"/>
                    <a:pt x="38347" y="1621"/>
                  </a:cubicBezTo>
                  <a:cubicBezTo>
                    <a:pt x="38309" y="1620"/>
                    <a:pt x="38271" y="1620"/>
                    <a:pt x="38233" y="1620"/>
                  </a:cubicBezTo>
                  <a:cubicBezTo>
                    <a:pt x="36930" y="1620"/>
                    <a:pt x="35715" y="2376"/>
                    <a:pt x="34672" y="3196"/>
                  </a:cubicBezTo>
                  <a:cubicBezTo>
                    <a:pt x="31317" y="5821"/>
                    <a:pt x="28669" y="9314"/>
                    <a:pt x="27003" y="13240"/>
                  </a:cubicBezTo>
                  <a:cubicBezTo>
                    <a:pt x="27163" y="11025"/>
                    <a:pt x="27140" y="8811"/>
                    <a:pt x="26866" y="6597"/>
                  </a:cubicBezTo>
                  <a:cubicBezTo>
                    <a:pt x="28715" y="5730"/>
                    <a:pt x="30153" y="4018"/>
                    <a:pt x="30678" y="2055"/>
                  </a:cubicBezTo>
                  <a:cubicBezTo>
                    <a:pt x="30532" y="2031"/>
                    <a:pt x="30386" y="2019"/>
                    <a:pt x="30239" y="2019"/>
                  </a:cubicBezTo>
                  <a:cubicBezTo>
                    <a:pt x="29283" y="2019"/>
                    <a:pt x="28339" y="2522"/>
                    <a:pt x="27824" y="3333"/>
                  </a:cubicBezTo>
                  <a:cubicBezTo>
                    <a:pt x="28395" y="2329"/>
                    <a:pt x="28372" y="1005"/>
                    <a:pt x="2775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CUSTOM_3_1_1_1"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4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24" name="Google Shape;624;p44"/>
          <p:cNvSpPr/>
          <p:nvPr/>
        </p:nvSpPr>
        <p:spPr>
          <a:xfrm flipH="1" rot="-6816878">
            <a:off x="540997" y="4282636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44"/>
          <p:cNvSpPr/>
          <p:nvPr/>
        </p:nvSpPr>
        <p:spPr>
          <a:xfrm>
            <a:off x="627781" y="335313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p44"/>
          <p:cNvSpPr/>
          <p:nvPr/>
        </p:nvSpPr>
        <p:spPr>
          <a:xfrm>
            <a:off x="6560881" y="4965629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44"/>
          <p:cNvSpPr/>
          <p:nvPr/>
        </p:nvSpPr>
        <p:spPr>
          <a:xfrm>
            <a:off x="3615878" y="4837952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p44"/>
          <p:cNvSpPr/>
          <p:nvPr/>
        </p:nvSpPr>
        <p:spPr>
          <a:xfrm>
            <a:off x="7395953" y="260865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9" name="Google Shape;629;p44"/>
          <p:cNvSpPr/>
          <p:nvPr/>
        </p:nvSpPr>
        <p:spPr>
          <a:xfrm>
            <a:off x="355986" y="257890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0" name="Google Shape;630;p44"/>
          <p:cNvSpPr/>
          <p:nvPr/>
        </p:nvSpPr>
        <p:spPr>
          <a:xfrm rot="-1531528">
            <a:off x="8645969" y="2554671"/>
            <a:ext cx="174638" cy="113415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44"/>
          <p:cNvSpPr/>
          <p:nvPr/>
        </p:nvSpPr>
        <p:spPr>
          <a:xfrm>
            <a:off x="8821275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44"/>
          <p:cNvSpPr/>
          <p:nvPr/>
        </p:nvSpPr>
        <p:spPr>
          <a:xfrm>
            <a:off x="1951612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3" name="Google Shape;633;p44"/>
          <p:cNvSpPr/>
          <p:nvPr/>
        </p:nvSpPr>
        <p:spPr>
          <a:xfrm rot="570776">
            <a:off x="-62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4" name="Google Shape;634;p44"/>
          <p:cNvSpPr/>
          <p:nvPr/>
        </p:nvSpPr>
        <p:spPr>
          <a:xfrm flipH="1" rot="-570776">
            <a:off x="8346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5" name="Google Shape;635;p44"/>
          <p:cNvSpPr/>
          <p:nvPr/>
        </p:nvSpPr>
        <p:spPr>
          <a:xfrm flipH="1" rot="-5735881">
            <a:off x="8422919" y="4767152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5">
  <p:cSld name="CUSTOM_3_1_1_1_1"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4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38" name="Google Shape;638;p45"/>
          <p:cNvSpPr/>
          <p:nvPr/>
        </p:nvSpPr>
        <p:spPr>
          <a:xfrm flipH="1" rot="-6816878">
            <a:off x="8367414" y="4581811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9" name="Google Shape;639;p45"/>
          <p:cNvSpPr/>
          <p:nvPr/>
        </p:nvSpPr>
        <p:spPr>
          <a:xfrm flipH="1" rot="3524071">
            <a:off x="1303236" y="4648594"/>
            <a:ext cx="122996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0" name="Google Shape;640;p45"/>
          <p:cNvSpPr/>
          <p:nvPr/>
        </p:nvSpPr>
        <p:spPr>
          <a:xfrm>
            <a:off x="1523297" y="220730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45"/>
          <p:cNvSpPr/>
          <p:nvPr/>
        </p:nvSpPr>
        <p:spPr>
          <a:xfrm rot="3523992">
            <a:off x="288466" y="4163846"/>
            <a:ext cx="68124" cy="64986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p45"/>
          <p:cNvSpPr/>
          <p:nvPr/>
        </p:nvSpPr>
        <p:spPr>
          <a:xfrm flipH="1" rot="-5735881">
            <a:off x="8607186" y="350977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3" name="Google Shape;643;p45"/>
          <p:cNvSpPr/>
          <p:nvPr/>
        </p:nvSpPr>
        <p:spPr>
          <a:xfrm flipH="1">
            <a:off x="223267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p45"/>
          <p:cNvSpPr/>
          <p:nvPr/>
        </p:nvSpPr>
        <p:spPr>
          <a:xfrm flipH="1">
            <a:off x="7093550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5" name="Google Shape;645;p45"/>
          <p:cNvSpPr/>
          <p:nvPr/>
        </p:nvSpPr>
        <p:spPr>
          <a:xfrm rot="-1531528">
            <a:off x="4322561" y="4879083"/>
            <a:ext cx="174638" cy="113415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" name="Google Shape;646;p45"/>
          <p:cNvSpPr/>
          <p:nvPr/>
        </p:nvSpPr>
        <p:spPr>
          <a:xfrm>
            <a:off x="8731324" y="3334621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45"/>
          <p:cNvSpPr/>
          <p:nvPr/>
        </p:nvSpPr>
        <p:spPr>
          <a:xfrm rot="570776">
            <a:off x="-62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8" name="Google Shape;648;p45"/>
          <p:cNvSpPr/>
          <p:nvPr/>
        </p:nvSpPr>
        <p:spPr>
          <a:xfrm flipH="1" rot="-570776">
            <a:off x="8346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6">
  <p:cSld name="CUSTOM_3_1_1_1_2"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4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51" name="Google Shape;651;p46"/>
          <p:cNvSpPr/>
          <p:nvPr/>
        </p:nvSpPr>
        <p:spPr>
          <a:xfrm>
            <a:off x="8163661" y="4346168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46"/>
          <p:cNvSpPr/>
          <p:nvPr/>
        </p:nvSpPr>
        <p:spPr>
          <a:xfrm rot="-1531528">
            <a:off x="302706" y="1754371"/>
            <a:ext cx="174638" cy="113415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3" name="Google Shape;653;p46"/>
          <p:cNvSpPr/>
          <p:nvPr/>
        </p:nvSpPr>
        <p:spPr>
          <a:xfrm>
            <a:off x="5719312" y="4599414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4" name="Google Shape;654;p46"/>
          <p:cNvSpPr/>
          <p:nvPr/>
        </p:nvSpPr>
        <p:spPr>
          <a:xfrm flipH="1" rot="-5735881">
            <a:off x="8485844" y="557577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5" name="Google Shape;655;p46"/>
          <p:cNvSpPr/>
          <p:nvPr/>
        </p:nvSpPr>
        <p:spPr>
          <a:xfrm>
            <a:off x="1547325" y="4817750"/>
            <a:ext cx="111775" cy="105400"/>
          </a:xfrm>
          <a:custGeom>
            <a:rect b="b" l="l" r="r" t="t"/>
            <a:pathLst>
              <a:path extrusionOk="0" h="4216" w="4471">
                <a:moveTo>
                  <a:pt x="2432" y="1"/>
                </a:moveTo>
                <a:cubicBezTo>
                  <a:pt x="2379" y="1"/>
                  <a:pt x="2332" y="37"/>
                  <a:pt x="2320" y="92"/>
                </a:cubicBezTo>
                <a:lnTo>
                  <a:pt x="1960" y="1746"/>
                </a:lnTo>
                <a:cubicBezTo>
                  <a:pt x="1364" y="1561"/>
                  <a:pt x="761" y="1402"/>
                  <a:pt x="152" y="1271"/>
                </a:cubicBezTo>
                <a:cubicBezTo>
                  <a:pt x="143" y="1269"/>
                  <a:pt x="135" y="1268"/>
                  <a:pt x="126" y="1268"/>
                </a:cubicBezTo>
                <a:cubicBezTo>
                  <a:pt x="73" y="1268"/>
                  <a:pt x="26" y="1305"/>
                  <a:pt x="15" y="1359"/>
                </a:cubicBezTo>
                <a:cubicBezTo>
                  <a:pt x="1" y="1422"/>
                  <a:pt x="40" y="1482"/>
                  <a:pt x="103" y="1496"/>
                </a:cubicBezTo>
                <a:cubicBezTo>
                  <a:pt x="712" y="1627"/>
                  <a:pt x="1315" y="1787"/>
                  <a:pt x="1911" y="1972"/>
                </a:cubicBezTo>
                <a:lnTo>
                  <a:pt x="1454" y="4076"/>
                </a:lnTo>
                <a:cubicBezTo>
                  <a:pt x="1440" y="4137"/>
                  <a:pt x="1481" y="4199"/>
                  <a:pt x="1543" y="4213"/>
                </a:cubicBezTo>
                <a:cubicBezTo>
                  <a:pt x="1551" y="4215"/>
                  <a:pt x="1559" y="4215"/>
                  <a:pt x="1567" y="4215"/>
                </a:cubicBezTo>
                <a:cubicBezTo>
                  <a:pt x="1620" y="4215"/>
                  <a:pt x="1668" y="4178"/>
                  <a:pt x="1681" y="4125"/>
                </a:cubicBezTo>
                <a:lnTo>
                  <a:pt x="2132" y="2041"/>
                </a:lnTo>
                <a:cubicBezTo>
                  <a:pt x="2867" y="2278"/>
                  <a:pt x="3589" y="2554"/>
                  <a:pt x="4292" y="2870"/>
                </a:cubicBezTo>
                <a:cubicBezTo>
                  <a:pt x="4307" y="2876"/>
                  <a:pt x="4323" y="2880"/>
                  <a:pt x="4338" y="2880"/>
                </a:cubicBezTo>
                <a:cubicBezTo>
                  <a:pt x="4382" y="2880"/>
                  <a:pt x="4425" y="2854"/>
                  <a:pt x="4443" y="2812"/>
                </a:cubicBezTo>
                <a:cubicBezTo>
                  <a:pt x="4470" y="2754"/>
                  <a:pt x="4443" y="2685"/>
                  <a:pt x="4385" y="2660"/>
                </a:cubicBezTo>
                <a:cubicBezTo>
                  <a:pt x="3669" y="2337"/>
                  <a:pt x="2931" y="2056"/>
                  <a:pt x="2182" y="1815"/>
                </a:cubicBezTo>
                <a:lnTo>
                  <a:pt x="2546" y="140"/>
                </a:lnTo>
                <a:cubicBezTo>
                  <a:pt x="2559" y="78"/>
                  <a:pt x="2519" y="16"/>
                  <a:pt x="2457" y="3"/>
                </a:cubicBezTo>
                <a:cubicBezTo>
                  <a:pt x="2448" y="1"/>
                  <a:pt x="2440" y="1"/>
                  <a:pt x="243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46"/>
          <p:cNvSpPr/>
          <p:nvPr/>
        </p:nvSpPr>
        <p:spPr>
          <a:xfrm>
            <a:off x="8692250" y="2945500"/>
            <a:ext cx="260825" cy="141725"/>
          </a:xfrm>
          <a:custGeom>
            <a:rect b="b" l="l" r="r" t="t"/>
            <a:pathLst>
              <a:path extrusionOk="0" h="5669" w="10433">
                <a:moveTo>
                  <a:pt x="3622" y="2187"/>
                </a:moveTo>
                <a:cubicBezTo>
                  <a:pt x="4122" y="2187"/>
                  <a:pt x="4610" y="2289"/>
                  <a:pt x="5046" y="2496"/>
                </a:cubicBezTo>
                <a:cubicBezTo>
                  <a:pt x="5440" y="2683"/>
                  <a:pt x="5699" y="2904"/>
                  <a:pt x="5838" y="3172"/>
                </a:cubicBezTo>
                <a:cubicBezTo>
                  <a:pt x="5979" y="3446"/>
                  <a:pt x="6004" y="3802"/>
                  <a:pt x="5906" y="4173"/>
                </a:cubicBezTo>
                <a:cubicBezTo>
                  <a:pt x="5763" y="4715"/>
                  <a:pt x="5399" y="5162"/>
                  <a:pt x="4936" y="5368"/>
                </a:cubicBezTo>
                <a:cubicBezTo>
                  <a:pt x="4751" y="5450"/>
                  <a:pt x="4550" y="5490"/>
                  <a:pt x="4352" y="5490"/>
                </a:cubicBezTo>
                <a:cubicBezTo>
                  <a:pt x="4022" y="5490"/>
                  <a:pt x="3699" y="5380"/>
                  <a:pt x="3467" y="5171"/>
                </a:cubicBezTo>
                <a:cubicBezTo>
                  <a:pt x="3041" y="4788"/>
                  <a:pt x="2893" y="4104"/>
                  <a:pt x="3069" y="3341"/>
                </a:cubicBezTo>
                <a:cubicBezTo>
                  <a:pt x="3163" y="2932"/>
                  <a:pt x="3330" y="2544"/>
                  <a:pt x="3556" y="2188"/>
                </a:cubicBezTo>
                <a:cubicBezTo>
                  <a:pt x="3578" y="2187"/>
                  <a:pt x="3600" y="2187"/>
                  <a:pt x="3622" y="2187"/>
                </a:cubicBezTo>
                <a:close/>
                <a:moveTo>
                  <a:pt x="7372" y="1"/>
                </a:moveTo>
                <a:cubicBezTo>
                  <a:pt x="6895" y="1"/>
                  <a:pt x="6425" y="64"/>
                  <a:pt x="5976" y="193"/>
                </a:cubicBezTo>
                <a:cubicBezTo>
                  <a:pt x="4925" y="494"/>
                  <a:pt x="4027" y="1159"/>
                  <a:pt x="3458" y="2012"/>
                </a:cubicBezTo>
                <a:cubicBezTo>
                  <a:pt x="3026" y="2032"/>
                  <a:pt x="2588" y="2124"/>
                  <a:pt x="2163" y="2290"/>
                </a:cubicBezTo>
                <a:cubicBezTo>
                  <a:pt x="1166" y="2679"/>
                  <a:pt x="383" y="3422"/>
                  <a:pt x="19" y="4328"/>
                </a:cubicBezTo>
                <a:cubicBezTo>
                  <a:pt x="0" y="4373"/>
                  <a:pt x="22" y="4425"/>
                  <a:pt x="67" y="4444"/>
                </a:cubicBezTo>
                <a:cubicBezTo>
                  <a:pt x="78" y="4448"/>
                  <a:pt x="90" y="4450"/>
                  <a:pt x="101" y="4450"/>
                </a:cubicBezTo>
                <a:cubicBezTo>
                  <a:pt x="136" y="4450"/>
                  <a:pt x="169" y="4429"/>
                  <a:pt x="183" y="4394"/>
                </a:cubicBezTo>
                <a:cubicBezTo>
                  <a:pt x="530" y="3534"/>
                  <a:pt x="1276" y="2828"/>
                  <a:pt x="2228" y="2456"/>
                </a:cubicBezTo>
                <a:cubicBezTo>
                  <a:pt x="2594" y="2313"/>
                  <a:pt x="2969" y="2227"/>
                  <a:pt x="3341" y="2198"/>
                </a:cubicBezTo>
                <a:lnTo>
                  <a:pt x="3341" y="2198"/>
                </a:lnTo>
                <a:cubicBezTo>
                  <a:pt x="3136" y="2543"/>
                  <a:pt x="2985" y="2913"/>
                  <a:pt x="2896" y="3300"/>
                </a:cubicBezTo>
                <a:cubicBezTo>
                  <a:pt x="2705" y="4128"/>
                  <a:pt x="2874" y="4876"/>
                  <a:pt x="3348" y="5303"/>
                </a:cubicBezTo>
                <a:cubicBezTo>
                  <a:pt x="3612" y="5542"/>
                  <a:pt x="3980" y="5667"/>
                  <a:pt x="4353" y="5667"/>
                </a:cubicBezTo>
                <a:lnTo>
                  <a:pt x="4353" y="5668"/>
                </a:lnTo>
                <a:cubicBezTo>
                  <a:pt x="4576" y="5668"/>
                  <a:pt x="4801" y="5623"/>
                  <a:pt x="5009" y="5532"/>
                </a:cubicBezTo>
                <a:cubicBezTo>
                  <a:pt x="5521" y="5303"/>
                  <a:pt x="5921" y="4812"/>
                  <a:pt x="6078" y="4220"/>
                </a:cubicBezTo>
                <a:cubicBezTo>
                  <a:pt x="6188" y="3805"/>
                  <a:pt x="6158" y="3403"/>
                  <a:pt x="5996" y="3090"/>
                </a:cubicBezTo>
                <a:cubicBezTo>
                  <a:pt x="5839" y="2786"/>
                  <a:pt x="5553" y="2539"/>
                  <a:pt x="5123" y="2335"/>
                </a:cubicBezTo>
                <a:cubicBezTo>
                  <a:pt x="4678" y="2125"/>
                  <a:pt x="4185" y="2016"/>
                  <a:pt x="3676" y="2009"/>
                </a:cubicBezTo>
                <a:cubicBezTo>
                  <a:pt x="4224" y="1239"/>
                  <a:pt x="5056" y="641"/>
                  <a:pt x="6025" y="364"/>
                </a:cubicBezTo>
                <a:cubicBezTo>
                  <a:pt x="6458" y="240"/>
                  <a:pt x="6912" y="179"/>
                  <a:pt x="7373" y="179"/>
                </a:cubicBezTo>
                <a:cubicBezTo>
                  <a:pt x="8352" y="179"/>
                  <a:pt x="9365" y="454"/>
                  <a:pt x="10286" y="986"/>
                </a:cubicBezTo>
                <a:cubicBezTo>
                  <a:pt x="10300" y="994"/>
                  <a:pt x="10315" y="998"/>
                  <a:pt x="10330" y="998"/>
                </a:cubicBezTo>
                <a:cubicBezTo>
                  <a:pt x="10360" y="998"/>
                  <a:pt x="10391" y="982"/>
                  <a:pt x="10408" y="953"/>
                </a:cubicBezTo>
                <a:cubicBezTo>
                  <a:pt x="10432" y="912"/>
                  <a:pt x="10417" y="857"/>
                  <a:pt x="10374" y="832"/>
                </a:cubicBezTo>
                <a:cubicBezTo>
                  <a:pt x="9426" y="284"/>
                  <a:pt x="8382" y="1"/>
                  <a:pt x="737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7" name="Google Shape;657;p46"/>
          <p:cNvSpPr/>
          <p:nvPr/>
        </p:nvSpPr>
        <p:spPr>
          <a:xfrm rot="10354931">
            <a:off x="987231" y="121960"/>
            <a:ext cx="260817" cy="141721"/>
          </a:xfrm>
          <a:custGeom>
            <a:rect b="b" l="l" r="r" t="t"/>
            <a:pathLst>
              <a:path extrusionOk="0" h="5669" w="10433">
                <a:moveTo>
                  <a:pt x="3622" y="2187"/>
                </a:moveTo>
                <a:cubicBezTo>
                  <a:pt x="4122" y="2187"/>
                  <a:pt x="4610" y="2289"/>
                  <a:pt x="5046" y="2496"/>
                </a:cubicBezTo>
                <a:cubicBezTo>
                  <a:pt x="5440" y="2683"/>
                  <a:pt x="5699" y="2904"/>
                  <a:pt x="5838" y="3172"/>
                </a:cubicBezTo>
                <a:cubicBezTo>
                  <a:pt x="5979" y="3446"/>
                  <a:pt x="6004" y="3802"/>
                  <a:pt x="5906" y="4173"/>
                </a:cubicBezTo>
                <a:cubicBezTo>
                  <a:pt x="5763" y="4715"/>
                  <a:pt x="5399" y="5162"/>
                  <a:pt x="4936" y="5368"/>
                </a:cubicBezTo>
                <a:cubicBezTo>
                  <a:pt x="4751" y="5450"/>
                  <a:pt x="4550" y="5490"/>
                  <a:pt x="4352" y="5490"/>
                </a:cubicBezTo>
                <a:cubicBezTo>
                  <a:pt x="4022" y="5490"/>
                  <a:pt x="3699" y="5380"/>
                  <a:pt x="3467" y="5171"/>
                </a:cubicBezTo>
                <a:cubicBezTo>
                  <a:pt x="3041" y="4788"/>
                  <a:pt x="2893" y="4104"/>
                  <a:pt x="3069" y="3341"/>
                </a:cubicBezTo>
                <a:cubicBezTo>
                  <a:pt x="3163" y="2932"/>
                  <a:pt x="3330" y="2544"/>
                  <a:pt x="3556" y="2188"/>
                </a:cubicBezTo>
                <a:cubicBezTo>
                  <a:pt x="3578" y="2187"/>
                  <a:pt x="3600" y="2187"/>
                  <a:pt x="3622" y="2187"/>
                </a:cubicBezTo>
                <a:close/>
                <a:moveTo>
                  <a:pt x="7372" y="1"/>
                </a:moveTo>
                <a:cubicBezTo>
                  <a:pt x="6895" y="1"/>
                  <a:pt x="6425" y="64"/>
                  <a:pt x="5976" y="193"/>
                </a:cubicBezTo>
                <a:cubicBezTo>
                  <a:pt x="4925" y="494"/>
                  <a:pt x="4027" y="1159"/>
                  <a:pt x="3458" y="2012"/>
                </a:cubicBezTo>
                <a:cubicBezTo>
                  <a:pt x="3026" y="2032"/>
                  <a:pt x="2588" y="2124"/>
                  <a:pt x="2163" y="2290"/>
                </a:cubicBezTo>
                <a:cubicBezTo>
                  <a:pt x="1166" y="2679"/>
                  <a:pt x="383" y="3422"/>
                  <a:pt x="19" y="4328"/>
                </a:cubicBezTo>
                <a:cubicBezTo>
                  <a:pt x="0" y="4373"/>
                  <a:pt x="22" y="4425"/>
                  <a:pt x="67" y="4444"/>
                </a:cubicBezTo>
                <a:cubicBezTo>
                  <a:pt x="78" y="4448"/>
                  <a:pt x="90" y="4450"/>
                  <a:pt x="101" y="4450"/>
                </a:cubicBezTo>
                <a:cubicBezTo>
                  <a:pt x="136" y="4450"/>
                  <a:pt x="169" y="4429"/>
                  <a:pt x="183" y="4394"/>
                </a:cubicBezTo>
                <a:cubicBezTo>
                  <a:pt x="530" y="3534"/>
                  <a:pt x="1276" y="2828"/>
                  <a:pt x="2228" y="2456"/>
                </a:cubicBezTo>
                <a:cubicBezTo>
                  <a:pt x="2594" y="2313"/>
                  <a:pt x="2969" y="2227"/>
                  <a:pt x="3341" y="2198"/>
                </a:cubicBezTo>
                <a:lnTo>
                  <a:pt x="3341" y="2198"/>
                </a:lnTo>
                <a:cubicBezTo>
                  <a:pt x="3136" y="2543"/>
                  <a:pt x="2985" y="2913"/>
                  <a:pt x="2896" y="3300"/>
                </a:cubicBezTo>
                <a:cubicBezTo>
                  <a:pt x="2705" y="4128"/>
                  <a:pt x="2874" y="4876"/>
                  <a:pt x="3348" y="5303"/>
                </a:cubicBezTo>
                <a:cubicBezTo>
                  <a:pt x="3612" y="5542"/>
                  <a:pt x="3980" y="5667"/>
                  <a:pt x="4353" y="5667"/>
                </a:cubicBezTo>
                <a:lnTo>
                  <a:pt x="4353" y="5668"/>
                </a:lnTo>
                <a:cubicBezTo>
                  <a:pt x="4576" y="5668"/>
                  <a:pt x="4801" y="5623"/>
                  <a:pt x="5009" y="5532"/>
                </a:cubicBezTo>
                <a:cubicBezTo>
                  <a:pt x="5521" y="5303"/>
                  <a:pt x="5921" y="4812"/>
                  <a:pt x="6078" y="4220"/>
                </a:cubicBezTo>
                <a:cubicBezTo>
                  <a:pt x="6188" y="3805"/>
                  <a:pt x="6158" y="3403"/>
                  <a:pt x="5996" y="3090"/>
                </a:cubicBezTo>
                <a:cubicBezTo>
                  <a:pt x="5839" y="2786"/>
                  <a:pt x="5553" y="2539"/>
                  <a:pt x="5123" y="2335"/>
                </a:cubicBezTo>
                <a:cubicBezTo>
                  <a:pt x="4678" y="2125"/>
                  <a:pt x="4185" y="2016"/>
                  <a:pt x="3676" y="2009"/>
                </a:cubicBezTo>
                <a:cubicBezTo>
                  <a:pt x="4224" y="1239"/>
                  <a:pt x="5056" y="641"/>
                  <a:pt x="6025" y="364"/>
                </a:cubicBezTo>
                <a:cubicBezTo>
                  <a:pt x="6458" y="240"/>
                  <a:pt x="6912" y="179"/>
                  <a:pt x="7373" y="179"/>
                </a:cubicBezTo>
                <a:cubicBezTo>
                  <a:pt x="8352" y="179"/>
                  <a:pt x="9365" y="454"/>
                  <a:pt x="10286" y="986"/>
                </a:cubicBezTo>
                <a:cubicBezTo>
                  <a:pt x="10300" y="994"/>
                  <a:pt x="10315" y="998"/>
                  <a:pt x="10330" y="998"/>
                </a:cubicBezTo>
                <a:cubicBezTo>
                  <a:pt x="10360" y="998"/>
                  <a:pt x="10391" y="982"/>
                  <a:pt x="10408" y="953"/>
                </a:cubicBezTo>
                <a:cubicBezTo>
                  <a:pt x="10432" y="912"/>
                  <a:pt x="10417" y="857"/>
                  <a:pt x="10374" y="832"/>
                </a:cubicBezTo>
                <a:cubicBezTo>
                  <a:pt x="9426" y="284"/>
                  <a:pt x="8382" y="1"/>
                  <a:pt x="737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8" name="Google Shape;658;p46"/>
          <p:cNvSpPr/>
          <p:nvPr/>
        </p:nvSpPr>
        <p:spPr>
          <a:xfrm>
            <a:off x="7292125" y="339625"/>
            <a:ext cx="111775" cy="105400"/>
          </a:xfrm>
          <a:custGeom>
            <a:rect b="b" l="l" r="r" t="t"/>
            <a:pathLst>
              <a:path extrusionOk="0" h="4216" w="4471">
                <a:moveTo>
                  <a:pt x="2432" y="1"/>
                </a:moveTo>
                <a:cubicBezTo>
                  <a:pt x="2379" y="1"/>
                  <a:pt x="2332" y="37"/>
                  <a:pt x="2320" y="92"/>
                </a:cubicBezTo>
                <a:lnTo>
                  <a:pt x="1960" y="1746"/>
                </a:lnTo>
                <a:cubicBezTo>
                  <a:pt x="1364" y="1561"/>
                  <a:pt x="761" y="1402"/>
                  <a:pt x="152" y="1271"/>
                </a:cubicBezTo>
                <a:cubicBezTo>
                  <a:pt x="143" y="1269"/>
                  <a:pt x="135" y="1268"/>
                  <a:pt x="126" y="1268"/>
                </a:cubicBezTo>
                <a:cubicBezTo>
                  <a:pt x="73" y="1268"/>
                  <a:pt x="26" y="1305"/>
                  <a:pt x="15" y="1359"/>
                </a:cubicBezTo>
                <a:cubicBezTo>
                  <a:pt x="1" y="1422"/>
                  <a:pt x="40" y="1482"/>
                  <a:pt x="103" y="1496"/>
                </a:cubicBezTo>
                <a:cubicBezTo>
                  <a:pt x="712" y="1627"/>
                  <a:pt x="1315" y="1787"/>
                  <a:pt x="1911" y="1972"/>
                </a:cubicBezTo>
                <a:lnTo>
                  <a:pt x="1454" y="4076"/>
                </a:lnTo>
                <a:cubicBezTo>
                  <a:pt x="1440" y="4137"/>
                  <a:pt x="1481" y="4199"/>
                  <a:pt x="1543" y="4213"/>
                </a:cubicBezTo>
                <a:cubicBezTo>
                  <a:pt x="1551" y="4215"/>
                  <a:pt x="1559" y="4215"/>
                  <a:pt x="1567" y="4215"/>
                </a:cubicBezTo>
                <a:cubicBezTo>
                  <a:pt x="1620" y="4215"/>
                  <a:pt x="1668" y="4178"/>
                  <a:pt x="1681" y="4125"/>
                </a:cubicBezTo>
                <a:lnTo>
                  <a:pt x="2132" y="2041"/>
                </a:lnTo>
                <a:cubicBezTo>
                  <a:pt x="2867" y="2278"/>
                  <a:pt x="3589" y="2554"/>
                  <a:pt x="4292" y="2870"/>
                </a:cubicBezTo>
                <a:cubicBezTo>
                  <a:pt x="4307" y="2876"/>
                  <a:pt x="4323" y="2880"/>
                  <a:pt x="4338" y="2880"/>
                </a:cubicBezTo>
                <a:cubicBezTo>
                  <a:pt x="4382" y="2880"/>
                  <a:pt x="4425" y="2854"/>
                  <a:pt x="4443" y="2812"/>
                </a:cubicBezTo>
                <a:cubicBezTo>
                  <a:pt x="4470" y="2754"/>
                  <a:pt x="4443" y="2685"/>
                  <a:pt x="4385" y="2660"/>
                </a:cubicBezTo>
                <a:cubicBezTo>
                  <a:pt x="3669" y="2337"/>
                  <a:pt x="2931" y="2056"/>
                  <a:pt x="2182" y="1815"/>
                </a:cubicBezTo>
                <a:lnTo>
                  <a:pt x="2546" y="140"/>
                </a:lnTo>
                <a:cubicBezTo>
                  <a:pt x="2559" y="78"/>
                  <a:pt x="2519" y="16"/>
                  <a:pt x="2457" y="3"/>
                </a:cubicBezTo>
                <a:cubicBezTo>
                  <a:pt x="2448" y="1"/>
                  <a:pt x="2440" y="1"/>
                  <a:pt x="243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" name="Google Shape;659;p46"/>
          <p:cNvSpPr/>
          <p:nvPr/>
        </p:nvSpPr>
        <p:spPr>
          <a:xfrm rot="651101">
            <a:off x="-70067" y="3719816"/>
            <a:ext cx="666084" cy="1380435"/>
          </a:xfrm>
          <a:custGeom>
            <a:rect b="b" l="l" r="r" t="t"/>
            <a:pathLst>
              <a:path extrusionOk="0" h="33862" w="16339">
                <a:moveTo>
                  <a:pt x="3138" y="679"/>
                </a:moveTo>
                <a:cubicBezTo>
                  <a:pt x="3139" y="680"/>
                  <a:pt x="3140" y="681"/>
                  <a:pt x="3141" y="683"/>
                </a:cubicBezTo>
                <a:cubicBezTo>
                  <a:pt x="3186" y="742"/>
                  <a:pt x="3227" y="795"/>
                  <a:pt x="3248" y="831"/>
                </a:cubicBezTo>
                <a:cubicBezTo>
                  <a:pt x="3407" y="1099"/>
                  <a:pt x="3540" y="1341"/>
                  <a:pt x="3657" y="1573"/>
                </a:cubicBezTo>
                <a:cubicBezTo>
                  <a:pt x="3938" y="2126"/>
                  <a:pt x="4138" y="2632"/>
                  <a:pt x="4269" y="3119"/>
                </a:cubicBezTo>
                <a:cubicBezTo>
                  <a:pt x="4361" y="3464"/>
                  <a:pt x="4397" y="3813"/>
                  <a:pt x="4380" y="4187"/>
                </a:cubicBezTo>
                <a:cubicBezTo>
                  <a:pt x="4363" y="4563"/>
                  <a:pt x="4287" y="4944"/>
                  <a:pt x="4214" y="5313"/>
                </a:cubicBezTo>
                <a:cubicBezTo>
                  <a:pt x="4153" y="5623"/>
                  <a:pt x="4090" y="5945"/>
                  <a:pt x="4060" y="6266"/>
                </a:cubicBezTo>
                <a:cubicBezTo>
                  <a:pt x="4005" y="6842"/>
                  <a:pt x="4054" y="7397"/>
                  <a:pt x="4105" y="7934"/>
                </a:cubicBezTo>
                <a:cubicBezTo>
                  <a:pt x="3799" y="7054"/>
                  <a:pt x="3602" y="6203"/>
                  <a:pt x="3529" y="5403"/>
                </a:cubicBezTo>
                <a:cubicBezTo>
                  <a:pt x="3496" y="5035"/>
                  <a:pt x="3544" y="4655"/>
                  <a:pt x="3590" y="4287"/>
                </a:cubicBezTo>
                <a:cubicBezTo>
                  <a:pt x="3665" y="3698"/>
                  <a:pt x="3742" y="3088"/>
                  <a:pt x="3503" y="2473"/>
                </a:cubicBezTo>
                <a:cubicBezTo>
                  <a:pt x="3485" y="2427"/>
                  <a:pt x="3441" y="2399"/>
                  <a:pt x="3395" y="2399"/>
                </a:cubicBezTo>
                <a:cubicBezTo>
                  <a:pt x="3381" y="2399"/>
                  <a:pt x="3367" y="2402"/>
                  <a:pt x="3353" y="2407"/>
                </a:cubicBezTo>
                <a:cubicBezTo>
                  <a:pt x="3294" y="2430"/>
                  <a:pt x="3264" y="2497"/>
                  <a:pt x="3287" y="2557"/>
                </a:cubicBezTo>
                <a:cubicBezTo>
                  <a:pt x="3505" y="3117"/>
                  <a:pt x="3435" y="3671"/>
                  <a:pt x="3360" y="4258"/>
                </a:cubicBezTo>
                <a:cubicBezTo>
                  <a:pt x="3313" y="4637"/>
                  <a:pt x="3263" y="5031"/>
                  <a:pt x="3298" y="5424"/>
                </a:cubicBezTo>
                <a:cubicBezTo>
                  <a:pt x="3370" y="6218"/>
                  <a:pt x="3559" y="7058"/>
                  <a:pt x="3856" y="7927"/>
                </a:cubicBezTo>
                <a:cubicBezTo>
                  <a:pt x="3839" y="7903"/>
                  <a:pt x="3824" y="7877"/>
                  <a:pt x="3808" y="7853"/>
                </a:cubicBezTo>
                <a:cubicBezTo>
                  <a:pt x="3714" y="7709"/>
                  <a:pt x="3620" y="7566"/>
                  <a:pt x="3532" y="7421"/>
                </a:cubicBezTo>
                <a:cubicBezTo>
                  <a:pt x="2833" y="6265"/>
                  <a:pt x="2586" y="4936"/>
                  <a:pt x="2753" y="3237"/>
                </a:cubicBezTo>
                <a:cubicBezTo>
                  <a:pt x="2794" y="2821"/>
                  <a:pt x="2870" y="2399"/>
                  <a:pt x="2942" y="1991"/>
                </a:cubicBezTo>
                <a:cubicBezTo>
                  <a:pt x="3018" y="1561"/>
                  <a:pt x="3097" y="1123"/>
                  <a:pt x="3138" y="679"/>
                </a:cubicBezTo>
                <a:close/>
                <a:moveTo>
                  <a:pt x="588" y="8057"/>
                </a:moveTo>
                <a:lnTo>
                  <a:pt x="588" y="8057"/>
                </a:lnTo>
                <a:cubicBezTo>
                  <a:pt x="854" y="8178"/>
                  <a:pt x="1125" y="8269"/>
                  <a:pt x="1183" y="8285"/>
                </a:cubicBezTo>
                <a:cubicBezTo>
                  <a:pt x="1356" y="8333"/>
                  <a:pt x="1527" y="8372"/>
                  <a:pt x="1696" y="8412"/>
                </a:cubicBezTo>
                <a:cubicBezTo>
                  <a:pt x="2086" y="8501"/>
                  <a:pt x="2455" y="8587"/>
                  <a:pt x="2818" y="8769"/>
                </a:cubicBezTo>
                <a:cubicBezTo>
                  <a:pt x="3170" y="8945"/>
                  <a:pt x="3489" y="9183"/>
                  <a:pt x="3792" y="9496"/>
                </a:cubicBezTo>
                <a:cubicBezTo>
                  <a:pt x="4167" y="9884"/>
                  <a:pt x="4466" y="10326"/>
                  <a:pt x="4818" y="10864"/>
                </a:cubicBezTo>
                <a:cubicBezTo>
                  <a:pt x="4890" y="10974"/>
                  <a:pt x="4956" y="11087"/>
                  <a:pt x="5026" y="11198"/>
                </a:cubicBezTo>
                <a:cubicBezTo>
                  <a:pt x="5100" y="11365"/>
                  <a:pt x="5177" y="11533"/>
                  <a:pt x="5264" y="11704"/>
                </a:cubicBezTo>
                <a:cubicBezTo>
                  <a:pt x="5038" y="11509"/>
                  <a:pt x="4788" y="11337"/>
                  <a:pt x="4544" y="11168"/>
                </a:cubicBezTo>
                <a:lnTo>
                  <a:pt x="4437" y="11094"/>
                </a:lnTo>
                <a:cubicBezTo>
                  <a:pt x="3560" y="10486"/>
                  <a:pt x="2720" y="9808"/>
                  <a:pt x="1941" y="9082"/>
                </a:cubicBezTo>
                <a:cubicBezTo>
                  <a:pt x="1918" y="9061"/>
                  <a:pt x="1890" y="9051"/>
                  <a:pt x="1862" y="9051"/>
                </a:cubicBezTo>
                <a:cubicBezTo>
                  <a:pt x="1830" y="9051"/>
                  <a:pt x="1799" y="9064"/>
                  <a:pt x="1776" y="9088"/>
                </a:cubicBezTo>
                <a:cubicBezTo>
                  <a:pt x="1733" y="9134"/>
                  <a:pt x="1735" y="9208"/>
                  <a:pt x="1782" y="9252"/>
                </a:cubicBezTo>
                <a:cubicBezTo>
                  <a:pt x="2571" y="9986"/>
                  <a:pt x="3418" y="10670"/>
                  <a:pt x="4305" y="11285"/>
                </a:cubicBezTo>
                <a:lnTo>
                  <a:pt x="4412" y="11359"/>
                </a:lnTo>
                <a:cubicBezTo>
                  <a:pt x="4728" y="11577"/>
                  <a:pt x="5050" y="11801"/>
                  <a:pt x="5315" y="12070"/>
                </a:cubicBezTo>
                <a:cubicBezTo>
                  <a:pt x="5280" y="12052"/>
                  <a:pt x="5250" y="12035"/>
                  <a:pt x="5224" y="12022"/>
                </a:cubicBezTo>
                <a:cubicBezTo>
                  <a:pt x="4784" y="11759"/>
                  <a:pt x="4313" y="11567"/>
                  <a:pt x="3856" y="11381"/>
                </a:cubicBezTo>
                <a:cubicBezTo>
                  <a:pt x="2985" y="11026"/>
                  <a:pt x="2161" y="10691"/>
                  <a:pt x="1552" y="9906"/>
                </a:cubicBezTo>
                <a:cubicBezTo>
                  <a:pt x="1245" y="9509"/>
                  <a:pt x="1042" y="9056"/>
                  <a:pt x="826" y="8575"/>
                </a:cubicBezTo>
                <a:cubicBezTo>
                  <a:pt x="749" y="8404"/>
                  <a:pt x="672" y="8230"/>
                  <a:pt x="588" y="8057"/>
                </a:cubicBezTo>
                <a:close/>
                <a:moveTo>
                  <a:pt x="7516" y="5870"/>
                </a:moveTo>
                <a:cubicBezTo>
                  <a:pt x="7784" y="6765"/>
                  <a:pt x="8028" y="7737"/>
                  <a:pt x="7966" y="8690"/>
                </a:cubicBezTo>
                <a:cubicBezTo>
                  <a:pt x="7917" y="9470"/>
                  <a:pt x="7666" y="10263"/>
                  <a:pt x="7240" y="10987"/>
                </a:cubicBezTo>
                <a:cubicBezTo>
                  <a:pt x="7148" y="11146"/>
                  <a:pt x="7051" y="11297"/>
                  <a:pt x="6957" y="11446"/>
                </a:cubicBezTo>
                <a:cubicBezTo>
                  <a:pt x="6831" y="11646"/>
                  <a:pt x="6708" y="11843"/>
                  <a:pt x="6597" y="12046"/>
                </a:cubicBezTo>
                <a:cubicBezTo>
                  <a:pt x="6674" y="11191"/>
                  <a:pt x="6834" y="10460"/>
                  <a:pt x="7098" y="9745"/>
                </a:cubicBezTo>
                <a:cubicBezTo>
                  <a:pt x="7384" y="8966"/>
                  <a:pt x="7647" y="8139"/>
                  <a:pt x="7447" y="7345"/>
                </a:cubicBezTo>
                <a:cubicBezTo>
                  <a:pt x="7434" y="7291"/>
                  <a:pt x="7385" y="7257"/>
                  <a:pt x="7333" y="7257"/>
                </a:cubicBezTo>
                <a:cubicBezTo>
                  <a:pt x="7324" y="7257"/>
                  <a:pt x="7315" y="7258"/>
                  <a:pt x="7306" y="7260"/>
                </a:cubicBezTo>
                <a:cubicBezTo>
                  <a:pt x="7245" y="7276"/>
                  <a:pt x="7207" y="7339"/>
                  <a:pt x="7223" y="7400"/>
                </a:cubicBezTo>
                <a:cubicBezTo>
                  <a:pt x="7407" y="8132"/>
                  <a:pt x="7166" y="8889"/>
                  <a:pt x="6881" y="9665"/>
                </a:cubicBezTo>
                <a:cubicBezTo>
                  <a:pt x="6568" y="10512"/>
                  <a:pt x="6397" y="11380"/>
                  <a:pt x="6334" y="12439"/>
                </a:cubicBezTo>
                <a:cubicBezTo>
                  <a:pt x="6234" y="11910"/>
                  <a:pt x="6138" y="11368"/>
                  <a:pt x="6129" y="10833"/>
                </a:cubicBezTo>
                <a:cubicBezTo>
                  <a:pt x="6111" y="9916"/>
                  <a:pt x="6216" y="9125"/>
                  <a:pt x="6449" y="8414"/>
                </a:cubicBezTo>
                <a:cubicBezTo>
                  <a:pt x="6590" y="7987"/>
                  <a:pt x="6787" y="7567"/>
                  <a:pt x="6976" y="7160"/>
                </a:cubicBezTo>
                <a:cubicBezTo>
                  <a:pt x="7171" y="6744"/>
                  <a:pt x="7370" y="6317"/>
                  <a:pt x="7516" y="5870"/>
                </a:cubicBezTo>
                <a:close/>
                <a:moveTo>
                  <a:pt x="11531" y="10010"/>
                </a:moveTo>
                <a:lnTo>
                  <a:pt x="11531" y="10010"/>
                </a:lnTo>
                <a:cubicBezTo>
                  <a:pt x="11517" y="10747"/>
                  <a:pt x="11471" y="11487"/>
                  <a:pt x="11394" y="12218"/>
                </a:cubicBezTo>
                <a:cubicBezTo>
                  <a:pt x="11322" y="12900"/>
                  <a:pt x="11232" y="13463"/>
                  <a:pt x="11022" y="13992"/>
                </a:cubicBezTo>
                <a:cubicBezTo>
                  <a:pt x="10748" y="14682"/>
                  <a:pt x="10269" y="15281"/>
                  <a:pt x="9881" y="15724"/>
                </a:cubicBezTo>
                <a:cubicBezTo>
                  <a:pt x="9590" y="16058"/>
                  <a:pt x="9267" y="16401"/>
                  <a:pt x="8877" y="16652"/>
                </a:cubicBezTo>
                <a:cubicBezTo>
                  <a:pt x="8834" y="16680"/>
                  <a:pt x="8799" y="16698"/>
                  <a:pt x="8769" y="16713"/>
                </a:cubicBezTo>
                <a:cubicBezTo>
                  <a:pt x="8886" y="16452"/>
                  <a:pt x="8994" y="16189"/>
                  <a:pt x="9094" y="15930"/>
                </a:cubicBezTo>
                <a:cubicBezTo>
                  <a:pt x="9269" y="15484"/>
                  <a:pt x="9450" y="15020"/>
                  <a:pt x="9699" y="14594"/>
                </a:cubicBezTo>
                <a:lnTo>
                  <a:pt x="9857" y="14327"/>
                </a:lnTo>
                <a:cubicBezTo>
                  <a:pt x="10217" y="13725"/>
                  <a:pt x="10589" y="13103"/>
                  <a:pt x="10684" y="12382"/>
                </a:cubicBezTo>
                <a:cubicBezTo>
                  <a:pt x="10692" y="12318"/>
                  <a:pt x="10647" y="12260"/>
                  <a:pt x="10584" y="12251"/>
                </a:cubicBezTo>
                <a:cubicBezTo>
                  <a:pt x="10579" y="12251"/>
                  <a:pt x="10574" y="12250"/>
                  <a:pt x="10570" y="12250"/>
                </a:cubicBezTo>
                <a:cubicBezTo>
                  <a:pt x="10512" y="12250"/>
                  <a:pt x="10462" y="12293"/>
                  <a:pt x="10454" y="12351"/>
                </a:cubicBezTo>
                <a:cubicBezTo>
                  <a:pt x="10366" y="13025"/>
                  <a:pt x="10007" y="13627"/>
                  <a:pt x="9659" y="14209"/>
                </a:cubicBezTo>
                <a:lnTo>
                  <a:pt x="9499" y="14477"/>
                </a:lnTo>
                <a:cubicBezTo>
                  <a:pt x="9240" y="14919"/>
                  <a:pt x="9057" y="15391"/>
                  <a:pt x="8878" y="15847"/>
                </a:cubicBezTo>
                <a:cubicBezTo>
                  <a:pt x="8785" y="16086"/>
                  <a:pt x="8686" y="16329"/>
                  <a:pt x="8580" y="16571"/>
                </a:cubicBezTo>
                <a:cubicBezTo>
                  <a:pt x="8573" y="16477"/>
                  <a:pt x="8573" y="16367"/>
                  <a:pt x="8573" y="16285"/>
                </a:cubicBezTo>
                <a:lnTo>
                  <a:pt x="8573" y="16167"/>
                </a:lnTo>
                <a:cubicBezTo>
                  <a:pt x="8564" y="15208"/>
                  <a:pt x="8784" y="14252"/>
                  <a:pt x="9209" y="13404"/>
                </a:cubicBezTo>
                <a:cubicBezTo>
                  <a:pt x="9500" y="12824"/>
                  <a:pt x="9890" y="12285"/>
                  <a:pt x="10265" y="11763"/>
                </a:cubicBezTo>
                <a:lnTo>
                  <a:pt x="11531" y="10010"/>
                </a:lnTo>
                <a:close/>
                <a:moveTo>
                  <a:pt x="1994" y="14108"/>
                </a:moveTo>
                <a:lnTo>
                  <a:pt x="1994" y="14108"/>
                </a:lnTo>
                <a:cubicBezTo>
                  <a:pt x="2699" y="14402"/>
                  <a:pt x="3454" y="14559"/>
                  <a:pt x="4187" y="14713"/>
                </a:cubicBezTo>
                <a:cubicBezTo>
                  <a:pt x="4586" y="14796"/>
                  <a:pt x="5001" y="14883"/>
                  <a:pt x="5397" y="14990"/>
                </a:cubicBezTo>
                <a:cubicBezTo>
                  <a:pt x="6409" y="15262"/>
                  <a:pt x="7164" y="15653"/>
                  <a:pt x="7703" y="16186"/>
                </a:cubicBezTo>
                <a:lnTo>
                  <a:pt x="7703" y="16187"/>
                </a:lnTo>
                <a:cubicBezTo>
                  <a:pt x="7845" y="16326"/>
                  <a:pt x="7960" y="16486"/>
                  <a:pt x="8069" y="16657"/>
                </a:cubicBezTo>
                <a:cubicBezTo>
                  <a:pt x="7841" y="16541"/>
                  <a:pt x="7592" y="16458"/>
                  <a:pt x="7344" y="16391"/>
                </a:cubicBezTo>
                <a:cubicBezTo>
                  <a:pt x="7042" y="16310"/>
                  <a:pt x="6736" y="16237"/>
                  <a:pt x="6428" y="16165"/>
                </a:cubicBezTo>
                <a:cubicBezTo>
                  <a:pt x="5419" y="15927"/>
                  <a:pt x="4375" y="15682"/>
                  <a:pt x="3533" y="15088"/>
                </a:cubicBezTo>
                <a:cubicBezTo>
                  <a:pt x="3513" y="15074"/>
                  <a:pt x="3490" y="15067"/>
                  <a:pt x="3467" y="15067"/>
                </a:cubicBezTo>
                <a:cubicBezTo>
                  <a:pt x="3430" y="15067"/>
                  <a:pt x="3394" y="15085"/>
                  <a:pt x="3372" y="15117"/>
                </a:cubicBezTo>
                <a:cubicBezTo>
                  <a:pt x="3335" y="15170"/>
                  <a:pt x="3348" y="15241"/>
                  <a:pt x="3400" y="15279"/>
                </a:cubicBezTo>
                <a:cubicBezTo>
                  <a:pt x="4279" y="15897"/>
                  <a:pt x="5345" y="16147"/>
                  <a:pt x="6375" y="16391"/>
                </a:cubicBezTo>
                <a:cubicBezTo>
                  <a:pt x="6680" y="16462"/>
                  <a:pt x="6984" y="16534"/>
                  <a:pt x="7283" y="16615"/>
                </a:cubicBezTo>
                <a:cubicBezTo>
                  <a:pt x="7651" y="16713"/>
                  <a:pt x="8060" y="16848"/>
                  <a:pt x="8342" y="17132"/>
                </a:cubicBezTo>
                <a:cubicBezTo>
                  <a:pt x="8241" y="17139"/>
                  <a:pt x="8140" y="17147"/>
                  <a:pt x="8040" y="17155"/>
                </a:cubicBezTo>
                <a:cubicBezTo>
                  <a:pt x="7694" y="17181"/>
                  <a:pt x="7335" y="17209"/>
                  <a:pt x="6985" y="17209"/>
                </a:cubicBezTo>
                <a:cubicBezTo>
                  <a:pt x="6978" y="17209"/>
                  <a:pt x="6970" y="17209"/>
                  <a:pt x="6963" y="17209"/>
                </a:cubicBezTo>
                <a:cubicBezTo>
                  <a:pt x="5720" y="17205"/>
                  <a:pt x="4611" y="16487"/>
                  <a:pt x="3492" y="15689"/>
                </a:cubicBezTo>
                <a:cubicBezTo>
                  <a:pt x="2865" y="15243"/>
                  <a:pt x="2242" y="14754"/>
                  <a:pt x="1994" y="14108"/>
                </a:cubicBezTo>
                <a:close/>
                <a:moveTo>
                  <a:pt x="13245" y="14791"/>
                </a:moveTo>
                <a:cubicBezTo>
                  <a:pt x="13570" y="16232"/>
                  <a:pt x="13590" y="17442"/>
                  <a:pt x="13307" y="18485"/>
                </a:cubicBezTo>
                <a:cubicBezTo>
                  <a:pt x="12953" y="19783"/>
                  <a:pt x="12118" y="20632"/>
                  <a:pt x="11179" y="21456"/>
                </a:cubicBezTo>
                <a:cubicBezTo>
                  <a:pt x="11744" y="20102"/>
                  <a:pt x="12209" y="18699"/>
                  <a:pt x="12552" y="17274"/>
                </a:cubicBezTo>
                <a:cubicBezTo>
                  <a:pt x="12567" y="17211"/>
                  <a:pt x="12528" y="17150"/>
                  <a:pt x="12466" y="17134"/>
                </a:cubicBezTo>
                <a:cubicBezTo>
                  <a:pt x="12457" y="17132"/>
                  <a:pt x="12448" y="17131"/>
                  <a:pt x="12439" y="17131"/>
                </a:cubicBezTo>
                <a:cubicBezTo>
                  <a:pt x="12387" y="17131"/>
                  <a:pt x="12339" y="17167"/>
                  <a:pt x="12327" y="17220"/>
                </a:cubicBezTo>
                <a:cubicBezTo>
                  <a:pt x="11986" y="18641"/>
                  <a:pt x="11522" y="20039"/>
                  <a:pt x="10957" y="21390"/>
                </a:cubicBezTo>
                <a:cubicBezTo>
                  <a:pt x="10954" y="21368"/>
                  <a:pt x="10953" y="21346"/>
                  <a:pt x="10951" y="21324"/>
                </a:cubicBezTo>
                <a:cubicBezTo>
                  <a:pt x="10867" y="20317"/>
                  <a:pt x="10789" y="19366"/>
                  <a:pt x="11082" y="18421"/>
                </a:cubicBezTo>
                <a:cubicBezTo>
                  <a:pt x="11371" y="17489"/>
                  <a:pt x="11857" y="16635"/>
                  <a:pt x="12330" y="15839"/>
                </a:cubicBezTo>
                <a:cubicBezTo>
                  <a:pt x="12579" y="15419"/>
                  <a:pt x="12856" y="14998"/>
                  <a:pt x="13245" y="14791"/>
                </a:cubicBezTo>
                <a:close/>
                <a:moveTo>
                  <a:pt x="3318" y="18297"/>
                </a:moveTo>
                <a:cubicBezTo>
                  <a:pt x="4575" y="18392"/>
                  <a:pt x="5974" y="18556"/>
                  <a:pt x="7238" y="19055"/>
                </a:cubicBezTo>
                <a:cubicBezTo>
                  <a:pt x="7989" y="19351"/>
                  <a:pt x="8646" y="19751"/>
                  <a:pt x="9191" y="20244"/>
                </a:cubicBezTo>
                <a:cubicBezTo>
                  <a:pt x="9566" y="20583"/>
                  <a:pt x="9854" y="21029"/>
                  <a:pt x="10123" y="21482"/>
                </a:cubicBezTo>
                <a:cubicBezTo>
                  <a:pt x="8872" y="20585"/>
                  <a:pt x="7446" y="19916"/>
                  <a:pt x="5961" y="19531"/>
                </a:cubicBezTo>
                <a:cubicBezTo>
                  <a:pt x="5951" y="19528"/>
                  <a:pt x="5942" y="19527"/>
                  <a:pt x="5932" y="19527"/>
                </a:cubicBezTo>
                <a:cubicBezTo>
                  <a:pt x="5881" y="19527"/>
                  <a:pt x="5833" y="19562"/>
                  <a:pt x="5819" y="19614"/>
                </a:cubicBezTo>
                <a:cubicBezTo>
                  <a:pt x="5803" y="19677"/>
                  <a:pt x="5840" y="19740"/>
                  <a:pt x="5903" y="19756"/>
                </a:cubicBezTo>
                <a:cubicBezTo>
                  <a:pt x="7404" y="20144"/>
                  <a:pt x="8842" y="20831"/>
                  <a:pt x="10096" y="21750"/>
                </a:cubicBezTo>
                <a:cubicBezTo>
                  <a:pt x="9752" y="21648"/>
                  <a:pt x="9413" y="21604"/>
                  <a:pt x="9064" y="21562"/>
                </a:cubicBezTo>
                <a:cubicBezTo>
                  <a:pt x="8901" y="21542"/>
                  <a:pt x="8733" y="21522"/>
                  <a:pt x="8557" y="21496"/>
                </a:cubicBezTo>
                <a:cubicBezTo>
                  <a:pt x="7823" y="21383"/>
                  <a:pt x="7101" y="21166"/>
                  <a:pt x="6412" y="20852"/>
                </a:cubicBezTo>
                <a:cubicBezTo>
                  <a:pt x="5727" y="20538"/>
                  <a:pt x="5090" y="20134"/>
                  <a:pt x="4520" y="19651"/>
                </a:cubicBezTo>
                <a:cubicBezTo>
                  <a:pt x="4241" y="19416"/>
                  <a:pt x="3979" y="19161"/>
                  <a:pt x="3737" y="18892"/>
                </a:cubicBezTo>
                <a:cubicBezTo>
                  <a:pt x="3711" y="18862"/>
                  <a:pt x="3633" y="18748"/>
                  <a:pt x="3558" y="18639"/>
                </a:cubicBezTo>
                <a:cubicBezTo>
                  <a:pt x="3461" y="18498"/>
                  <a:pt x="3384" y="18386"/>
                  <a:pt x="3318" y="18297"/>
                </a:cubicBezTo>
                <a:close/>
                <a:moveTo>
                  <a:pt x="12167" y="21170"/>
                </a:moveTo>
                <a:cubicBezTo>
                  <a:pt x="12636" y="21170"/>
                  <a:pt x="13092" y="21416"/>
                  <a:pt x="13480" y="21660"/>
                </a:cubicBezTo>
                <a:cubicBezTo>
                  <a:pt x="14352" y="22209"/>
                  <a:pt x="15143" y="22874"/>
                  <a:pt x="15832" y="23638"/>
                </a:cubicBezTo>
                <a:cubicBezTo>
                  <a:pt x="15041" y="23633"/>
                  <a:pt x="14231" y="23614"/>
                  <a:pt x="13452" y="23468"/>
                </a:cubicBezTo>
                <a:cubicBezTo>
                  <a:pt x="12894" y="23364"/>
                  <a:pt x="12482" y="23215"/>
                  <a:pt x="12156" y="22997"/>
                </a:cubicBezTo>
                <a:cubicBezTo>
                  <a:pt x="11761" y="22731"/>
                  <a:pt x="11457" y="22344"/>
                  <a:pt x="11167" y="21962"/>
                </a:cubicBezTo>
                <a:lnTo>
                  <a:pt x="11167" y="21962"/>
                </a:lnTo>
                <a:cubicBezTo>
                  <a:pt x="12205" y="22032"/>
                  <a:pt x="13217" y="22342"/>
                  <a:pt x="14116" y="22873"/>
                </a:cubicBezTo>
                <a:cubicBezTo>
                  <a:pt x="14135" y="22884"/>
                  <a:pt x="14155" y="22888"/>
                  <a:pt x="14175" y="22888"/>
                </a:cubicBezTo>
                <a:cubicBezTo>
                  <a:pt x="14182" y="22888"/>
                  <a:pt x="14189" y="22888"/>
                  <a:pt x="14196" y="22886"/>
                </a:cubicBezTo>
                <a:cubicBezTo>
                  <a:pt x="14228" y="22881"/>
                  <a:pt x="14258" y="22862"/>
                  <a:pt x="14275" y="22832"/>
                </a:cubicBezTo>
                <a:cubicBezTo>
                  <a:pt x="14308" y="22776"/>
                  <a:pt x="14289" y="22706"/>
                  <a:pt x="14235" y="22673"/>
                </a:cubicBezTo>
                <a:cubicBezTo>
                  <a:pt x="13345" y="22149"/>
                  <a:pt x="12347" y="21833"/>
                  <a:pt x="11323" y="21743"/>
                </a:cubicBezTo>
                <a:cubicBezTo>
                  <a:pt x="11503" y="21586"/>
                  <a:pt x="11679" y="21427"/>
                  <a:pt x="11850" y="21266"/>
                </a:cubicBezTo>
                <a:cubicBezTo>
                  <a:pt x="11853" y="21266"/>
                  <a:pt x="11856" y="21266"/>
                  <a:pt x="11860" y="21266"/>
                </a:cubicBezTo>
                <a:cubicBezTo>
                  <a:pt x="11913" y="21266"/>
                  <a:pt x="11965" y="21240"/>
                  <a:pt x="11994" y="21190"/>
                </a:cubicBezTo>
                <a:cubicBezTo>
                  <a:pt x="11999" y="21186"/>
                  <a:pt x="12022" y="21176"/>
                  <a:pt x="12076" y="21173"/>
                </a:cubicBezTo>
                <a:cubicBezTo>
                  <a:pt x="12106" y="21171"/>
                  <a:pt x="12137" y="21170"/>
                  <a:pt x="12167" y="21170"/>
                </a:cubicBezTo>
                <a:close/>
                <a:moveTo>
                  <a:pt x="10385" y="24577"/>
                </a:moveTo>
                <a:cubicBezTo>
                  <a:pt x="10620" y="24577"/>
                  <a:pt x="10851" y="24590"/>
                  <a:pt x="11079" y="24617"/>
                </a:cubicBezTo>
                <a:cubicBezTo>
                  <a:pt x="9975" y="24796"/>
                  <a:pt x="8979" y="25350"/>
                  <a:pt x="8016" y="25891"/>
                </a:cubicBezTo>
                <a:cubicBezTo>
                  <a:pt x="7512" y="26174"/>
                  <a:pt x="6991" y="26466"/>
                  <a:pt x="6462" y="26699"/>
                </a:cubicBezTo>
                <a:cubicBezTo>
                  <a:pt x="6404" y="26725"/>
                  <a:pt x="6377" y="26793"/>
                  <a:pt x="6403" y="26852"/>
                </a:cubicBezTo>
                <a:cubicBezTo>
                  <a:pt x="6422" y="26896"/>
                  <a:pt x="6465" y="26921"/>
                  <a:pt x="6509" y="26921"/>
                </a:cubicBezTo>
                <a:cubicBezTo>
                  <a:pt x="6516" y="26921"/>
                  <a:pt x="6523" y="26921"/>
                  <a:pt x="6529" y="26920"/>
                </a:cubicBezTo>
                <a:cubicBezTo>
                  <a:pt x="6539" y="26917"/>
                  <a:pt x="6548" y="26915"/>
                  <a:pt x="6556" y="26911"/>
                </a:cubicBezTo>
                <a:cubicBezTo>
                  <a:pt x="7094" y="26674"/>
                  <a:pt x="7621" y="26378"/>
                  <a:pt x="8130" y="26092"/>
                </a:cubicBezTo>
                <a:cubicBezTo>
                  <a:pt x="9075" y="25562"/>
                  <a:pt x="10053" y="25018"/>
                  <a:pt x="11117" y="24846"/>
                </a:cubicBezTo>
                <a:lnTo>
                  <a:pt x="11117" y="24846"/>
                </a:lnTo>
                <a:cubicBezTo>
                  <a:pt x="10801" y="25169"/>
                  <a:pt x="10435" y="25499"/>
                  <a:pt x="9986" y="25767"/>
                </a:cubicBezTo>
                <a:cubicBezTo>
                  <a:pt x="9318" y="26167"/>
                  <a:pt x="8606" y="26505"/>
                  <a:pt x="7871" y="26775"/>
                </a:cubicBezTo>
                <a:cubicBezTo>
                  <a:pt x="7681" y="26843"/>
                  <a:pt x="6308" y="27230"/>
                  <a:pt x="5851" y="27332"/>
                </a:cubicBezTo>
                <a:cubicBezTo>
                  <a:pt x="5866" y="26605"/>
                  <a:pt x="6484" y="26007"/>
                  <a:pt x="6765" y="25772"/>
                </a:cubicBezTo>
                <a:cubicBezTo>
                  <a:pt x="7377" y="25261"/>
                  <a:pt x="8127" y="24902"/>
                  <a:pt x="8932" y="24735"/>
                </a:cubicBezTo>
                <a:cubicBezTo>
                  <a:pt x="9450" y="24628"/>
                  <a:pt x="9927" y="24577"/>
                  <a:pt x="10385" y="24577"/>
                </a:cubicBezTo>
                <a:close/>
                <a:moveTo>
                  <a:pt x="3017" y="0"/>
                </a:moveTo>
                <a:cubicBezTo>
                  <a:pt x="2930" y="0"/>
                  <a:pt x="2862" y="69"/>
                  <a:pt x="2859" y="154"/>
                </a:cubicBezTo>
                <a:lnTo>
                  <a:pt x="2859" y="156"/>
                </a:lnTo>
                <a:cubicBezTo>
                  <a:pt x="2849" y="752"/>
                  <a:pt x="2742" y="1354"/>
                  <a:pt x="2639" y="1936"/>
                </a:cubicBezTo>
                <a:cubicBezTo>
                  <a:pt x="2565" y="2350"/>
                  <a:pt x="2488" y="2778"/>
                  <a:pt x="2446" y="3206"/>
                </a:cubicBezTo>
                <a:cubicBezTo>
                  <a:pt x="2272" y="4975"/>
                  <a:pt x="2533" y="6365"/>
                  <a:pt x="3269" y="7580"/>
                </a:cubicBezTo>
                <a:cubicBezTo>
                  <a:pt x="3358" y="7729"/>
                  <a:pt x="3454" y="7876"/>
                  <a:pt x="3551" y="8022"/>
                </a:cubicBezTo>
                <a:cubicBezTo>
                  <a:pt x="3817" y="8428"/>
                  <a:pt x="4069" y="8812"/>
                  <a:pt x="4196" y="9252"/>
                </a:cubicBezTo>
                <a:cubicBezTo>
                  <a:pt x="4215" y="9318"/>
                  <a:pt x="4276" y="9361"/>
                  <a:pt x="4344" y="9361"/>
                </a:cubicBezTo>
                <a:cubicBezTo>
                  <a:pt x="4345" y="9361"/>
                  <a:pt x="4345" y="9361"/>
                  <a:pt x="4346" y="9361"/>
                </a:cubicBezTo>
                <a:cubicBezTo>
                  <a:pt x="4378" y="9452"/>
                  <a:pt x="4411" y="9546"/>
                  <a:pt x="4441" y="9637"/>
                </a:cubicBezTo>
                <a:cubicBezTo>
                  <a:pt x="4472" y="9725"/>
                  <a:pt x="4502" y="9813"/>
                  <a:pt x="4532" y="9900"/>
                </a:cubicBezTo>
                <a:cubicBezTo>
                  <a:pt x="4368" y="9680"/>
                  <a:pt x="4201" y="9474"/>
                  <a:pt x="4015" y="9281"/>
                </a:cubicBezTo>
                <a:cubicBezTo>
                  <a:pt x="3686" y="8942"/>
                  <a:pt x="3341" y="8684"/>
                  <a:pt x="2957" y="8492"/>
                </a:cubicBezTo>
                <a:cubicBezTo>
                  <a:pt x="2560" y="8294"/>
                  <a:pt x="2156" y="8201"/>
                  <a:pt x="1766" y="8110"/>
                </a:cubicBezTo>
                <a:cubicBezTo>
                  <a:pt x="1601" y="8072"/>
                  <a:pt x="1435" y="8034"/>
                  <a:pt x="1267" y="7987"/>
                </a:cubicBezTo>
                <a:cubicBezTo>
                  <a:pt x="986" y="7910"/>
                  <a:pt x="378" y="7642"/>
                  <a:pt x="308" y="7534"/>
                </a:cubicBezTo>
                <a:cubicBezTo>
                  <a:pt x="278" y="7486"/>
                  <a:pt x="227" y="7460"/>
                  <a:pt x="175" y="7460"/>
                </a:cubicBezTo>
                <a:cubicBezTo>
                  <a:pt x="148" y="7460"/>
                  <a:pt x="120" y="7467"/>
                  <a:pt x="95" y="7483"/>
                </a:cubicBezTo>
                <a:cubicBezTo>
                  <a:pt x="25" y="7526"/>
                  <a:pt x="0" y="7616"/>
                  <a:pt x="40" y="7688"/>
                </a:cubicBezTo>
                <a:cubicBezTo>
                  <a:pt x="40" y="7688"/>
                  <a:pt x="39" y="7688"/>
                  <a:pt x="39" y="7688"/>
                </a:cubicBezTo>
                <a:lnTo>
                  <a:pt x="39" y="7688"/>
                </a:lnTo>
                <a:cubicBezTo>
                  <a:pt x="39" y="7688"/>
                  <a:pt x="39" y="7688"/>
                  <a:pt x="40" y="7689"/>
                </a:cubicBezTo>
                <a:cubicBezTo>
                  <a:pt x="41" y="7690"/>
                  <a:pt x="42" y="7693"/>
                  <a:pt x="43" y="7695"/>
                </a:cubicBezTo>
                <a:cubicBezTo>
                  <a:pt x="237" y="8012"/>
                  <a:pt x="393" y="8362"/>
                  <a:pt x="545" y="8701"/>
                </a:cubicBezTo>
                <a:cubicBezTo>
                  <a:pt x="758" y="9177"/>
                  <a:pt x="978" y="9669"/>
                  <a:pt x="1307" y="10095"/>
                </a:cubicBezTo>
                <a:cubicBezTo>
                  <a:pt x="1967" y="10945"/>
                  <a:pt x="2869" y="11313"/>
                  <a:pt x="3740" y="11667"/>
                </a:cubicBezTo>
                <a:cubicBezTo>
                  <a:pt x="4185" y="11849"/>
                  <a:pt x="4646" y="12037"/>
                  <a:pt x="5068" y="12286"/>
                </a:cubicBezTo>
                <a:cubicBezTo>
                  <a:pt x="5122" y="12320"/>
                  <a:pt x="5205" y="12360"/>
                  <a:pt x="5297" y="12408"/>
                </a:cubicBezTo>
                <a:cubicBezTo>
                  <a:pt x="5462" y="12491"/>
                  <a:pt x="5743" y="12634"/>
                  <a:pt x="5870" y="12748"/>
                </a:cubicBezTo>
                <a:cubicBezTo>
                  <a:pt x="5973" y="12912"/>
                  <a:pt x="6073" y="13078"/>
                  <a:pt x="6174" y="13245"/>
                </a:cubicBezTo>
                <a:lnTo>
                  <a:pt x="6176" y="13256"/>
                </a:lnTo>
                <a:cubicBezTo>
                  <a:pt x="6184" y="13297"/>
                  <a:pt x="6208" y="13331"/>
                  <a:pt x="6239" y="13353"/>
                </a:cubicBezTo>
                <a:cubicBezTo>
                  <a:pt x="6702" y="14119"/>
                  <a:pt x="7160" y="14898"/>
                  <a:pt x="7607" y="15693"/>
                </a:cubicBezTo>
                <a:cubicBezTo>
                  <a:pt x="7063" y="15260"/>
                  <a:pt x="6363" y="14929"/>
                  <a:pt x="5478" y="14692"/>
                </a:cubicBezTo>
                <a:cubicBezTo>
                  <a:pt x="5072" y="14583"/>
                  <a:pt x="4655" y="14494"/>
                  <a:pt x="4250" y="14410"/>
                </a:cubicBezTo>
                <a:cubicBezTo>
                  <a:pt x="3429" y="14238"/>
                  <a:pt x="2580" y="14061"/>
                  <a:pt x="1824" y="13693"/>
                </a:cubicBezTo>
                <a:cubicBezTo>
                  <a:pt x="1802" y="13683"/>
                  <a:pt x="1780" y="13678"/>
                  <a:pt x="1757" y="13678"/>
                </a:cubicBezTo>
                <a:cubicBezTo>
                  <a:pt x="1724" y="13678"/>
                  <a:pt x="1691" y="13688"/>
                  <a:pt x="1663" y="13709"/>
                </a:cubicBezTo>
                <a:cubicBezTo>
                  <a:pt x="1617" y="13745"/>
                  <a:pt x="1594" y="13803"/>
                  <a:pt x="1604" y="13860"/>
                </a:cubicBezTo>
                <a:cubicBezTo>
                  <a:pt x="1771" y="14775"/>
                  <a:pt x="2540" y="15390"/>
                  <a:pt x="3313" y="15940"/>
                </a:cubicBezTo>
                <a:cubicBezTo>
                  <a:pt x="4475" y="16769"/>
                  <a:pt x="5628" y="17514"/>
                  <a:pt x="6963" y="17518"/>
                </a:cubicBezTo>
                <a:cubicBezTo>
                  <a:pt x="7332" y="17518"/>
                  <a:pt x="7704" y="17491"/>
                  <a:pt x="8064" y="17463"/>
                </a:cubicBezTo>
                <a:cubicBezTo>
                  <a:pt x="8225" y="17450"/>
                  <a:pt x="8386" y="17438"/>
                  <a:pt x="8548" y="17429"/>
                </a:cubicBezTo>
                <a:cubicBezTo>
                  <a:pt x="9166" y="18619"/>
                  <a:pt x="9741" y="19836"/>
                  <a:pt x="10239" y="21079"/>
                </a:cubicBezTo>
                <a:cubicBezTo>
                  <a:pt x="9999" y="20692"/>
                  <a:pt x="9735" y="20318"/>
                  <a:pt x="9399" y="20015"/>
                </a:cubicBezTo>
                <a:cubicBezTo>
                  <a:pt x="8826" y="19497"/>
                  <a:pt x="8137" y="19077"/>
                  <a:pt x="7353" y="18768"/>
                </a:cubicBezTo>
                <a:cubicBezTo>
                  <a:pt x="5915" y="18202"/>
                  <a:pt x="4328" y="18054"/>
                  <a:pt x="2953" y="17961"/>
                </a:cubicBezTo>
                <a:cubicBezTo>
                  <a:pt x="2953" y="17961"/>
                  <a:pt x="2953" y="17961"/>
                  <a:pt x="2953" y="17961"/>
                </a:cubicBezTo>
                <a:cubicBezTo>
                  <a:pt x="2953" y="17961"/>
                  <a:pt x="2953" y="17961"/>
                  <a:pt x="2952" y="17961"/>
                </a:cubicBezTo>
                <a:cubicBezTo>
                  <a:pt x="2949" y="17961"/>
                  <a:pt x="2946" y="17961"/>
                  <a:pt x="2943" y="17961"/>
                </a:cubicBezTo>
                <a:cubicBezTo>
                  <a:pt x="2864" y="17961"/>
                  <a:pt x="2794" y="18022"/>
                  <a:pt x="2789" y="18105"/>
                </a:cubicBezTo>
                <a:cubicBezTo>
                  <a:pt x="2783" y="18176"/>
                  <a:pt x="2827" y="18239"/>
                  <a:pt x="2891" y="18261"/>
                </a:cubicBezTo>
                <a:cubicBezTo>
                  <a:pt x="2970" y="18328"/>
                  <a:pt x="3193" y="18654"/>
                  <a:pt x="3304" y="18814"/>
                </a:cubicBezTo>
                <a:cubicBezTo>
                  <a:pt x="3408" y="18967"/>
                  <a:pt x="3469" y="19055"/>
                  <a:pt x="3508" y="19098"/>
                </a:cubicBezTo>
                <a:cubicBezTo>
                  <a:pt x="3758" y="19378"/>
                  <a:pt x="4031" y="19643"/>
                  <a:pt x="4321" y="19888"/>
                </a:cubicBezTo>
                <a:cubicBezTo>
                  <a:pt x="4912" y="20388"/>
                  <a:pt x="5572" y="20807"/>
                  <a:pt x="6285" y="21133"/>
                </a:cubicBezTo>
                <a:cubicBezTo>
                  <a:pt x="6999" y="21460"/>
                  <a:pt x="7748" y="21685"/>
                  <a:pt x="8510" y="21801"/>
                </a:cubicBezTo>
                <a:cubicBezTo>
                  <a:pt x="8690" y="21829"/>
                  <a:pt x="8862" y="21850"/>
                  <a:pt x="9028" y="21869"/>
                </a:cubicBezTo>
                <a:cubicBezTo>
                  <a:pt x="9604" y="21938"/>
                  <a:pt x="10103" y="21997"/>
                  <a:pt x="10653" y="22327"/>
                </a:cubicBezTo>
                <a:cubicBezTo>
                  <a:pt x="10674" y="22339"/>
                  <a:pt x="10695" y="22345"/>
                  <a:pt x="10717" y="22346"/>
                </a:cubicBezTo>
                <a:cubicBezTo>
                  <a:pt x="10950" y="23005"/>
                  <a:pt x="11157" y="23669"/>
                  <a:pt x="11338" y="24341"/>
                </a:cubicBezTo>
                <a:cubicBezTo>
                  <a:pt x="11026" y="24292"/>
                  <a:pt x="10710" y="24267"/>
                  <a:pt x="10386" y="24267"/>
                </a:cubicBezTo>
                <a:cubicBezTo>
                  <a:pt x="9907" y="24267"/>
                  <a:pt x="9408" y="24322"/>
                  <a:pt x="8869" y="24434"/>
                </a:cubicBezTo>
                <a:cubicBezTo>
                  <a:pt x="8015" y="24610"/>
                  <a:pt x="7218" y="24992"/>
                  <a:pt x="6566" y="25536"/>
                </a:cubicBezTo>
                <a:cubicBezTo>
                  <a:pt x="6147" y="25887"/>
                  <a:pt x="5455" y="26612"/>
                  <a:pt x="5552" y="27524"/>
                </a:cubicBezTo>
                <a:cubicBezTo>
                  <a:pt x="5556" y="27570"/>
                  <a:pt x="5584" y="27615"/>
                  <a:pt x="5625" y="27640"/>
                </a:cubicBezTo>
                <a:cubicBezTo>
                  <a:pt x="5637" y="27648"/>
                  <a:pt x="5661" y="27652"/>
                  <a:pt x="5694" y="27652"/>
                </a:cubicBezTo>
                <a:cubicBezTo>
                  <a:pt x="5747" y="27652"/>
                  <a:pt x="5825" y="27642"/>
                  <a:pt x="5919" y="27625"/>
                </a:cubicBezTo>
                <a:cubicBezTo>
                  <a:pt x="6554" y="27510"/>
                  <a:pt x="7961" y="27070"/>
                  <a:pt x="7977" y="27065"/>
                </a:cubicBezTo>
                <a:cubicBezTo>
                  <a:pt x="8730" y="26790"/>
                  <a:pt x="9459" y="26442"/>
                  <a:pt x="10145" y="26032"/>
                </a:cubicBezTo>
                <a:cubicBezTo>
                  <a:pt x="10697" y="25702"/>
                  <a:pt x="11126" y="25291"/>
                  <a:pt x="11483" y="24909"/>
                </a:cubicBezTo>
                <a:cubicBezTo>
                  <a:pt x="12172" y="27742"/>
                  <a:pt x="12343" y="30674"/>
                  <a:pt x="11649" y="33673"/>
                </a:cubicBezTo>
                <a:cubicBezTo>
                  <a:pt x="11629" y="33756"/>
                  <a:pt x="11682" y="33838"/>
                  <a:pt x="11765" y="33858"/>
                </a:cubicBezTo>
                <a:cubicBezTo>
                  <a:pt x="11776" y="33861"/>
                  <a:pt x="11788" y="33862"/>
                  <a:pt x="11799" y="33862"/>
                </a:cubicBezTo>
                <a:cubicBezTo>
                  <a:pt x="11808" y="33862"/>
                  <a:pt x="11818" y="33861"/>
                  <a:pt x="11827" y="33859"/>
                </a:cubicBezTo>
                <a:cubicBezTo>
                  <a:pt x="11886" y="33849"/>
                  <a:pt x="11936" y="33804"/>
                  <a:pt x="11950" y="33742"/>
                </a:cubicBezTo>
                <a:cubicBezTo>
                  <a:pt x="12868" y="29773"/>
                  <a:pt x="12305" y="25927"/>
                  <a:pt x="11022" y="22280"/>
                </a:cubicBezTo>
                <a:lnTo>
                  <a:pt x="11022" y="22280"/>
                </a:lnTo>
                <a:cubicBezTo>
                  <a:pt x="11292" y="22629"/>
                  <a:pt x="11596" y="22993"/>
                  <a:pt x="11984" y="23253"/>
                </a:cubicBezTo>
                <a:cubicBezTo>
                  <a:pt x="12346" y="23495"/>
                  <a:pt x="12794" y="23660"/>
                  <a:pt x="13395" y="23771"/>
                </a:cubicBezTo>
                <a:cubicBezTo>
                  <a:pt x="14315" y="23944"/>
                  <a:pt x="15260" y="23947"/>
                  <a:pt x="16174" y="23949"/>
                </a:cubicBezTo>
                <a:cubicBezTo>
                  <a:pt x="16183" y="23948"/>
                  <a:pt x="16193" y="23948"/>
                  <a:pt x="16201" y="23945"/>
                </a:cubicBezTo>
                <a:cubicBezTo>
                  <a:pt x="16251" y="23937"/>
                  <a:pt x="16292" y="23905"/>
                  <a:pt x="16314" y="23860"/>
                </a:cubicBezTo>
                <a:cubicBezTo>
                  <a:pt x="16339" y="23804"/>
                  <a:pt x="16331" y="23740"/>
                  <a:pt x="16291" y="23694"/>
                </a:cubicBezTo>
                <a:cubicBezTo>
                  <a:pt x="15530" y="22797"/>
                  <a:pt x="14639" y="22026"/>
                  <a:pt x="13644" y="21398"/>
                </a:cubicBezTo>
                <a:cubicBezTo>
                  <a:pt x="13241" y="21144"/>
                  <a:pt x="12766" y="20891"/>
                  <a:pt x="12254" y="20865"/>
                </a:cubicBezTo>
                <a:cubicBezTo>
                  <a:pt x="12852" y="20231"/>
                  <a:pt x="13345" y="19517"/>
                  <a:pt x="13605" y="18566"/>
                </a:cubicBezTo>
                <a:cubicBezTo>
                  <a:pt x="13913" y="17428"/>
                  <a:pt x="13881" y="16111"/>
                  <a:pt x="13504" y="14540"/>
                </a:cubicBezTo>
                <a:cubicBezTo>
                  <a:pt x="13493" y="14498"/>
                  <a:pt x="13467" y="14462"/>
                  <a:pt x="13429" y="14441"/>
                </a:cubicBezTo>
                <a:cubicBezTo>
                  <a:pt x="13405" y="14428"/>
                  <a:pt x="13380" y="14421"/>
                  <a:pt x="13354" y="14421"/>
                </a:cubicBezTo>
                <a:cubicBezTo>
                  <a:pt x="13337" y="14421"/>
                  <a:pt x="13320" y="14424"/>
                  <a:pt x="13303" y="14429"/>
                </a:cubicBezTo>
                <a:cubicBezTo>
                  <a:pt x="12728" y="14629"/>
                  <a:pt x="12376" y="15157"/>
                  <a:pt x="12066" y="15680"/>
                </a:cubicBezTo>
                <a:cubicBezTo>
                  <a:pt x="11582" y="16493"/>
                  <a:pt x="11087" y="17366"/>
                  <a:pt x="10787" y="18330"/>
                </a:cubicBezTo>
                <a:cubicBezTo>
                  <a:pt x="10488" y="19294"/>
                  <a:pt x="10555" y="20281"/>
                  <a:pt x="10634" y="21238"/>
                </a:cubicBezTo>
                <a:cubicBezTo>
                  <a:pt x="10076" y="19813"/>
                  <a:pt x="9419" y="18420"/>
                  <a:pt x="8706" y="17064"/>
                </a:cubicBezTo>
                <a:cubicBezTo>
                  <a:pt x="8828" y="17042"/>
                  <a:pt x="8950" y="16972"/>
                  <a:pt x="9045" y="16912"/>
                </a:cubicBezTo>
                <a:cubicBezTo>
                  <a:pt x="9466" y="16640"/>
                  <a:pt x="9808" y="16278"/>
                  <a:pt x="10115" y="15927"/>
                </a:cubicBezTo>
                <a:cubicBezTo>
                  <a:pt x="10518" y="15465"/>
                  <a:pt x="11018" y="14840"/>
                  <a:pt x="11309" y="14106"/>
                </a:cubicBezTo>
                <a:cubicBezTo>
                  <a:pt x="11532" y="13544"/>
                  <a:pt x="11627" y="12958"/>
                  <a:pt x="11701" y="12249"/>
                </a:cubicBezTo>
                <a:cubicBezTo>
                  <a:pt x="11797" y="11349"/>
                  <a:pt x="11844" y="10431"/>
                  <a:pt x="11844" y="9525"/>
                </a:cubicBezTo>
                <a:cubicBezTo>
                  <a:pt x="11844" y="9458"/>
                  <a:pt x="11801" y="9399"/>
                  <a:pt x="11737" y="9378"/>
                </a:cubicBezTo>
                <a:cubicBezTo>
                  <a:pt x="11722" y="9373"/>
                  <a:pt x="11706" y="9370"/>
                  <a:pt x="11690" y="9370"/>
                </a:cubicBezTo>
                <a:cubicBezTo>
                  <a:pt x="11641" y="9370"/>
                  <a:pt x="11594" y="9394"/>
                  <a:pt x="11565" y="9435"/>
                </a:cubicBezTo>
                <a:lnTo>
                  <a:pt x="10015" y="11582"/>
                </a:lnTo>
                <a:cubicBezTo>
                  <a:pt x="9632" y="12113"/>
                  <a:pt x="9235" y="12663"/>
                  <a:pt x="8933" y="13266"/>
                </a:cubicBezTo>
                <a:cubicBezTo>
                  <a:pt x="8486" y="14157"/>
                  <a:pt x="8255" y="15161"/>
                  <a:pt x="8265" y="16171"/>
                </a:cubicBezTo>
                <a:lnTo>
                  <a:pt x="8265" y="16241"/>
                </a:lnTo>
                <a:cubicBezTo>
                  <a:pt x="7694" y="15196"/>
                  <a:pt x="7098" y="14175"/>
                  <a:pt x="6496" y="13180"/>
                </a:cubicBezTo>
                <a:cubicBezTo>
                  <a:pt x="6613" y="12575"/>
                  <a:pt x="6906" y="12105"/>
                  <a:pt x="7219" y="11611"/>
                </a:cubicBezTo>
                <a:cubicBezTo>
                  <a:pt x="7315" y="11459"/>
                  <a:pt x="7412" y="11305"/>
                  <a:pt x="7507" y="11143"/>
                </a:cubicBezTo>
                <a:cubicBezTo>
                  <a:pt x="7957" y="10378"/>
                  <a:pt x="8223" y="9537"/>
                  <a:pt x="8275" y="8711"/>
                </a:cubicBezTo>
                <a:cubicBezTo>
                  <a:pt x="8353" y="7515"/>
                  <a:pt x="7982" y="6322"/>
                  <a:pt x="7654" y="5268"/>
                </a:cubicBezTo>
                <a:cubicBezTo>
                  <a:pt x="7634" y="5204"/>
                  <a:pt x="7575" y="5159"/>
                  <a:pt x="7508" y="5159"/>
                </a:cubicBezTo>
                <a:cubicBezTo>
                  <a:pt x="7505" y="5159"/>
                  <a:pt x="7503" y="5159"/>
                  <a:pt x="7500" y="5159"/>
                </a:cubicBezTo>
                <a:cubicBezTo>
                  <a:pt x="7432" y="5162"/>
                  <a:pt x="7370" y="5214"/>
                  <a:pt x="7356" y="5282"/>
                </a:cubicBezTo>
                <a:cubicBezTo>
                  <a:pt x="7230" y="5889"/>
                  <a:pt x="6960" y="6469"/>
                  <a:pt x="6698" y="7030"/>
                </a:cubicBezTo>
                <a:cubicBezTo>
                  <a:pt x="6504" y="7444"/>
                  <a:pt x="6303" y="7874"/>
                  <a:pt x="6157" y="8318"/>
                </a:cubicBezTo>
                <a:cubicBezTo>
                  <a:pt x="5912" y="9063"/>
                  <a:pt x="5802" y="9887"/>
                  <a:pt x="5821" y="10838"/>
                </a:cubicBezTo>
                <a:cubicBezTo>
                  <a:pt x="5830" y="11309"/>
                  <a:pt x="5899" y="11778"/>
                  <a:pt x="5983" y="12237"/>
                </a:cubicBezTo>
                <a:cubicBezTo>
                  <a:pt x="5768" y="11830"/>
                  <a:pt x="5539" y="11429"/>
                  <a:pt x="5294" y="11039"/>
                </a:cubicBezTo>
                <a:cubicBezTo>
                  <a:pt x="5077" y="10539"/>
                  <a:pt x="4908" y="10046"/>
                  <a:pt x="4735" y="9537"/>
                </a:cubicBezTo>
                <a:cubicBezTo>
                  <a:pt x="4654" y="9301"/>
                  <a:pt x="4571" y="9059"/>
                  <a:pt x="4482" y="8813"/>
                </a:cubicBezTo>
                <a:cubicBezTo>
                  <a:pt x="4468" y="8535"/>
                  <a:pt x="4446" y="8260"/>
                  <a:pt x="4421" y="7993"/>
                </a:cubicBezTo>
                <a:cubicBezTo>
                  <a:pt x="4365" y="7418"/>
                  <a:pt x="4314" y="6874"/>
                  <a:pt x="4367" y="6295"/>
                </a:cubicBezTo>
                <a:cubicBezTo>
                  <a:pt x="4396" y="5989"/>
                  <a:pt x="4459" y="5676"/>
                  <a:pt x="4518" y="5372"/>
                </a:cubicBezTo>
                <a:cubicBezTo>
                  <a:pt x="4593" y="4994"/>
                  <a:pt x="4671" y="4601"/>
                  <a:pt x="4690" y="4202"/>
                </a:cubicBezTo>
                <a:cubicBezTo>
                  <a:pt x="4708" y="3795"/>
                  <a:pt x="4669" y="3415"/>
                  <a:pt x="4568" y="3039"/>
                </a:cubicBezTo>
                <a:cubicBezTo>
                  <a:pt x="4431" y="2531"/>
                  <a:pt x="4223" y="2006"/>
                  <a:pt x="3933" y="1433"/>
                </a:cubicBezTo>
                <a:cubicBezTo>
                  <a:pt x="3813" y="1196"/>
                  <a:pt x="3676" y="948"/>
                  <a:pt x="3515" y="673"/>
                </a:cubicBezTo>
                <a:cubicBezTo>
                  <a:pt x="3489" y="631"/>
                  <a:pt x="3443" y="567"/>
                  <a:pt x="3388" y="497"/>
                </a:cubicBezTo>
                <a:cubicBezTo>
                  <a:pt x="3320" y="406"/>
                  <a:pt x="3177" y="217"/>
                  <a:pt x="3168" y="154"/>
                </a:cubicBezTo>
                <a:cubicBezTo>
                  <a:pt x="3170" y="69"/>
                  <a:pt x="3102" y="1"/>
                  <a:pt x="3017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0" name="Google Shape;660;p46"/>
          <p:cNvSpPr/>
          <p:nvPr/>
        </p:nvSpPr>
        <p:spPr>
          <a:xfrm flipH="1" rot="1092056">
            <a:off x="8226425" y="4191843"/>
            <a:ext cx="1206051" cy="993665"/>
          </a:xfrm>
          <a:custGeom>
            <a:rect b="b" l="l" r="r" t="t"/>
            <a:pathLst>
              <a:path extrusionOk="0" h="29503" w="35809">
                <a:moveTo>
                  <a:pt x="15987" y="1"/>
                </a:moveTo>
                <a:cubicBezTo>
                  <a:pt x="15307" y="1"/>
                  <a:pt x="14281" y="3232"/>
                  <a:pt x="14368" y="6973"/>
                </a:cubicBezTo>
                <a:cubicBezTo>
                  <a:pt x="14458" y="10828"/>
                  <a:pt x="15190" y="13875"/>
                  <a:pt x="15404" y="14690"/>
                </a:cubicBezTo>
                <a:cubicBezTo>
                  <a:pt x="14257" y="15585"/>
                  <a:pt x="13139" y="16472"/>
                  <a:pt x="12154" y="17278"/>
                </a:cubicBezTo>
                <a:cubicBezTo>
                  <a:pt x="12377" y="15499"/>
                  <a:pt x="13438" y="6337"/>
                  <a:pt x="11926" y="5049"/>
                </a:cubicBezTo>
                <a:cubicBezTo>
                  <a:pt x="11844" y="4980"/>
                  <a:pt x="11771" y="4947"/>
                  <a:pt x="11706" y="4947"/>
                </a:cubicBezTo>
                <a:cubicBezTo>
                  <a:pt x="10531" y="4947"/>
                  <a:pt x="11858" y="15586"/>
                  <a:pt x="12085" y="17335"/>
                </a:cubicBezTo>
                <a:cubicBezTo>
                  <a:pt x="11392" y="17902"/>
                  <a:pt x="10768" y="18428"/>
                  <a:pt x="10252" y="18884"/>
                </a:cubicBezTo>
                <a:cubicBezTo>
                  <a:pt x="9784" y="19295"/>
                  <a:pt x="9290" y="19737"/>
                  <a:pt x="8781" y="20197"/>
                </a:cubicBezTo>
                <a:cubicBezTo>
                  <a:pt x="8837" y="19388"/>
                  <a:pt x="8963" y="17101"/>
                  <a:pt x="8739" y="15321"/>
                </a:cubicBezTo>
                <a:cubicBezTo>
                  <a:pt x="8461" y="13121"/>
                  <a:pt x="8054" y="9892"/>
                  <a:pt x="7037" y="8882"/>
                </a:cubicBezTo>
                <a:cubicBezTo>
                  <a:pt x="6947" y="8793"/>
                  <a:pt x="6865" y="8751"/>
                  <a:pt x="6789" y="8751"/>
                </a:cubicBezTo>
                <a:cubicBezTo>
                  <a:pt x="6001" y="8751"/>
                  <a:pt x="5945" y="13255"/>
                  <a:pt x="6706" y="16066"/>
                </a:cubicBezTo>
                <a:cubicBezTo>
                  <a:pt x="7376" y="18540"/>
                  <a:pt x="8293" y="19896"/>
                  <a:pt x="8628" y="20336"/>
                </a:cubicBezTo>
                <a:cubicBezTo>
                  <a:pt x="7462" y="21390"/>
                  <a:pt x="6232" y="22525"/>
                  <a:pt x="5096" y="23580"/>
                </a:cubicBezTo>
                <a:cubicBezTo>
                  <a:pt x="4742" y="21933"/>
                  <a:pt x="2590" y="12171"/>
                  <a:pt x="1305" y="11870"/>
                </a:cubicBezTo>
                <a:cubicBezTo>
                  <a:pt x="1249" y="11856"/>
                  <a:pt x="1196" y="11850"/>
                  <a:pt x="1148" y="11850"/>
                </a:cubicBezTo>
                <a:cubicBezTo>
                  <a:pt x="0" y="11850"/>
                  <a:pt x="1144" y="15497"/>
                  <a:pt x="2010" y="18541"/>
                </a:cubicBezTo>
                <a:cubicBezTo>
                  <a:pt x="2773" y="21225"/>
                  <a:pt x="4488" y="23142"/>
                  <a:pt x="5000" y="23669"/>
                </a:cubicBezTo>
                <a:cubicBezTo>
                  <a:pt x="2665" y="25843"/>
                  <a:pt x="761" y="27656"/>
                  <a:pt x="729" y="27687"/>
                </a:cubicBezTo>
                <a:cubicBezTo>
                  <a:pt x="645" y="27766"/>
                  <a:pt x="643" y="27898"/>
                  <a:pt x="722" y="27982"/>
                </a:cubicBezTo>
                <a:cubicBezTo>
                  <a:pt x="763" y="28024"/>
                  <a:pt x="818" y="28046"/>
                  <a:pt x="873" y="28046"/>
                </a:cubicBezTo>
                <a:cubicBezTo>
                  <a:pt x="924" y="28046"/>
                  <a:pt x="976" y="28027"/>
                  <a:pt x="1015" y="27989"/>
                </a:cubicBezTo>
                <a:cubicBezTo>
                  <a:pt x="1044" y="27961"/>
                  <a:pt x="2508" y="26567"/>
                  <a:pt x="4438" y="24762"/>
                </a:cubicBezTo>
                <a:cubicBezTo>
                  <a:pt x="4937" y="25299"/>
                  <a:pt x="7022" y="27416"/>
                  <a:pt x="9822" y="28442"/>
                </a:cubicBezTo>
                <a:cubicBezTo>
                  <a:pt x="11569" y="29082"/>
                  <a:pt x="13043" y="29502"/>
                  <a:pt x="13944" y="29502"/>
                </a:cubicBezTo>
                <a:cubicBezTo>
                  <a:pt x="14706" y="29502"/>
                  <a:pt x="15060" y="29202"/>
                  <a:pt x="14824" y="28481"/>
                </a:cubicBezTo>
                <a:cubicBezTo>
                  <a:pt x="14353" y="27037"/>
                  <a:pt x="5935" y="25011"/>
                  <a:pt x="4525" y="24682"/>
                </a:cubicBezTo>
                <a:cubicBezTo>
                  <a:pt x="5736" y="23550"/>
                  <a:pt x="7122" y="22265"/>
                  <a:pt x="8453" y="21056"/>
                </a:cubicBezTo>
                <a:cubicBezTo>
                  <a:pt x="9028" y="21495"/>
                  <a:pt x="11038" y="22939"/>
                  <a:pt x="13519" y="23705"/>
                </a:cubicBezTo>
                <a:cubicBezTo>
                  <a:pt x="14917" y="24137"/>
                  <a:pt x="16280" y="24373"/>
                  <a:pt x="17219" y="24373"/>
                </a:cubicBezTo>
                <a:cubicBezTo>
                  <a:pt x="18262" y="24373"/>
                  <a:pt x="18784" y="24082"/>
                  <a:pt x="18253" y="23442"/>
                </a:cubicBezTo>
                <a:cubicBezTo>
                  <a:pt x="17346" y="22351"/>
                  <a:pt x="10041" y="21192"/>
                  <a:pt x="8551" y="20966"/>
                </a:cubicBezTo>
                <a:cubicBezTo>
                  <a:pt x="9238" y="20343"/>
                  <a:pt x="9907" y="19742"/>
                  <a:pt x="10527" y="19194"/>
                </a:cubicBezTo>
                <a:cubicBezTo>
                  <a:pt x="11026" y="18755"/>
                  <a:pt x="11626" y="18249"/>
                  <a:pt x="12292" y="17703"/>
                </a:cubicBezTo>
                <a:cubicBezTo>
                  <a:pt x="13223" y="18361"/>
                  <a:pt x="17658" y="21405"/>
                  <a:pt x="20039" y="21405"/>
                </a:cubicBezTo>
                <a:cubicBezTo>
                  <a:pt x="20668" y="21405"/>
                  <a:pt x="21154" y="21192"/>
                  <a:pt x="21393" y="20666"/>
                </a:cubicBezTo>
                <a:cubicBezTo>
                  <a:pt x="22518" y="18195"/>
                  <a:pt x="14163" y="17671"/>
                  <a:pt x="12429" y="17590"/>
                </a:cubicBezTo>
                <a:cubicBezTo>
                  <a:pt x="13473" y="16737"/>
                  <a:pt x="14669" y="15789"/>
                  <a:pt x="15889" y="14839"/>
                </a:cubicBezTo>
                <a:cubicBezTo>
                  <a:pt x="16572" y="15469"/>
                  <a:pt x="21288" y="19753"/>
                  <a:pt x="23143" y="19753"/>
                </a:cubicBezTo>
                <a:cubicBezTo>
                  <a:pt x="23456" y="19753"/>
                  <a:pt x="23687" y="19631"/>
                  <a:pt x="23804" y="19349"/>
                </a:cubicBezTo>
                <a:cubicBezTo>
                  <a:pt x="24607" y="17414"/>
                  <a:pt x="17037" y="15122"/>
                  <a:pt x="15939" y="14801"/>
                </a:cubicBezTo>
                <a:cubicBezTo>
                  <a:pt x="16884" y="14064"/>
                  <a:pt x="17842" y="13326"/>
                  <a:pt x="18753" y="12632"/>
                </a:cubicBezTo>
                <a:cubicBezTo>
                  <a:pt x="19677" y="13167"/>
                  <a:pt x="23672" y="15409"/>
                  <a:pt x="25766" y="15409"/>
                </a:cubicBezTo>
                <a:cubicBezTo>
                  <a:pt x="26368" y="15409"/>
                  <a:pt x="26812" y="15224"/>
                  <a:pt x="26983" y="14760"/>
                </a:cubicBezTo>
                <a:cubicBezTo>
                  <a:pt x="27726" y="12728"/>
                  <a:pt x="20565" y="12536"/>
                  <a:pt x="18900" y="12519"/>
                </a:cubicBezTo>
                <a:cubicBezTo>
                  <a:pt x="19594" y="11990"/>
                  <a:pt x="20257" y="11488"/>
                  <a:pt x="20864" y="11030"/>
                </a:cubicBezTo>
                <a:cubicBezTo>
                  <a:pt x="21653" y="11329"/>
                  <a:pt x="24365" y="12297"/>
                  <a:pt x="26536" y="12297"/>
                </a:cubicBezTo>
                <a:cubicBezTo>
                  <a:pt x="27567" y="12297"/>
                  <a:pt x="28476" y="12079"/>
                  <a:pt x="29000" y="11468"/>
                </a:cubicBezTo>
                <a:cubicBezTo>
                  <a:pt x="29730" y="10616"/>
                  <a:pt x="28546" y="10360"/>
                  <a:pt x="26858" y="10360"/>
                </a:cubicBezTo>
                <a:cubicBezTo>
                  <a:pt x="24844" y="10360"/>
                  <a:pt x="22113" y="10725"/>
                  <a:pt x="21068" y="10877"/>
                </a:cubicBezTo>
                <a:cubicBezTo>
                  <a:pt x="22154" y="10058"/>
                  <a:pt x="23038" y="9398"/>
                  <a:pt x="23557" y="9010"/>
                </a:cubicBezTo>
                <a:cubicBezTo>
                  <a:pt x="24913" y="8524"/>
                  <a:pt x="28112" y="7282"/>
                  <a:pt x="30457" y="5643"/>
                </a:cubicBezTo>
                <a:cubicBezTo>
                  <a:pt x="33505" y="3511"/>
                  <a:pt x="35808" y="1748"/>
                  <a:pt x="34285" y="1564"/>
                </a:cubicBezTo>
                <a:cubicBezTo>
                  <a:pt x="34255" y="1560"/>
                  <a:pt x="34222" y="1558"/>
                  <a:pt x="34187" y="1558"/>
                </a:cubicBezTo>
                <a:cubicBezTo>
                  <a:pt x="32630" y="1558"/>
                  <a:pt x="26873" y="5224"/>
                  <a:pt x="23715" y="8376"/>
                </a:cubicBezTo>
                <a:cubicBezTo>
                  <a:pt x="23400" y="8610"/>
                  <a:pt x="22367" y="9377"/>
                  <a:pt x="20979" y="10423"/>
                </a:cubicBezTo>
                <a:cubicBezTo>
                  <a:pt x="22252" y="8480"/>
                  <a:pt x="26568" y="1726"/>
                  <a:pt x="25050" y="1726"/>
                </a:cubicBezTo>
                <a:cubicBezTo>
                  <a:pt x="24989" y="1726"/>
                  <a:pt x="24920" y="1736"/>
                  <a:pt x="24840" y="1758"/>
                </a:cubicBezTo>
                <a:cubicBezTo>
                  <a:pt x="22704" y="2355"/>
                  <a:pt x="21055" y="9093"/>
                  <a:pt x="20705" y="10630"/>
                </a:cubicBezTo>
                <a:cubicBezTo>
                  <a:pt x="19973" y="11182"/>
                  <a:pt x="19154" y="11802"/>
                  <a:pt x="18298" y="12456"/>
                </a:cubicBezTo>
                <a:cubicBezTo>
                  <a:pt x="18846" y="10632"/>
                  <a:pt x="21322" y="2040"/>
                  <a:pt x="19462" y="1752"/>
                </a:cubicBezTo>
                <a:cubicBezTo>
                  <a:pt x="19433" y="1747"/>
                  <a:pt x="19404" y="1745"/>
                  <a:pt x="19376" y="1745"/>
                </a:cubicBezTo>
                <a:cubicBezTo>
                  <a:pt x="17577" y="1745"/>
                  <a:pt x="18076" y="10917"/>
                  <a:pt x="18179" y="12548"/>
                </a:cubicBezTo>
                <a:cubicBezTo>
                  <a:pt x="17325" y="13200"/>
                  <a:pt x="16438" y="13884"/>
                  <a:pt x="15563" y="14566"/>
                </a:cubicBezTo>
                <a:cubicBezTo>
                  <a:pt x="15836" y="13622"/>
                  <a:pt x="16579" y="10903"/>
                  <a:pt x="16774" y="8720"/>
                </a:cubicBezTo>
                <a:cubicBezTo>
                  <a:pt x="17014" y="6033"/>
                  <a:pt x="16925" y="2211"/>
                  <a:pt x="16353" y="444"/>
                </a:cubicBezTo>
                <a:cubicBezTo>
                  <a:pt x="16255" y="140"/>
                  <a:pt x="16128" y="1"/>
                  <a:pt x="15987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61" name="Google Shape;661;p46"/>
          <p:cNvGrpSpPr/>
          <p:nvPr/>
        </p:nvGrpSpPr>
        <p:grpSpPr>
          <a:xfrm flipH="1" rot="217553">
            <a:off x="112566" y="4201282"/>
            <a:ext cx="868330" cy="1192448"/>
            <a:chOff x="3708300" y="1072800"/>
            <a:chExt cx="776725" cy="1066650"/>
          </a:xfrm>
        </p:grpSpPr>
        <p:sp>
          <p:nvSpPr>
            <p:cNvPr id="662" name="Google Shape;662;p46"/>
            <p:cNvSpPr/>
            <p:nvPr/>
          </p:nvSpPr>
          <p:spPr>
            <a:xfrm>
              <a:off x="3708300" y="1072800"/>
              <a:ext cx="776725" cy="1066650"/>
            </a:xfrm>
            <a:custGeom>
              <a:rect b="b" l="l" r="r" t="t"/>
              <a:pathLst>
                <a:path extrusionOk="0" h="42666" w="31069">
                  <a:moveTo>
                    <a:pt x="6830" y="1"/>
                  </a:moveTo>
                  <a:cubicBezTo>
                    <a:pt x="6707" y="1"/>
                    <a:pt x="6583" y="16"/>
                    <a:pt x="6456" y="50"/>
                  </a:cubicBezTo>
                  <a:cubicBezTo>
                    <a:pt x="5911" y="196"/>
                    <a:pt x="5497" y="669"/>
                    <a:pt x="5316" y="1177"/>
                  </a:cubicBezTo>
                  <a:cubicBezTo>
                    <a:pt x="5136" y="1688"/>
                    <a:pt x="5146" y="2228"/>
                    <a:pt x="5193" y="2751"/>
                  </a:cubicBezTo>
                  <a:cubicBezTo>
                    <a:pt x="5586" y="7042"/>
                    <a:pt x="8098" y="10770"/>
                    <a:pt x="10542" y="14321"/>
                  </a:cubicBezTo>
                  <a:cubicBezTo>
                    <a:pt x="9110" y="12451"/>
                    <a:pt x="7163" y="10945"/>
                    <a:pt x="4924" y="9980"/>
                  </a:cubicBezTo>
                  <a:cubicBezTo>
                    <a:pt x="4448" y="9775"/>
                    <a:pt x="3902" y="9600"/>
                    <a:pt x="3379" y="9600"/>
                  </a:cubicBezTo>
                  <a:cubicBezTo>
                    <a:pt x="3041" y="9600"/>
                    <a:pt x="2713" y="9673"/>
                    <a:pt x="2420" y="9858"/>
                  </a:cubicBezTo>
                  <a:cubicBezTo>
                    <a:pt x="1545" y="10409"/>
                    <a:pt x="1529" y="11597"/>
                    <a:pt x="1774" y="12523"/>
                  </a:cubicBezTo>
                  <a:cubicBezTo>
                    <a:pt x="2284" y="14472"/>
                    <a:pt x="3466" y="16190"/>
                    <a:pt x="4900" y="17646"/>
                  </a:cubicBezTo>
                  <a:cubicBezTo>
                    <a:pt x="6328" y="19099"/>
                    <a:pt x="8011" y="20316"/>
                    <a:pt x="9684" y="21521"/>
                  </a:cubicBezTo>
                  <a:cubicBezTo>
                    <a:pt x="8181" y="20795"/>
                    <a:pt x="6644" y="20055"/>
                    <a:pt x="4962" y="19720"/>
                  </a:cubicBezTo>
                  <a:cubicBezTo>
                    <a:pt x="4387" y="19606"/>
                    <a:pt x="3568" y="19384"/>
                    <a:pt x="2816" y="19384"/>
                  </a:cubicBezTo>
                  <a:cubicBezTo>
                    <a:pt x="2247" y="19384"/>
                    <a:pt x="1717" y="19512"/>
                    <a:pt x="1361" y="19910"/>
                  </a:cubicBezTo>
                  <a:cubicBezTo>
                    <a:pt x="0" y="21434"/>
                    <a:pt x="2318" y="23978"/>
                    <a:pt x="3407" y="24892"/>
                  </a:cubicBezTo>
                  <a:cubicBezTo>
                    <a:pt x="4591" y="25885"/>
                    <a:pt x="5945" y="26683"/>
                    <a:pt x="7129" y="27646"/>
                  </a:cubicBezTo>
                  <a:cubicBezTo>
                    <a:pt x="7866" y="28238"/>
                    <a:pt x="8703" y="28751"/>
                    <a:pt x="9480" y="29300"/>
                  </a:cubicBezTo>
                  <a:cubicBezTo>
                    <a:pt x="9908" y="29601"/>
                    <a:pt x="11356" y="30272"/>
                    <a:pt x="11520" y="30735"/>
                  </a:cubicBezTo>
                  <a:cubicBezTo>
                    <a:pt x="10718" y="30464"/>
                    <a:pt x="9895" y="30188"/>
                    <a:pt x="9034" y="30188"/>
                  </a:cubicBezTo>
                  <a:cubicBezTo>
                    <a:pt x="9011" y="30188"/>
                    <a:pt x="8989" y="30188"/>
                    <a:pt x="8966" y="30188"/>
                  </a:cubicBezTo>
                  <a:cubicBezTo>
                    <a:pt x="7503" y="30214"/>
                    <a:pt x="7381" y="31517"/>
                    <a:pt x="7779" y="32554"/>
                  </a:cubicBezTo>
                  <a:cubicBezTo>
                    <a:pt x="8158" y="33540"/>
                    <a:pt x="9313" y="34213"/>
                    <a:pt x="10199" y="34761"/>
                  </a:cubicBezTo>
                  <a:cubicBezTo>
                    <a:pt x="14401" y="37351"/>
                    <a:pt x="18718" y="39810"/>
                    <a:pt x="22860" y="42522"/>
                  </a:cubicBezTo>
                  <a:cubicBezTo>
                    <a:pt x="22939" y="42568"/>
                    <a:pt x="23012" y="42617"/>
                    <a:pt x="23087" y="42665"/>
                  </a:cubicBezTo>
                  <a:cubicBezTo>
                    <a:pt x="23091" y="42664"/>
                    <a:pt x="23120" y="42620"/>
                    <a:pt x="23163" y="42537"/>
                  </a:cubicBezTo>
                  <a:cubicBezTo>
                    <a:pt x="23567" y="41812"/>
                    <a:pt x="25460" y="38170"/>
                    <a:pt x="25630" y="37787"/>
                  </a:cubicBezTo>
                  <a:cubicBezTo>
                    <a:pt x="26395" y="36067"/>
                    <a:pt x="27045" y="34304"/>
                    <a:pt x="27576" y="32516"/>
                  </a:cubicBezTo>
                  <a:cubicBezTo>
                    <a:pt x="28200" y="30419"/>
                    <a:pt x="31069" y="24490"/>
                    <a:pt x="28106" y="23241"/>
                  </a:cubicBezTo>
                  <a:lnTo>
                    <a:pt x="28105" y="23241"/>
                  </a:lnTo>
                  <a:cubicBezTo>
                    <a:pt x="27861" y="23137"/>
                    <a:pt x="27601" y="23090"/>
                    <a:pt x="27336" y="23090"/>
                  </a:cubicBezTo>
                  <a:cubicBezTo>
                    <a:pt x="26562" y="23090"/>
                    <a:pt x="25749" y="23492"/>
                    <a:pt x="25199" y="24059"/>
                  </a:cubicBezTo>
                  <a:cubicBezTo>
                    <a:pt x="24457" y="24819"/>
                    <a:pt x="24084" y="25814"/>
                    <a:pt x="23726" y="26778"/>
                  </a:cubicBezTo>
                  <a:cubicBezTo>
                    <a:pt x="24043" y="25919"/>
                    <a:pt x="23891" y="24633"/>
                    <a:pt x="23991" y="23727"/>
                  </a:cubicBezTo>
                  <a:cubicBezTo>
                    <a:pt x="24115" y="22592"/>
                    <a:pt x="24261" y="21459"/>
                    <a:pt x="24394" y="20323"/>
                  </a:cubicBezTo>
                  <a:cubicBezTo>
                    <a:pt x="24648" y="18135"/>
                    <a:pt x="24866" y="15939"/>
                    <a:pt x="24779" y="13752"/>
                  </a:cubicBezTo>
                  <a:cubicBezTo>
                    <a:pt x="24740" y="12670"/>
                    <a:pt x="24822" y="10582"/>
                    <a:pt x="24158" y="9343"/>
                  </a:cubicBezTo>
                  <a:cubicBezTo>
                    <a:pt x="23943" y="8948"/>
                    <a:pt x="23651" y="8639"/>
                    <a:pt x="23253" y="8480"/>
                  </a:cubicBezTo>
                  <a:cubicBezTo>
                    <a:pt x="23053" y="8400"/>
                    <a:pt x="22860" y="8364"/>
                    <a:pt x="22674" y="8364"/>
                  </a:cubicBezTo>
                  <a:cubicBezTo>
                    <a:pt x="21476" y="8364"/>
                    <a:pt x="20582" y="9872"/>
                    <a:pt x="20081" y="10780"/>
                  </a:cubicBezTo>
                  <a:cubicBezTo>
                    <a:pt x="19353" y="12109"/>
                    <a:pt x="19148" y="13337"/>
                    <a:pt x="18967" y="14655"/>
                  </a:cubicBezTo>
                  <a:cubicBezTo>
                    <a:pt x="19271" y="12310"/>
                    <a:pt x="19377" y="9955"/>
                    <a:pt x="19286" y="7612"/>
                  </a:cubicBezTo>
                  <a:cubicBezTo>
                    <a:pt x="19211" y="5571"/>
                    <a:pt x="18961" y="3466"/>
                    <a:pt x="17833" y="1770"/>
                  </a:cubicBezTo>
                  <a:cubicBezTo>
                    <a:pt x="17666" y="1518"/>
                    <a:pt x="17433" y="1252"/>
                    <a:pt x="17108" y="1252"/>
                  </a:cubicBezTo>
                  <a:cubicBezTo>
                    <a:pt x="16896" y="1252"/>
                    <a:pt x="16698" y="1371"/>
                    <a:pt x="16527" y="1495"/>
                  </a:cubicBezTo>
                  <a:cubicBezTo>
                    <a:pt x="15130" y="2518"/>
                    <a:pt x="14559" y="4230"/>
                    <a:pt x="14250" y="5840"/>
                  </a:cubicBezTo>
                  <a:cubicBezTo>
                    <a:pt x="13882" y="7743"/>
                    <a:pt x="13757" y="9675"/>
                    <a:pt x="13874" y="11580"/>
                  </a:cubicBezTo>
                  <a:cubicBezTo>
                    <a:pt x="12343" y="7957"/>
                    <a:pt x="11366" y="4185"/>
                    <a:pt x="8707" y="1114"/>
                  </a:cubicBezTo>
                  <a:cubicBezTo>
                    <a:pt x="8230" y="560"/>
                    <a:pt x="7567" y="1"/>
                    <a:pt x="683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" name="Google Shape;663;p46"/>
            <p:cNvSpPr/>
            <p:nvPr/>
          </p:nvSpPr>
          <p:spPr>
            <a:xfrm>
              <a:off x="3808850" y="1173650"/>
              <a:ext cx="565500" cy="965800"/>
            </a:xfrm>
            <a:custGeom>
              <a:rect b="b" l="l" r="r" t="t"/>
              <a:pathLst>
                <a:path extrusionOk="0" h="38632" w="22620">
                  <a:moveTo>
                    <a:pt x="3964" y="0"/>
                  </a:moveTo>
                  <a:cubicBezTo>
                    <a:pt x="3939" y="0"/>
                    <a:pt x="3913" y="6"/>
                    <a:pt x="3889" y="19"/>
                  </a:cubicBezTo>
                  <a:cubicBezTo>
                    <a:pt x="3822" y="58"/>
                    <a:pt x="3795" y="143"/>
                    <a:pt x="3832" y="204"/>
                  </a:cubicBezTo>
                  <a:cubicBezTo>
                    <a:pt x="7240" y="5902"/>
                    <a:pt x="9536" y="12032"/>
                    <a:pt x="11335" y="17279"/>
                  </a:cubicBezTo>
                  <a:cubicBezTo>
                    <a:pt x="11591" y="18016"/>
                    <a:pt x="11853" y="18753"/>
                    <a:pt x="12120" y="19490"/>
                  </a:cubicBezTo>
                  <a:cubicBezTo>
                    <a:pt x="8736" y="15289"/>
                    <a:pt x="4748" y="11561"/>
                    <a:pt x="248" y="8406"/>
                  </a:cubicBezTo>
                  <a:cubicBezTo>
                    <a:pt x="225" y="8389"/>
                    <a:pt x="197" y="8381"/>
                    <a:pt x="169" y="8381"/>
                  </a:cubicBezTo>
                  <a:cubicBezTo>
                    <a:pt x="125" y="8381"/>
                    <a:pt x="79" y="8401"/>
                    <a:pt x="48" y="8440"/>
                  </a:cubicBezTo>
                  <a:cubicBezTo>
                    <a:pt x="1" y="8498"/>
                    <a:pt x="10" y="8581"/>
                    <a:pt x="69" y="8623"/>
                  </a:cubicBezTo>
                  <a:cubicBezTo>
                    <a:pt x="4791" y="11932"/>
                    <a:pt x="8947" y="15870"/>
                    <a:pt x="12427" y="20330"/>
                  </a:cubicBezTo>
                  <a:cubicBezTo>
                    <a:pt x="12932" y="21704"/>
                    <a:pt x="13449" y="23065"/>
                    <a:pt x="13958" y="24404"/>
                  </a:cubicBezTo>
                  <a:cubicBezTo>
                    <a:pt x="12552" y="22980"/>
                    <a:pt x="10613" y="22023"/>
                    <a:pt x="8577" y="21104"/>
                  </a:cubicBezTo>
                  <a:cubicBezTo>
                    <a:pt x="6125" y="20000"/>
                    <a:pt x="3709" y="18958"/>
                    <a:pt x="1095" y="18392"/>
                  </a:cubicBezTo>
                  <a:cubicBezTo>
                    <a:pt x="1085" y="18390"/>
                    <a:pt x="1076" y="18389"/>
                    <a:pt x="1066" y="18389"/>
                  </a:cubicBezTo>
                  <a:cubicBezTo>
                    <a:pt x="1001" y="18389"/>
                    <a:pt x="939" y="18430"/>
                    <a:pt x="918" y="18493"/>
                  </a:cubicBezTo>
                  <a:cubicBezTo>
                    <a:pt x="900" y="18564"/>
                    <a:pt x="941" y="18638"/>
                    <a:pt x="1017" y="18653"/>
                  </a:cubicBezTo>
                  <a:cubicBezTo>
                    <a:pt x="3603" y="19213"/>
                    <a:pt x="6006" y="20246"/>
                    <a:pt x="8444" y="21348"/>
                  </a:cubicBezTo>
                  <a:cubicBezTo>
                    <a:pt x="10703" y="22369"/>
                    <a:pt x="12847" y="23430"/>
                    <a:pt x="14239" y="25136"/>
                  </a:cubicBezTo>
                  <a:cubicBezTo>
                    <a:pt x="15358" y="28062"/>
                    <a:pt x="16501" y="31077"/>
                    <a:pt x="17480" y="34112"/>
                  </a:cubicBezTo>
                  <a:cubicBezTo>
                    <a:pt x="14416" y="31413"/>
                    <a:pt x="10677" y="29343"/>
                    <a:pt x="6642" y="28111"/>
                  </a:cubicBezTo>
                  <a:cubicBezTo>
                    <a:pt x="6628" y="28107"/>
                    <a:pt x="6614" y="28105"/>
                    <a:pt x="6600" y="28105"/>
                  </a:cubicBezTo>
                  <a:cubicBezTo>
                    <a:pt x="6538" y="28105"/>
                    <a:pt x="6481" y="28142"/>
                    <a:pt x="6458" y="28199"/>
                  </a:cubicBezTo>
                  <a:cubicBezTo>
                    <a:pt x="6430" y="28270"/>
                    <a:pt x="6465" y="28346"/>
                    <a:pt x="6543" y="28369"/>
                  </a:cubicBezTo>
                  <a:cubicBezTo>
                    <a:pt x="10672" y="29626"/>
                    <a:pt x="14492" y="31774"/>
                    <a:pt x="17585" y="34578"/>
                  </a:cubicBezTo>
                  <a:cubicBezTo>
                    <a:pt x="17598" y="34591"/>
                    <a:pt x="17616" y="34600"/>
                    <a:pt x="17638" y="34603"/>
                  </a:cubicBezTo>
                  <a:cubicBezTo>
                    <a:pt x="18048" y="35891"/>
                    <a:pt x="18453" y="37187"/>
                    <a:pt x="18838" y="38488"/>
                  </a:cubicBezTo>
                  <a:cubicBezTo>
                    <a:pt x="18917" y="38534"/>
                    <a:pt x="18991" y="38583"/>
                    <a:pt x="19065" y="38631"/>
                  </a:cubicBezTo>
                  <a:cubicBezTo>
                    <a:pt x="19069" y="38630"/>
                    <a:pt x="19098" y="38586"/>
                    <a:pt x="19142" y="38503"/>
                  </a:cubicBezTo>
                  <a:cubicBezTo>
                    <a:pt x="18731" y="37122"/>
                    <a:pt x="18305" y="35743"/>
                    <a:pt x="17867" y="34376"/>
                  </a:cubicBezTo>
                  <a:cubicBezTo>
                    <a:pt x="19151" y="30246"/>
                    <a:pt x="20738" y="26146"/>
                    <a:pt x="22588" y="22190"/>
                  </a:cubicBezTo>
                  <a:cubicBezTo>
                    <a:pt x="22619" y="22119"/>
                    <a:pt x="22588" y="22043"/>
                    <a:pt x="22517" y="22017"/>
                  </a:cubicBezTo>
                  <a:cubicBezTo>
                    <a:pt x="22500" y="22011"/>
                    <a:pt x="22482" y="22008"/>
                    <a:pt x="22465" y="22008"/>
                  </a:cubicBezTo>
                  <a:cubicBezTo>
                    <a:pt x="22407" y="22008"/>
                    <a:pt x="22353" y="22039"/>
                    <a:pt x="22328" y="22091"/>
                  </a:cubicBezTo>
                  <a:cubicBezTo>
                    <a:pt x="20532" y="25935"/>
                    <a:pt x="18986" y="29910"/>
                    <a:pt x="17720" y="33918"/>
                  </a:cubicBezTo>
                  <a:cubicBezTo>
                    <a:pt x="16785" y="31028"/>
                    <a:pt x="15703" y="28161"/>
                    <a:pt x="14637" y="25374"/>
                  </a:cubicBezTo>
                  <a:cubicBezTo>
                    <a:pt x="14657" y="25352"/>
                    <a:pt x="14674" y="25327"/>
                    <a:pt x="14680" y="25298"/>
                  </a:cubicBezTo>
                  <a:cubicBezTo>
                    <a:pt x="15570" y="20077"/>
                    <a:pt x="16496" y="14679"/>
                    <a:pt x="19105" y="9803"/>
                  </a:cubicBezTo>
                  <a:cubicBezTo>
                    <a:pt x="19138" y="9739"/>
                    <a:pt x="19114" y="9658"/>
                    <a:pt x="19042" y="9627"/>
                  </a:cubicBezTo>
                  <a:cubicBezTo>
                    <a:pt x="19024" y="9618"/>
                    <a:pt x="19004" y="9614"/>
                    <a:pt x="18984" y="9614"/>
                  </a:cubicBezTo>
                  <a:cubicBezTo>
                    <a:pt x="18931" y="9614"/>
                    <a:pt x="18877" y="9644"/>
                    <a:pt x="18851" y="9695"/>
                  </a:cubicBezTo>
                  <a:cubicBezTo>
                    <a:pt x="16280" y="14497"/>
                    <a:pt x="15338" y="19780"/>
                    <a:pt x="14460" y="24911"/>
                  </a:cubicBezTo>
                  <a:cubicBezTo>
                    <a:pt x="14431" y="24831"/>
                    <a:pt x="14401" y="24755"/>
                    <a:pt x="14373" y="24679"/>
                  </a:cubicBezTo>
                  <a:cubicBezTo>
                    <a:pt x="13808" y="23207"/>
                    <a:pt x="13238" y="21707"/>
                    <a:pt x="12684" y="20197"/>
                  </a:cubicBezTo>
                  <a:cubicBezTo>
                    <a:pt x="12586" y="19613"/>
                    <a:pt x="10621" y="7583"/>
                    <a:pt x="13058" y="1023"/>
                  </a:cubicBezTo>
                  <a:cubicBezTo>
                    <a:pt x="13086" y="954"/>
                    <a:pt x="13046" y="877"/>
                    <a:pt x="12970" y="856"/>
                  </a:cubicBezTo>
                  <a:cubicBezTo>
                    <a:pt x="12958" y="853"/>
                    <a:pt x="12945" y="851"/>
                    <a:pt x="12932" y="851"/>
                  </a:cubicBezTo>
                  <a:cubicBezTo>
                    <a:pt x="12871" y="851"/>
                    <a:pt x="12810" y="889"/>
                    <a:pt x="12790" y="947"/>
                  </a:cubicBezTo>
                  <a:cubicBezTo>
                    <a:pt x="10783" y="6347"/>
                    <a:pt x="11725" y="15380"/>
                    <a:pt x="12196" y="18859"/>
                  </a:cubicBezTo>
                  <a:cubicBezTo>
                    <a:pt x="11997" y="18299"/>
                    <a:pt x="11798" y="17744"/>
                    <a:pt x="11608" y="17185"/>
                  </a:cubicBezTo>
                  <a:cubicBezTo>
                    <a:pt x="9804" y="11925"/>
                    <a:pt x="7503" y="5781"/>
                    <a:pt x="4083" y="62"/>
                  </a:cubicBezTo>
                  <a:cubicBezTo>
                    <a:pt x="4058" y="22"/>
                    <a:pt x="4012" y="0"/>
                    <a:pt x="396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4" name="Google Shape;664;p46"/>
          <p:cNvGrpSpPr/>
          <p:nvPr/>
        </p:nvGrpSpPr>
        <p:grpSpPr>
          <a:xfrm rot="3596809">
            <a:off x="6933655" y="4351798"/>
            <a:ext cx="868381" cy="1192518"/>
            <a:chOff x="3708300" y="1072800"/>
            <a:chExt cx="776725" cy="1066650"/>
          </a:xfrm>
        </p:grpSpPr>
        <p:sp>
          <p:nvSpPr>
            <p:cNvPr id="665" name="Google Shape;665;p46"/>
            <p:cNvSpPr/>
            <p:nvPr/>
          </p:nvSpPr>
          <p:spPr>
            <a:xfrm>
              <a:off x="3708300" y="1072800"/>
              <a:ext cx="776725" cy="1066650"/>
            </a:xfrm>
            <a:custGeom>
              <a:rect b="b" l="l" r="r" t="t"/>
              <a:pathLst>
                <a:path extrusionOk="0" h="42666" w="31069">
                  <a:moveTo>
                    <a:pt x="6830" y="1"/>
                  </a:moveTo>
                  <a:cubicBezTo>
                    <a:pt x="6707" y="1"/>
                    <a:pt x="6583" y="16"/>
                    <a:pt x="6456" y="50"/>
                  </a:cubicBezTo>
                  <a:cubicBezTo>
                    <a:pt x="5911" y="196"/>
                    <a:pt x="5497" y="669"/>
                    <a:pt x="5316" y="1177"/>
                  </a:cubicBezTo>
                  <a:cubicBezTo>
                    <a:pt x="5136" y="1688"/>
                    <a:pt x="5146" y="2228"/>
                    <a:pt x="5193" y="2751"/>
                  </a:cubicBezTo>
                  <a:cubicBezTo>
                    <a:pt x="5586" y="7042"/>
                    <a:pt x="8098" y="10770"/>
                    <a:pt x="10542" y="14321"/>
                  </a:cubicBezTo>
                  <a:cubicBezTo>
                    <a:pt x="9110" y="12451"/>
                    <a:pt x="7163" y="10945"/>
                    <a:pt x="4924" y="9980"/>
                  </a:cubicBezTo>
                  <a:cubicBezTo>
                    <a:pt x="4448" y="9775"/>
                    <a:pt x="3902" y="9600"/>
                    <a:pt x="3379" y="9600"/>
                  </a:cubicBezTo>
                  <a:cubicBezTo>
                    <a:pt x="3041" y="9600"/>
                    <a:pt x="2713" y="9673"/>
                    <a:pt x="2420" y="9858"/>
                  </a:cubicBezTo>
                  <a:cubicBezTo>
                    <a:pt x="1545" y="10409"/>
                    <a:pt x="1529" y="11597"/>
                    <a:pt x="1774" y="12523"/>
                  </a:cubicBezTo>
                  <a:cubicBezTo>
                    <a:pt x="2284" y="14472"/>
                    <a:pt x="3466" y="16190"/>
                    <a:pt x="4900" y="17646"/>
                  </a:cubicBezTo>
                  <a:cubicBezTo>
                    <a:pt x="6328" y="19099"/>
                    <a:pt x="8011" y="20316"/>
                    <a:pt x="9684" y="21521"/>
                  </a:cubicBezTo>
                  <a:cubicBezTo>
                    <a:pt x="8181" y="20795"/>
                    <a:pt x="6644" y="20055"/>
                    <a:pt x="4962" y="19720"/>
                  </a:cubicBezTo>
                  <a:cubicBezTo>
                    <a:pt x="4387" y="19606"/>
                    <a:pt x="3568" y="19384"/>
                    <a:pt x="2816" y="19384"/>
                  </a:cubicBezTo>
                  <a:cubicBezTo>
                    <a:pt x="2247" y="19384"/>
                    <a:pt x="1717" y="19512"/>
                    <a:pt x="1361" y="19910"/>
                  </a:cubicBezTo>
                  <a:cubicBezTo>
                    <a:pt x="0" y="21434"/>
                    <a:pt x="2318" y="23978"/>
                    <a:pt x="3407" y="24892"/>
                  </a:cubicBezTo>
                  <a:cubicBezTo>
                    <a:pt x="4591" y="25885"/>
                    <a:pt x="5945" y="26683"/>
                    <a:pt x="7129" y="27646"/>
                  </a:cubicBezTo>
                  <a:cubicBezTo>
                    <a:pt x="7866" y="28238"/>
                    <a:pt x="8703" y="28751"/>
                    <a:pt x="9480" y="29300"/>
                  </a:cubicBezTo>
                  <a:cubicBezTo>
                    <a:pt x="9908" y="29601"/>
                    <a:pt x="11356" y="30272"/>
                    <a:pt x="11520" y="30735"/>
                  </a:cubicBezTo>
                  <a:cubicBezTo>
                    <a:pt x="10718" y="30464"/>
                    <a:pt x="9895" y="30188"/>
                    <a:pt x="9034" y="30188"/>
                  </a:cubicBezTo>
                  <a:cubicBezTo>
                    <a:pt x="9011" y="30188"/>
                    <a:pt x="8989" y="30188"/>
                    <a:pt x="8966" y="30188"/>
                  </a:cubicBezTo>
                  <a:cubicBezTo>
                    <a:pt x="7503" y="30214"/>
                    <a:pt x="7381" y="31517"/>
                    <a:pt x="7779" y="32554"/>
                  </a:cubicBezTo>
                  <a:cubicBezTo>
                    <a:pt x="8158" y="33540"/>
                    <a:pt x="9313" y="34213"/>
                    <a:pt x="10199" y="34761"/>
                  </a:cubicBezTo>
                  <a:cubicBezTo>
                    <a:pt x="14401" y="37351"/>
                    <a:pt x="18718" y="39810"/>
                    <a:pt x="22860" y="42522"/>
                  </a:cubicBezTo>
                  <a:cubicBezTo>
                    <a:pt x="22939" y="42568"/>
                    <a:pt x="23012" y="42617"/>
                    <a:pt x="23087" y="42665"/>
                  </a:cubicBezTo>
                  <a:cubicBezTo>
                    <a:pt x="23091" y="42664"/>
                    <a:pt x="23120" y="42620"/>
                    <a:pt x="23163" y="42537"/>
                  </a:cubicBezTo>
                  <a:cubicBezTo>
                    <a:pt x="23567" y="41812"/>
                    <a:pt x="25460" y="38170"/>
                    <a:pt x="25630" y="37787"/>
                  </a:cubicBezTo>
                  <a:cubicBezTo>
                    <a:pt x="26395" y="36067"/>
                    <a:pt x="27045" y="34304"/>
                    <a:pt x="27576" y="32516"/>
                  </a:cubicBezTo>
                  <a:cubicBezTo>
                    <a:pt x="28200" y="30419"/>
                    <a:pt x="31069" y="24490"/>
                    <a:pt x="28106" y="23241"/>
                  </a:cubicBezTo>
                  <a:lnTo>
                    <a:pt x="28105" y="23241"/>
                  </a:lnTo>
                  <a:cubicBezTo>
                    <a:pt x="27861" y="23137"/>
                    <a:pt x="27601" y="23090"/>
                    <a:pt x="27336" y="23090"/>
                  </a:cubicBezTo>
                  <a:cubicBezTo>
                    <a:pt x="26562" y="23090"/>
                    <a:pt x="25749" y="23492"/>
                    <a:pt x="25199" y="24059"/>
                  </a:cubicBezTo>
                  <a:cubicBezTo>
                    <a:pt x="24457" y="24819"/>
                    <a:pt x="24084" y="25814"/>
                    <a:pt x="23726" y="26778"/>
                  </a:cubicBezTo>
                  <a:cubicBezTo>
                    <a:pt x="24043" y="25919"/>
                    <a:pt x="23891" y="24633"/>
                    <a:pt x="23991" y="23727"/>
                  </a:cubicBezTo>
                  <a:cubicBezTo>
                    <a:pt x="24115" y="22592"/>
                    <a:pt x="24261" y="21459"/>
                    <a:pt x="24394" y="20323"/>
                  </a:cubicBezTo>
                  <a:cubicBezTo>
                    <a:pt x="24648" y="18135"/>
                    <a:pt x="24866" y="15939"/>
                    <a:pt x="24779" y="13752"/>
                  </a:cubicBezTo>
                  <a:cubicBezTo>
                    <a:pt x="24740" y="12670"/>
                    <a:pt x="24822" y="10582"/>
                    <a:pt x="24158" y="9343"/>
                  </a:cubicBezTo>
                  <a:cubicBezTo>
                    <a:pt x="23943" y="8948"/>
                    <a:pt x="23651" y="8639"/>
                    <a:pt x="23253" y="8480"/>
                  </a:cubicBezTo>
                  <a:cubicBezTo>
                    <a:pt x="23053" y="8400"/>
                    <a:pt x="22860" y="8364"/>
                    <a:pt x="22674" y="8364"/>
                  </a:cubicBezTo>
                  <a:cubicBezTo>
                    <a:pt x="21476" y="8364"/>
                    <a:pt x="20582" y="9872"/>
                    <a:pt x="20081" y="10780"/>
                  </a:cubicBezTo>
                  <a:cubicBezTo>
                    <a:pt x="19353" y="12109"/>
                    <a:pt x="19148" y="13337"/>
                    <a:pt x="18967" y="14655"/>
                  </a:cubicBezTo>
                  <a:cubicBezTo>
                    <a:pt x="19271" y="12310"/>
                    <a:pt x="19377" y="9955"/>
                    <a:pt x="19286" y="7612"/>
                  </a:cubicBezTo>
                  <a:cubicBezTo>
                    <a:pt x="19211" y="5571"/>
                    <a:pt x="18961" y="3466"/>
                    <a:pt x="17833" y="1770"/>
                  </a:cubicBezTo>
                  <a:cubicBezTo>
                    <a:pt x="17666" y="1518"/>
                    <a:pt x="17433" y="1252"/>
                    <a:pt x="17108" y="1252"/>
                  </a:cubicBezTo>
                  <a:cubicBezTo>
                    <a:pt x="16896" y="1252"/>
                    <a:pt x="16698" y="1371"/>
                    <a:pt x="16527" y="1495"/>
                  </a:cubicBezTo>
                  <a:cubicBezTo>
                    <a:pt x="15130" y="2518"/>
                    <a:pt x="14559" y="4230"/>
                    <a:pt x="14250" y="5840"/>
                  </a:cubicBezTo>
                  <a:cubicBezTo>
                    <a:pt x="13882" y="7743"/>
                    <a:pt x="13757" y="9675"/>
                    <a:pt x="13874" y="11580"/>
                  </a:cubicBezTo>
                  <a:cubicBezTo>
                    <a:pt x="12343" y="7957"/>
                    <a:pt x="11366" y="4185"/>
                    <a:pt x="8707" y="1114"/>
                  </a:cubicBezTo>
                  <a:cubicBezTo>
                    <a:pt x="8230" y="560"/>
                    <a:pt x="7567" y="1"/>
                    <a:pt x="683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46"/>
            <p:cNvSpPr/>
            <p:nvPr/>
          </p:nvSpPr>
          <p:spPr>
            <a:xfrm>
              <a:off x="3808850" y="1173650"/>
              <a:ext cx="565500" cy="965800"/>
            </a:xfrm>
            <a:custGeom>
              <a:rect b="b" l="l" r="r" t="t"/>
              <a:pathLst>
                <a:path extrusionOk="0" h="38632" w="22620">
                  <a:moveTo>
                    <a:pt x="3964" y="0"/>
                  </a:moveTo>
                  <a:cubicBezTo>
                    <a:pt x="3939" y="0"/>
                    <a:pt x="3913" y="6"/>
                    <a:pt x="3889" y="19"/>
                  </a:cubicBezTo>
                  <a:cubicBezTo>
                    <a:pt x="3822" y="58"/>
                    <a:pt x="3795" y="143"/>
                    <a:pt x="3832" y="204"/>
                  </a:cubicBezTo>
                  <a:cubicBezTo>
                    <a:pt x="7240" y="5902"/>
                    <a:pt x="9536" y="12032"/>
                    <a:pt x="11335" y="17279"/>
                  </a:cubicBezTo>
                  <a:cubicBezTo>
                    <a:pt x="11591" y="18016"/>
                    <a:pt x="11853" y="18753"/>
                    <a:pt x="12120" y="19490"/>
                  </a:cubicBezTo>
                  <a:cubicBezTo>
                    <a:pt x="8736" y="15289"/>
                    <a:pt x="4748" y="11561"/>
                    <a:pt x="248" y="8406"/>
                  </a:cubicBezTo>
                  <a:cubicBezTo>
                    <a:pt x="225" y="8389"/>
                    <a:pt x="197" y="8381"/>
                    <a:pt x="169" y="8381"/>
                  </a:cubicBezTo>
                  <a:cubicBezTo>
                    <a:pt x="125" y="8381"/>
                    <a:pt x="79" y="8401"/>
                    <a:pt x="48" y="8440"/>
                  </a:cubicBezTo>
                  <a:cubicBezTo>
                    <a:pt x="1" y="8498"/>
                    <a:pt x="10" y="8581"/>
                    <a:pt x="69" y="8623"/>
                  </a:cubicBezTo>
                  <a:cubicBezTo>
                    <a:pt x="4791" y="11932"/>
                    <a:pt x="8947" y="15870"/>
                    <a:pt x="12427" y="20330"/>
                  </a:cubicBezTo>
                  <a:cubicBezTo>
                    <a:pt x="12932" y="21704"/>
                    <a:pt x="13449" y="23065"/>
                    <a:pt x="13958" y="24404"/>
                  </a:cubicBezTo>
                  <a:cubicBezTo>
                    <a:pt x="12552" y="22980"/>
                    <a:pt x="10613" y="22023"/>
                    <a:pt x="8577" y="21104"/>
                  </a:cubicBezTo>
                  <a:cubicBezTo>
                    <a:pt x="6125" y="20000"/>
                    <a:pt x="3709" y="18958"/>
                    <a:pt x="1095" y="18392"/>
                  </a:cubicBezTo>
                  <a:cubicBezTo>
                    <a:pt x="1085" y="18390"/>
                    <a:pt x="1076" y="18389"/>
                    <a:pt x="1066" y="18389"/>
                  </a:cubicBezTo>
                  <a:cubicBezTo>
                    <a:pt x="1001" y="18389"/>
                    <a:pt x="939" y="18430"/>
                    <a:pt x="918" y="18493"/>
                  </a:cubicBezTo>
                  <a:cubicBezTo>
                    <a:pt x="900" y="18564"/>
                    <a:pt x="941" y="18638"/>
                    <a:pt x="1017" y="18653"/>
                  </a:cubicBezTo>
                  <a:cubicBezTo>
                    <a:pt x="3603" y="19213"/>
                    <a:pt x="6006" y="20246"/>
                    <a:pt x="8444" y="21348"/>
                  </a:cubicBezTo>
                  <a:cubicBezTo>
                    <a:pt x="10703" y="22369"/>
                    <a:pt x="12847" y="23430"/>
                    <a:pt x="14239" y="25136"/>
                  </a:cubicBezTo>
                  <a:cubicBezTo>
                    <a:pt x="15358" y="28062"/>
                    <a:pt x="16501" y="31077"/>
                    <a:pt x="17480" y="34112"/>
                  </a:cubicBezTo>
                  <a:cubicBezTo>
                    <a:pt x="14416" y="31413"/>
                    <a:pt x="10677" y="29343"/>
                    <a:pt x="6642" y="28111"/>
                  </a:cubicBezTo>
                  <a:cubicBezTo>
                    <a:pt x="6628" y="28107"/>
                    <a:pt x="6614" y="28105"/>
                    <a:pt x="6600" y="28105"/>
                  </a:cubicBezTo>
                  <a:cubicBezTo>
                    <a:pt x="6538" y="28105"/>
                    <a:pt x="6481" y="28142"/>
                    <a:pt x="6458" y="28199"/>
                  </a:cubicBezTo>
                  <a:cubicBezTo>
                    <a:pt x="6430" y="28270"/>
                    <a:pt x="6465" y="28346"/>
                    <a:pt x="6543" y="28369"/>
                  </a:cubicBezTo>
                  <a:cubicBezTo>
                    <a:pt x="10672" y="29626"/>
                    <a:pt x="14492" y="31774"/>
                    <a:pt x="17585" y="34578"/>
                  </a:cubicBezTo>
                  <a:cubicBezTo>
                    <a:pt x="17598" y="34591"/>
                    <a:pt x="17616" y="34600"/>
                    <a:pt x="17638" y="34603"/>
                  </a:cubicBezTo>
                  <a:cubicBezTo>
                    <a:pt x="18048" y="35891"/>
                    <a:pt x="18453" y="37187"/>
                    <a:pt x="18838" y="38488"/>
                  </a:cubicBezTo>
                  <a:cubicBezTo>
                    <a:pt x="18917" y="38534"/>
                    <a:pt x="18991" y="38583"/>
                    <a:pt x="19065" y="38631"/>
                  </a:cubicBezTo>
                  <a:cubicBezTo>
                    <a:pt x="19069" y="38630"/>
                    <a:pt x="19098" y="38586"/>
                    <a:pt x="19142" y="38503"/>
                  </a:cubicBezTo>
                  <a:cubicBezTo>
                    <a:pt x="18731" y="37122"/>
                    <a:pt x="18305" y="35743"/>
                    <a:pt x="17867" y="34376"/>
                  </a:cubicBezTo>
                  <a:cubicBezTo>
                    <a:pt x="19151" y="30246"/>
                    <a:pt x="20738" y="26146"/>
                    <a:pt x="22588" y="22190"/>
                  </a:cubicBezTo>
                  <a:cubicBezTo>
                    <a:pt x="22619" y="22119"/>
                    <a:pt x="22588" y="22043"/>
                    <a:pt x="22517" y="22017"/>
                  </a:cubicBezTo>
                  <a:cubicBezTo>
                    <a:pt x="22500" y="22011"/>
                    <a:pt x="22482" y="22008"/>
                    <a:pt x="22465" y="22008"/>
                  </a:cubicBezTo>
                  <a:cubicBezTo>
                    <a:pt x="22407" y="22008"/>
                    <a:pt x="22353" y="22039"/>
                    <a:pt x="22328" y="22091"/>
                  </a:cubicBezTo>
                  <a:cubicBezTo>
                    <a:pt x="20532" y="25935"/>
                    <a:pt x="18986" y="29910"/>
                    <a:pt x="17720" y="33918"/>
                  </a:cubicBezTo>
                  <a:cubicBezTo>
                    <a:pt x="16785" y="31028"/>
                    <a:pt x="15703" y="28161"/>
                    <a:pt x="14637" y="25374"/>
                  </a:cubicBezTo>
                  <a:cubicBezTo>
                    <a:pt x="14657" y="25352"/>
                    <a:pt x="14674" y="25327"/>
                    <a:pt x="14680" y="25298"/>
                  </a:cubicBezTo>
                  <a:cubicBezTo>
                    <a:pt x="15570" y="20077"/>
                    <a:pt x="16496" y="14679"/>
                    <a:pt x="19105" y="9803"/>
                  </a:cubicBezTo>
                  <a:cubicBezTo>
                    <a:pt x="19138" y="9739"/>
                    <a:pt x="19114" y="9658"/>
                    <a:pt x="19042" y="9627"/>
                  </a:cubicBezTo>
                  <a:cubicBezTo>
                    <a:pt x="19024" y="9618"/>
                    <a:pt x="19004" y="9614"/>
                    <a:pt x="18984" y="9614"/>
                  </a:cubicBezTo>
                  <a:cubicBezTo>
                    <a:pt x="18931" y="9614"/>
                    <a:pt x="18877" y="9644"/>
                    <a:pt x="18851" y="9695"/>
                  </a:cubicBezTo>
                  <a:cubicBezTo>
                    <a:pt x="16280" y="14497"/>
                    <a:pt x="15338" y="19780"/>
                    <a:pt x="14460" y="24911"/>
                  </a:cubicBezTo>
                  <a:cubicBezTo>
                    <a:pt x="14431" y="24831"/>
                    <a:pt x="14401" y="24755"/>
                    <a:pt x="14373" y="24679"/>
                  </a:cubicBezTo>
                  <a:cubicBezTo>
                    <a:pt x="13808" y="23207"/>
                    <a:pt x="13238" y="21707"/>
                    <a:pt x="12684" y="20197"/>
                  </a:cubicBezTo>
                  <a:cubicBezTo>
                    <a:pt x="12586" y="19613"/>
                    <a:pt x="10621" y="7583"/>
                    <a:pt x="13058" y="1023"/>
                  </a:cubicBezTo>
                  <a:cubicBezTo>
                    <a:pt x="13086" y="954"/>
                    <a:pt x="13046" y="877"/>
                    <a:pt x="12970" y="856"/>
                  </a:cubicBezTo>
                  <a:cubicBezTo>
                    <a:pt x="12958" y="853"/>
                    <a:pt x="12945" y="851"/>
                    <a:pt x="12932" y="851"/>
                  </a:cubicBezTo>
                  <a:cubicBezTo>
                    <a:pt x="12871" y="851"/>
                    <a:pt x="12810" y="889"/>
                    <a:pt x="12790" y="947"/>
                  </a:cubicBezTo>
                  <a:cubicBezTo>
                    <a:pt x="10783" y="6347"/>
                    <a:pt x="11725" y="15380"/>
                    <a:pt x="12196" y="18859"/>
                  </a:cubicBezTo>
                  <a:cubicBezTo>
                    <a:pt x="11997" y="18299"/>
                    <a:pt x="11798" y="17744"/>
                    <a:pt x="11608" y="17185"/>
                  </a:cubicBezTo>
                  <a:cubicBezTo>
                    <a:pt x="9804" y="11925"/>
                    <a:pt x="7503" y="5781"/>
                    <a:pt x="4083" y="62"/>
                  </a:cubicBezTo>
                  <a:cubicBezTo>
                    <a:pt x="4058" y="22"/>
                    <a:pt x="4012" y="0"/>
                    <a:pt x="396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4"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47"/>
          <p:cNvSpPr txBox="1"/>
          <p:nvPr>
            <p:ph idx="1" type="body"/>
          </p:nvPr>
        </p:nvSpPr>
        <p:spPr>
          <a:xfrm>
            <a:off x="2355013" y="1679100"/>
            <a:ext cx="4434000" cy="10062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  <p:grpSp>
        <p:nvGrpSpPr>
          <p:cNvPr id="669" name="Google Shape;669;p47"/>
          <p:cNvGrpSpPr/>
          <p:nvPr/>
        </p:nvGrpSpPr>
        <p:grpSpPr>
          <a:xfrm>
            <a:off x="8154826" y="3096390"/>
            <a:ext cx="1299652" cy="2651951"/>
            <a:chOff x="8154826" y="3096390"/>
            <a:chExt cx="1299652" cy="2651951"/>
          </a:xfrm>
        </p:grpSpPr>
        <p:sp>
          <p:nvSpPr>
            <p:cNvPr id="670" name="Google Shape;670;p47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" name="Google Shape;671;p47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72" name="Google Shape;672;p47"/>
          <p:cNvSpPr txBox="1"/>
          <p:nvPr>
            <p:ph idx="2" type="subTitle"/>
          </p:nvPr>
        </p:nvSpPr>
        <p:spPr>
          <a:xfrm>
            <a:off x="2354988" y="1257300"/>
            <a:ext cx="4434000" cy="42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000">
                <a:solidFill>
                  <a:schemeClr val="accent4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673" name="Google Shape;673;p47"/>
          <p:cNvSpPr txBox="1"/>
          <p:nvPr>
            <p:ph idx="3" type="subTitle"/>
          </p:nvPr>
        </p:nvSpPr>
        <p:spPr>
          <a:xfrm>
            <a:off x="2354988" y="2829950"/>
            <a:ext cx="4434000" cy="42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000">
                <a:solidFill>
                  <a:schemeClr val="accent4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674" name="Google Shape;674;p4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75" name="Google Shape;675;p47"/>
          <p:cNvSpPr/>
          <p:nvPr/>
        </p:nvSpPr>
        <p:spPr>
          <a:xfrm>
            <a:off x="6560881" y="4965629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47"/>
          <p:cNvSpPr/>
          <p:nvPr/>
        </p:nvSpPr>
        <p:spPr>
          <a:xfrm>
            <a:off x="3615878" y="4837952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47"/>
          <p:cNvSpPr/>
          <p:nvPr/>
        </p:nvSpPr>
        <p:spPr>
          <a:xfrm flipH="1" rot="-5735881">
            <a:off x="7875519" y="4488277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47"/>
          <p:cNvSpPr/>
          <p:nvPr/>
        </p:nvSpPr>
        <p:spPr>
          <a:xfrm>
            <a:off x="1951612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47"/>
          <p:cNvSpPr/>
          <p:nvPr/>
        </p:nvSpPr>
        <p:spPr>
          <a:xfrm>
            <a:off x="299801" y="999194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47"/>
          <p:cNvSpPr/>
          <p:nvPr/>
        </p:nvSpPr>
        <p:spPr>
          <a:xfrm>
            <a:off x="8821275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47"/>
          <p:cNvSpPr/>
          <p:nvPr/>
        </p:nvSpPr>
        <p:spPr>
          <a:xfrm rot="5735881">
            <a:off x="8607196" y="25128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47"/>
          <p:cNvSpPr/>
          <p:nvPr/>
        </p:nvSpPr>
        <p:spPr>
          <a:xfrm>
            <a:off x="4945655" y="4624067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Google Shape;683;p47"/>
          <p:cNvSpPr/>
          <p:nvPr/>
        </p:nvSpPr>
        <p:spPr>
          <a:xfrm flipH="1">
            <a:off x="940006" y="2222958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84" name="Google Shape;684;p47"/>
          <p:cNvGrpSpPr/>
          <p:nvPr/>
        </p:nvGrpSpPr>
        <p:grpSpPr>
          <a:xfrm>
            <a:off x="-1029378" y="3466543"/>
            <a:ext cx="1962493" cy="2073383"/>
            <a:chOff x="-1029378" y="3466543"/>
            <a:chExt cx="1962493" cy="2073383"/>
          </a:xfrm>
        </p:grpSpPr>
        <p:sp>
          <p:nvSpPr>
            <p:cNvPr id="685" name="Google Shape;685;p47"/>
            <p:cNvSpPr/>
            <p:nvPr/>
          </p:nvSpPr>
          <p:spPr>
            <a:xfrm rot="783234">
              <a:off x="-897830" y="4006315"/>
              <a:ext cx="1699397" cy="1359253"/>
            </a:xfrm>
            <a:custGeom>
              <a:rect b="b" l="l" r="r" t="t"/>
              <a:pathLst>
                <a:path extrusionOk="0" h="50371" w="62976">
                  <a:moveTo>
                    <a:pt x="58341" y="1"/>
                  </a:moveTo>
                  <a:cubicBezTo>
                    <a:pt x="58190" y="1"/>
                    <a:pt x="58038" y="12"/>
                    <a:pt x="57886" y="34"/>
                  </a:cubicBezTo>
                  <a:cubicBezTo>
                    <a:pt x="56174" y="285"/>
                    <a:pt x="54964" y="1860"/>
                    <a:pt x="54371" y="3481"/>
                  </a:cubicBezTo>
                  <a:cubicBezTo>
                    <a:pt x="53503" y="5832"/>
                    <a:pt x="53595" y="8388"/>
                    <a:pt x="53435" y="10899"/>
                  </a:cubicBezTo>
                  <a:cubicBezTo>
                    <a:pt x="53275" y="13387"/>
                    <a:pt x="52750" y="16034"/>
                    <a:pt x="50992" y="17815"/>
                  </a:cubicBezTo>
                  <a:cubicBezTo>
                    <a:pt x="48984" y="19892"/>
                    <a:pt x="45857" y="20303"/>
                    <a:pt x="43255" y="21558"/>
                  </a:cubicBezTo>
                  <a:cubicBezTo>
                    <a:pt x="41109" y="22585"/>
                    <a:pt x="39283" y="24252"/>
                    <a:pt x="38051" y="26283"/>
                  </a:cubicBezTo>
                  <a:cubicBezTo>
                    <a:pt x="36270" y="29205"/>
                    <a:pt x="35745" y="32857"/>
                    <a:pt x="33600" y="35550"/>
                  </a:cubicBezTo>
                  <a:cubicBezTo>
                    <a:pt x="31751" y="37878"/>
                    <a:pt x="28829" y="39248"/>
                    <a:pt x="25862" y="39544"/>
                  </a:cubicBezTo>
                  <a:cubicBezTo>
                    <a:pt x="23762" y="39773"/>
                    <a:pt x="21616" y="39499"/>
                    <a:pt x="19539" y="39887"/>
                  </a:cubicBezTo>
                  <a:cubicBezTo>
                    <a:pt x="16047" y="40549"/>
                    <a:pt x="13194" y="42968"/>
                    <a:pt x="10341" y="45091"/>
                  </a:cubicBezTo>
                  <a:cubicBezTo>
                    <a:pt x="7671" y="47061"/>
                    <a:pt x="4608" y="48914"/>
                    <a:pt x="878" y="48914"/>
                  </a:cubicBezTo>
                  <a:cubicBezTo>
                    <a:pt x="589" y="48914"/>
                    <a:pt x="297" y="48903"/>
                    <a:pt x="1" y="48880"/>
                  </a:cubicBezTo>
                  <a:lnTo>
                    <a:pt x="1" y="48880"/>
                  </a:lnTo>
                  <a:cubicBezTo>
                    <a:pt x="1602" y="49874"/>
                    <a:pt x="3492" y="50371"/>
                    <a:pt x="5384" y="50371"/>
                  </a:cubicBezTo>
                  <a:cubicBezTo>
                    <a:pt x="7402" y="50371"/>
                    <a:pt x="9421" y="49806"/>
                    <a:pt x="11094" y="48675"/>
                  </a:cubicBezTo>
                  <a:cubicBezTo>
                    <a:pt x="12281" y="47853"/>
                    <a:pt x="13308" y="46803"/>
                    <a:pt x="14563" y="46072"/>
                  </a:cubicBezTo>
                  <a:cubicBezTo>
                    <a:pt x="16350" y="45060"/>
                    <a:pt x="18397" y="44844"/>
                    <a:pt x="20484" y="44844"/>
                  </a:cubicBezTo>
                  <a:cubicBezTo>
                    <a:pt x="21784" y="44844"/>
                    <a:pt x="23100" y="44928"/>
                    <a:pt x="24378" y="44954"/>
                  </a:cubicBezTo>
                  <a:cubicBezTo>
                    <a:pt x="24588" y="44958"/>
                    <a:pt x="24798" y="44959"/>
                    <a:pt x="25009" y="44959"/>
                  </a:cubicBezTo>
                  <a:cubicBezTo>
                    <a:pt x="28796" y="44959"/>
                    <a:pt x="32604" y="44364"/>
                    <a:pt x="36042" y="42786"/>
                  </a:cubicBezTo>
                  <a:cubicBezTo>
                    <a:pt x="39694" y="41119"/>
                    <a:pt x="42867" y="38312"/>
                    <a:pt x="44556" y="34705"/>
                  </a:cubicBezTo>
                  <a:cubicBezTo>
                    <a:pt x="45514" y="32674"/>
                    <a:pt x="46062" y="30323"/>
                    <a:pt x="47683" y="28771"/>
                  </a:cubicBezTo>
                  <a:cubicBezTo>
                    <a:pt x="49486" y="27059"/>
                    <a:pt x="52179" y="26739"/>
                    <a:pt x="54462" y="25712"/>
                  </a:cubicBezTo>
                  <a:cubicBezTo>
                    <a:pt x="57680" y="24252"/>
                    <a:pt x="60054" y="21261"/>
                    <a:pt x="61355" y="17975"/>
                  </a:cubicBezTo>
                  <a:cubicBezTo>
                    <a:pt x="62656" y="14688"/>
                    <a:pt x="62976" y="11081"/>
                    <a:pt x="62953" y="7543"/>
                  </a:cubicBezTo>
                  <a:cubicBezTo>
                    <a:pt x="62953" y="5832"/>
                    <a:pt x="62839" y="4051"/>
                    <a:pt x="62040" y="2522"/>
                  </a:cubicBezTo>
                  <a:cubicBezTo>
                    <a:pt x="61312" y="1129"/>
                    <a:pt x="59884" y="1"/>
                    <a:pt x="5834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" name="Google Shape;686;p47"/>
            <p:cNvSpPr/>
            <p:nvPr/>
          </p:nvSpPr>
          <p:spPr>
            <a:xfrm rot="1607863">
              <a:off x="-2808" y="3477367"/>
              <a:ext cx="449022" cy="1683379"/>
            </a:xfrm>
            <a:custGeom>
              <a:rect b="b" l="l" r="r" t="t"/>
              <a:pathLst>
                <a:path extrusionOk="0" h="62387" w="16641">
                  <a:moveTo>
                    <a:pt x="5438" y="1"/>
                  </a:moveTo>
                  <a:cubicBezTo>
                    <a:pt x="5170" y="1"/>
                    <a:pt x="4901" y="24"/>
                    <a:pt x="4634" y="73"/>
                  </a:cubicBezTo>
                  <a:cubicBezTo>
                    <a:pt x="2831" y="415"/>
                    <a:pt x="1393" y="1853"/>
                    <a:pt x="708" y="3543"/>
                  </a:cubicBezTo>
                  <a:cubicBezTo>
                    <a:pt x="0" y="5232"/>
                    <a:pt x="0" y="7103"/>
                    <a:pt x="274" y="8906"/>
                  </a:cubicBezTo>
                  <a:cubicBezTo>
                    <a:pt x="959" y="13152"/>
                    <a:pt x="3173" y="16964"/>
                    <a:pt x="4839" y="20913"/>
                  </a:cubicBezTo>
                  <a:cubicBezTo>
                    <a:pt x="6483" y="24884"/>
                    <a:pt x="7579" y="29472"/>
                    <a:pt x="5912" y="33421"/>
                  </a:cubicBezTo>
                  <a:cubicBezTo>
                    <a:pt x="5136" y="35224"/>
                    <a:pt x="3858" y="36776"/>
                    <a:pt x="3196" y="38602"/>
                  </a:cubicBezTo>
                  <a:cubicBezTo>
                    <a:pt x="2078" y="41752"/>
                    <a:pt x="2945" y="45267"/>
                    <a:pt x="3972" y="48440"/>
                  </a:cubicBezTo>
                  <a:cubicBezTo>
                    <a:pt x="4520" y="50083"/>
                    <a:pt x="5091" y="51727"/>
                    <a:pt x="5227" y="53461"/>
                  </a:cubicBezTo>
                  <a:cubicBezTo>
                    <a:pt x="5433" y="56566"/>
                    <a:pt x="4109" y="59556"/>
                    <a:pt x="2831" y="62386"/>
                  </a:cubicBezTo>
                  <a:cubicBezTo>
                    <a:pt x="7738" y="57889"/>
                    <a:pt x="9975" y="51110"/>
                    <a:pt x="9359" y="44560"/>
                  </a:cubicBezTo>
                  <a:cubicBezTo>
                    <a:pt x="9199" y="42802"/>
                    <a:pt x="8834" y="40999"/>
                    <a:pt x="9222" y="39264"/>
                  </a:cubicBezTo>
                  <a:cubicBezTo>
                    <a:pt x="9633" y="37392"/>
                    <a:pt x="10843" y="35817"/>
                    <a:pt x="11824" y="34174"/>
                  </a:cubicBezTo>
                  <a:cubicBezTo>
                    <a:pt x="16640" y="26117"/>
                    <a:pt x="15887" y="15777"/>
                    <a:pt x="12577" y="7012"/>
                  </a:cubicBezTo>
                  <a:cubicBezTo>
                    <a:pt x="11915" y="5209"/>
                    <a:pt x="11116" y="3406"/>
                    <a:pt x="9793" y="2036"/>
                  </a:cubicBezTo>
                  <a:cubicBezTo>
                    <a:pt x="8658" y="842"/>
                    <a:pt x="7053" y="1"/>
                    <a:pt x="543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87" name="Google Shape;687;p47"/>
          <p:cNvSpPr/>
          <p:nvPr/>
        </p:nvSpPr>
        <p:spPr>
          <a:xfrm>
            <a:off x="933128" y="4082777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8" name="Google Shape;688;p47"/>
          <p:cNvSpPr txBox="1"/>
          <p:nvPr>
            <p:ph idx="4" type="body"/>
          </p:nvPr>
        </p:nvSpPr>
        <p:spPr>
          <a:xfrm>
            <a:off x="2355013" y="3251750"/>
            <a:ext cx="4434000" cy="10062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CUSTOM_4_1"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0" name="Google Shape;690;p48"/>
          <p:cNvGrpSpPr/>
          <p:nvPr/>
        </p:nvGrpSpPr>
        <p:grpSpPr>
          <a:xfrm>
            <a:off x="8154826" y="3096390"/>
            <a:ext cx="1299652" cy="2651951"/>
            <a:chOff x="8154826" y="3096390"/>
            <a:chExt cx="1299652" cy="2651951"/>
          </a:xfrm>
        </p:grpSpPr>
        <p:sp>
          <p:nvSpPr>
            <p:cNvPr id="691" name="Google Shape;691;p48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48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93" name="Google Shape;693;p4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94" name="Google Shape;694;p48"/>
          <p:cNvSpPr/>
          <p:nvPr/>
        </p:nvSpPr>
        <p:spPr>
          <a:xfrm>
            <a:off x="6560881" y="4965629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5" name="Google Shape;695;p48"/>
          <p:cNvSpPr/>
          <p:nvPr/>
        </p:nvSpPr>
        <p:spPr>
          <a:xfrm>
            <a:off x="3615878" y="4837952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6" name="Google Shape;696;p48"/>
          <p:cNvSpPr/>
          <p:nvPr/>
        </p:nvSpPr>
        <p:spPr>
          <a:xfrm flipH="1" rot="-5735881">
            <a:off x="7875519" y="4488277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7" name="Google Shape;697;p48"/>
          <p:cNvSpPr/>
          <p:nvPr/>
        </p:nvSpPr>
        <p:spPr>
          <a:xfrm>
            <a:off x="1951612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" name="Google Shape;698;p48"/>
          <p:cNvSpPr/>
          <p:nvPr/>
        </p:nvSpPr>
        <p:spPr>
          <a:xfrm>
            <a:off x="299801" y="999194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48"/>
          <p:cNvSpPr/>
          <p:nvPr/>
        </p:nvSpPr>
        <p:spPr>
          <a:xfrm>
            <a:off x="8821275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0" name="Google Shape;700;p48"/>
          <p:cNvSpPr/>
          <p:nvPr/>
        </p:nvSpPr>
        <p:spPr>
          <a:xfrm rot="5735881">
            <a:off x="8607196" y="25128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1" name="Google Shape;701;p48"/>
          <p:cNvSpPr/>
          <p:nvPr/>
        </p:nvSpPr>
        <p:spPr>
          <a:xfrm>
            <a:off x="4489705" y="4147767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2" name="Google Shape;702;p48"/>
          <p:cNvSpPr/>
          <p:nvPr/>
        </p:nvSpPr>
        <p:spPr>
          <a:xfrm flipH="1">
            <a:off x="330406" y="2451558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03" name="Google Shape;703;p48"/>
          <p:cNvGrpSpPr/>
          <p:nvPr/>
        </p:nvGrpSpPr>
        <p:grpSpPr>
          <a:xfrm>
            <a:off x="-1029378" y="3466543"/>
            <a:ext cx="1962493" cy="2073383"/>
            <a:chOff x="-1029378" y="3466543"/>
            <a:chExt cx="1962493" cy="2073383"/>
          </a:xfrm>
        </p:grpSpPr>
        <p:sp>
          <p:nvSpPr>
            <p:cNvPr id="704" name="Google Shape;704;p48"/>
            <p:cNvSpPr/>
            <p:nvPr/>
          </p:nvSpPr>
          <p:spPr>
            <a:xfrm rot="783234">
              <a:off x="-897830" y="4006315"/>
              <a:ext cx="1699397" cy="1359253"/>
            </a:xfrm>
            <a:custGeom>
              <a:rect b="b" l="l" r="r" t="t"/>
              <a:pathLst>
                <a:path extrusionOk="0" h="50371" w="62976">
                  <a:moveTo>
                    <a:pt x="58341" y="1"/>
                  </a:moveTo>
                  <a:cubicBezTo>
                    <a:pt x="58190" y="1"/>
                    <a:pt x="58038" y="12"/>
                    <a:pt x="57886" y="34"/>
                  </a:cubicBezTo>
                  <a:cubicBezTo>
                    <a:pt x="56174" y="285"/>
                    <a:pt x="54964" y="1860"/>
                    <a:pt x="54371" y="3481"/>
                  </a:cubicBezTo>
                  <a:cubicBezTo>
                    <a:pt x="53503" y="5832"/>
                    <a:pt x="53595" y="8388"/>
                    <a:pt x="53435" y="10899"/>
                  </a:cubicBezTo>
                  <a:cubicBezTo>
                    <a:pt x="53275" y="13387"/>
                    <a:pt x="52750" y="16034"/>
                    <a:pt x="50992" y="17815"/>
                  </a:cubicBezTo>
                  <a:cubicBezTo>
                    <a:pt x="48984" y="19892"/>
                    <a:pt x="45857" y="20303"/>
                    <a:pt x="43255" y="21558"/>
                  </a:cubicBezTo>
                  <a:cubicBezTo>
                    <a:pt x="41109" y="22585"/>
                    <a:pt x="39283" y="24252"/>
                    <a:pt x="38051" y="26283"/>
                  </a:cubicBezTo>
                  <a:cubicBezTo>
                    <a:pt x="36270" y="29205"/>
                    <a:pt x="35745" y="32857"/>
                    <a:pt x="33600" y="35550"/>
                  </a:cubicBezTo>
                  <a:cubicBezTo>
                    <a:pt x="31751" y="37878"/>
                    <a:pt x="28829" y="39248"/>
                    <a:pt x="25862" y="39544"/>
                  </a:cubicBezTo>
                  <a:cubicBezTo>
                    <a:pt x="23762" y="39773"/>
                    <a:pt x="21616" y="39499"/>
                    <a:pt x="19539" y="39887"/>
                  </a:cubicBezTo>
                  <a:cubicBezTo>
                    <a:pt x="16047" y="40549"/>
                    <a:pt x="13194" y="42968"/>
                    <a:pt x="10341" y="45091"/>
                  </a:cubicBezTo>
                  <a:cubicBezTo>
                    <a:pt x="7671" y="47061"/>
                    <a:pt x="4608" y="48914"/>
                    <a:pt x="878" y="48914"/>
                  </a:cubicBezTo>
                  <a:cubicBezTo>
                    <a:pt x="589" y="48914"/>
                    <a:pt x="297" y="48903"/>
                    <a:pt x="1" y="48880"/>
                  </a:cubicBezTo>
                  <a:lnTo>
                    <a:pt x="1" y="48880"/>
                  </a:lnTo>
                  <a:cubicBezTo>
                    <a:pt x="1602" y="49874"/>
                    <a:pt x="3492" y="50371"/>
                    <a:pt x="5384" y="50371"/>
                  </a:cubicBezTo>
                  <a:cubicBezTo>
                    <a:pt x="7402" y="50371"/>
                    <a:pt x="9421" y="49806"/>
                    <a:pt x="11094" y="48675"/>
                  </a:cubicBezTo>
                  <a:cubicBezTo>
                    <a:pt x="12281" y="47853"/>
                    <a:pt x="13308" y="46803"/>
                    <a:pt x="14563" y="46072"/>
                  </a:cubicBezTo>
                  <a:cubicBezTo>
                    <a:pt x="16350" y="45060"/>
                    <a:pt x="18397" y="44844"/>
                    <a:pt x="20484" y="44844"/>
                  </a:cubicBezTo>
                  <a:cubicBezTo>
                    <a:pt x="21784" y="44844"/>
                    <a:pt x="23100" y="44928"/>
                    <a:pt x="24378" y="44954"/>
                  </a:cubicBezTo>
                  <a:cubicBezTo>
                    <a:pt x="24588" y="44958"/>
                    <a:pt x="24798" y="44959"/>
                    <a:pt x="25009" y="44959"/>
                  </a:cubicBezTo>
                  <a:cubicBezTo>
                    <a:pt x="28796" y="44959"/>
                    <a:pt x="32604" y="44364"/>
                    <a:pt x="36042" y="42786"/>
                  </a:cubicBezTo>
                  <a:cubicBezTo>
                    <a:pt x="39694" y="41119"/>
                    <a:pt x="42867" y="38312"/>
                    <a:pt x="44556" y="34705"/>
                  </a:cubicBezTo>
                  <a:cubicBezTo>
                    <a:pt x="45514" y="32674"/>
                    <a:pt x="46062" y="30323"/>
                    <a:pt x="47683" y="28771"/>
                  </a:cubicBezTo>
                  <a:cubicBezTo>
                    <a:pt x="49486" y="27059"/>
                    <a:pt x="52179" y="26739"/>
                    <a:pt x="54462" y="25712"/>
                  </a:cubicBezTo>
                  <a:cubicBezTo>
                    <a:pt x="57680" y="24252"/>
                    <a:pt x="60054" y="21261"/>
                    <a:pt x="61355" y="17975"/>
                  </a:cubicBezTo>
                  <a:cubicBezTo>
                    <a:pt x="62656" y="14688"/>
                    <a:pt x="62976" y="11081"/>
                    <a:pt x="62953" y="7543"/>
                  </a:cubicBezTo>
                  <a:cubicBezTo>
                    <a:pt x="62953" y="5832"/>
                    <a:pt x="62839" y="4051"/>
                    <a:pt x="62040" y="2522"/>
                  </a:cubicBezTo>
                  <a:cubicBezTo>
                    <a:pt x="61312" y="1129"/>
                    <a:pt x="59884" y="1"/>
                    <a:pt x="5834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48"/>
            <p:cNvSpPr/>
            <p:nvPr/>
          </p:nvSpPr>
          <p:spPr>
            <a:xfrm rot="1607863">
              <a:off x="-2808" y="3477367"/>
              <a:ext cx="449022" cy="1683379"/>
            </a:xfrm>
            <a:custGeom>
              <a:rect b="b" l="l" r="r" t="t"/>
              <a:pathLst>
                <a:path extrusionOk="0" h="62387" w="16641">
                  <a:moveTo>
                    <a:pt x="5438" y="1"/>
                  </a:moveTo>
                  <a:cubicBezTo>
                    <a:pt x="5170" y="1"/>
                    <a:pt x="4901" y="24"/>
                    <a:pt x="4634" y="73"/>
                  </a:cubicBezTo>
                  <a:cubicBezTo>
                    <a:pt x="2831" y="415"/>
                    <a:pt x="1393" y="1853"/>
                    <a:pt x="708" y="3543"/>
                  </a:cubicBezTo>
                  <a:cubicBezTo>
                    <a:pt x="0" y="5232"/>
                    <a:pt x="0" y="7103"/>
                    <a:pt x="274" y="8906"/>
                  </a:cubicBezTo>
                  <a:cubicBezTo>
                    <a:pt x="959" y="13152"/>
                    <a:pt x="3173" y="16964"/>
                    <a:pt x="4839" y="20913"/>
                  </a:cubicBezTo>
                  <a:cubicBezTo>
                    <a:pt x="6483" y="24884"/>
                    <a:pt x="7579" y="29472"/>
                    <a:pt x="5912" y="33421"/>
                  </a:cubicBezTo>
                  <a:cubicBezTo>
                    <a:pt x="5136" y="35224"/>
                    <a:pt x="3858" y="36776"/>
                    <a:pt x="3196" y="38602"/>
                  </a:cubicBezTo>
                  <a:cubicBezTo>
                    <a:pt x="2078" y="41752"/>
                    <a:pt x="2945" y="45267"/>
                    <a:pt x="3972" y="48440"/>
                  </a:cubicBezTo>
                  <a:cubicBezTo>
                    <a:pt x="4520" y="50083"/>
                    <a:pt x="5091" y="51727"/>
                    <a:pt x="5227" y="53461"/>
                  </a:cubicBezTo>
                  <a:cubicBezTo>
                    <a:pt x="5433" y="56566"/>
                    <a:pt x="4109" y="59556"/>
                    <a:pt x="2831" y="62386"/>
                  </a:cubicBezTo>
                  <a:cubicBezTo>
                    <a:pt x="7738" y="57889"/>
                    <a:pt x="9975" y="51110"/>
                    <a:pt x="9359" y="44560"/>
                  </a:cubicBezTo>
                  <a:cubicBezTo>
                    <a:pt x="9199" y="42802"/>
                    <a:pt x="8834" y="40999"/>
                    <a:pt x="9222" y="39264"/>
                  </a:cubicBezTo>
                  <a:cubicBezTo>
                    <a:pt x="9633" y="37392"/>
                    <a:pt x="10843" y="35817"/>
                    <a:pt x="11824" y="34174"/>
                  </a:cubicBezTo>
                  <a:cubicBezTo>
                    <a:pt x="16640" y="26117"/>
                    <a:pt x="15887" y="15777"/>
                    <a:pt x="12577" y="7012"/>
                  </a:cubicBezTo>
                  <a:cubicBezTo>
                    <a:pt x="11915" y="5209"/>
                    <a:pt x="11116" y="3406"/>
                    <a:pt x="9793" y="2036"/>
                  </a:cubicBezTo>
                  <a:cubicBezTo>
                    <a:pt x="8658" y="842"/>
                    <a:pt x="7053" y="1"/>
                    <a:pt x="543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06" name="Google Shape;706;p48"/>
          <p:cNvSpPr/>
          <p:nvPr/>
        </p:nvSpPr>
        <p:spPr>
          <a:xfrm>
            <a:off x="933128" y="4082777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7" name="Google Shape;707;p48"/>
          <p:cNvSpPr txBox="1"/>
          <p:nvPr>
            <p:ph idx="1" type="body"/>
          </p:nvPr>
        </p:nvSpPr>
        <p:spPr>
          <a:xfrm>
            <a:off x="720000" y="1603675"/>
            <a:ext cx="3685800" cy="26616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708" name="Google Shape;708;p48"/>
          <p:cNvSpPr txBox="1"/>
          <p:nvPr>
            <p:ph idx="2" type="body"/>
          </p:nvPr>
        </p:nvSpPr>
        <p:spPr>
          <a:xfrm>
            <a:off x="4736775" y="1603675"/>
            <a:ext cx="3558600" cy="26616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3">
  <p:cSld name="CUSTOM_4_1_1">
    <p:spTree>
      <p:nvGrpSpPr>
        <p:cNvPr id="709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4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711" name="Google Shape;711;p49"/>
          <p:cNvSpPr txBox="1"/>
          <p:nvPr>
            <p:ph idx="1" type="subTitle"/>
          </p:nvPr>
        </p:nvSpPr>
        <p:spPr>
          <a:xfrm>
            <a:off x="1139844" y="2169300"/>
            <a:ext cx="2914800" cy="484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12" name="Google Shape;712;p49"/>
          <p:cNvSpPr txBox="1"/>
          <p:nvPr>
            <p:ph idx="2" type="subTitle"/>
          </p:nvPr>
        </p:nvSpPr>
        <p:spPr>
          <a:xfrm>
            <a:off x="1139844" y="1402700"/>
            <a:ext cx="2914800" cy="828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3" name="Google Shape;713;p49"/>
          <p:cNvSpPr txBox="1"/>
          <p:nvPr>
            <p:ph idx="3" type="subTitle"/>
          </p:nvPr>
        </p:nvSpPr>
        <p:spPr>
          <a:xfrm>
            <a:off x="5089350" y="3622175"/>
            <a:ext cx="2914800" cy="82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4" name="Google Shape;714;p49"/>
          <p:cNvSpPr txBox="1"/>
          <p:nvPr>
            <p:ph idx="4" type="subTitle"/>
          </p:nvPr>
        </p:nvSpPr>
        <p:spPr>
          <a:xfrm>
            <a:off x="5089356" y="3199075"/>
            <a:ext cx="29148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15" name="Google Shape;715;p49"/>
          <p:cNvSpPr/>
          <p:nvPr>
            <p:ph idx="5" type="pic"/>
          </p:nvPr>
        </p:nvSpPr>
        <p:spPr>
          <a:xfrm>
            <a:off x="1963344" y="3182675"/>
            <a:ext cx="1267800" cy="1267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6" name="Google Shape;716;p49"/>
          <p:cNvSpPr/>
          <p:nvPr>
            <p:ph idx="6" type="pic"/>
          </p:nvPr>
        </p:nvSpPr>
        <p:spPr>
          <a:xfrm>
            <a:off x="5912856" y="1402688"/>
            <a:ext cx="1267800" cy="1267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7" name="Google Shape;717;p49"/>
          <p:cNvSpPr/>
          <p:nvPr/>
        </p:nvSpPr>
        <p:spPr>
          <a:xfrm rot="-2172716">
            <a:off x="289477" y="1699071"/>
            <a:ext cx="174651" cy="113423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49"/>
          <p:cNvSpPr/>
          <p:nvPr/>
        </p:nvSpPr>
        <p:spPr>
          <a:xfrm rot="5735881">
            <a:off x="8664147" y="17579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9" name="Google Shape;719;p49"/>
          <p:cNvSpPr/>
          <p:nvPr/>
        </p:nvSpPr>
        <p:spPr>
          <a:xfrm>
            <a:off x="4370907" y="4697220"/>
            <a:ext cx="326295" cy="326295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20" name="Google Shape;720;p49"/>
          <p:cNvGrpSpPr/>
          <p:nvPr/>
        </p:nvGrpSpPr>
        <p:grpSpPr>
          <a:xfrm rot="-717526">
            <a:off x="-141444" y="3068669"/>
            <a:ext cx="902572" cy="1841706"/>
            <a:chOff x="8154826" y="3096390"/>
            <a:chExt cx="1299652" cy="2651951"/>
          </a:xfrm>
        </p:grpSpPr>
        <p:sp>
          <p:nvSpPr>
            <p:cNvPr id="721" name="Google Shape;721;p49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" name="Google Shape;722;p49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23" name="Google Shape;723;p49"/>
          <p:cNvSpPr/>
          <p:nvPr/>
        </p:nvSpPr>
        <p:spPr>
          <a:xfrm flipH="1" rot="-570776">
            <a:off x="8108638" y="4058939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49"/>
          <p:cNvSpPr/>
          <p:nvPr/>
        </p:nvSpPr>
        <p:spPr>
          <a:xfrm rot="570776">
            <a:off x="205488" y="4135139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25" name="Google Shape;725;p49"/>
          <p:cNvGrpSpPr/>
          <p:nvPr/>
        </p:nvGrpSpPr>
        <p:grpSpPr>
          <a:xfrm>
            <a:off x="8355302" y="2499986"/>
            <a:ext cx="150927" cy="143533"/>
            <a:chOff x="3716290" y="4256524"/>
            <a:chExt cx="150927" cy="143533"/>
          </a:xfrm>
        </p:grpSpPr>
        <p:sp>
          <p:nvSpPr>
            <p:cNvPr id="726" name="Google Shape;726;p49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" name="Google Shape;727;p49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" name="Google Shape;728;p49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29" name="Google Shape;729;p49"/>
          <p:cNvSpPr/>
          <p:nvPr/>
        </p:nvSpPr>
        <p:spPr>
          <a:xfrm rot="10150229">
            <a:off x="6464480" y="4765315"/>
            <a:ext cx="326293" cy="108354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0" name="Google Shape;730;p49"/>
          <p:cNvSpPr/>
          <p:nvPr/>
        </p:nvSpPr>
        <p:spPr>
          <a:xfrm rot="3523992">
            <a:off x="2386041" y="4916846"/>
            <a:ext cx="68124" cy="64986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" name="Google Shape;731;p49"/>
          <p:cNvSpPr/>
          <p:nvPr/>
        </p:nvSpPr>
        <p:spPr>
          <a:xfrm>
            <a:off x="8563599" y="3622171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49"/>
          <p:cNvSpPr/>
          <p:nvPr/>
        </p:nvSpPr>
        <p:spPr>
          <a:xfrm rot="-1010393">
            <a:off x="7390505" y="485325"/>
            <a:ext cx="326297" cy="1083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33" name="Google Shape;733;p49"/>
          <p:cNvGrpSpPr/>
          <p:nvPr/>
        </p:nvGrpSpPr>
        <p:grpSpPr>
          <a:xfrm>
            <a:off x="858252" y="296836"/>
            <a:ext cx="150927" cy="143533"/>
            <a:chOff x="3716290" y="4256524"/>
            <a:chExt cx="150927" cy="143533"/>
          </a:xfrm>
        </p:grpSpPr>
        <p:sp>
          <p:nvSpPr>
            <p:cNvPr id="734" name="Google Shape;734;p49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" name="Google Shape;735;p49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49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4">
  <p:cSld name="CUSTOM_4_1_1_1"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5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739" name="Google Shape;739;p50"/>
          <p:cNvSpPr txBox="1"/>
          <p:nvPr>
            <p:ph idx="1" type="subTitle"/>
          </p:nvPr>
        </p:nvSpPr>
        <p:spPr>
          <a:xfrm flipH="1">
            <a:off x="5089356" y="2169300"/>
            <a:ext cx="2914800" cy="484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40" name="Google Shape;740;p50"/>
          <p:cNvSpPr txBox="1"/>
          <p:nvPr>
            <p:ph idx="2" type="subTitle"/>
          </p:nvPr>
        </p:nvSpPr>
        <p:spPr>
          <a:xfrm flipH="1">
            <a:off x="5089356" y="1402700"/>
            <a:ext cx="2914800" cy="828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1" name="Google Shape;741;p50"/>
          <p:cNvSpPr txBox="1"/>
          <p:nvPr>
            <p:ph idx="3" type="subTitle"/>
          </p:nvPr>
        </p:nvSpPr>
        <p:spPr>
          <a:xfrm flipH="1">
            <a:off x="1139850" y="3622175"/>
            <a:ext cx="2914800" cy="82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2" name="Google Shape;742;p50"/>
          <p:cNvSpPr txBox="1"/>
          <p:nvPr>
            <p:ph idx="4" type="subTitle"/>
          </p:nvPr>
        </p:nvSpPr>
        <p:spPr>
          <a:xfrm flipH="1">
            <a:off x="1139844" y="3199075"/>
            <a:ext cx="29148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43" name="Google Shape;743;p50"/>
          <p:cNvSpPr/>
          <p:nvPr>
            <p:ph idx="5" type="pic"/>
          </p:nvPr>
        </p:nvSpPr>
        <p:spPr>
          <a:xfrm flipH="1">
            <a:off x="5912856" y="3182675"/>
            <a:ext cx="1267800" cy="1267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44" name="Google Shape;744;p50"/>
          <p:cNvSpPr/>
          <p:nvPr>
            <p:ph idx="6" type="pic"/>
          </p:nvPr>
        </p:nvSpPr>
        <p:spPr>
          <a:xfrm flipH="1">
            <a:off x="1963344" y="1402688"/>
            <a:ext cx="1267800" cy="1267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45" name="Google Shape;745;p50"/>
          <p:cNvSpPr/>
          <p:nvPr/>
        </p:nvSpPr>
        <p:spPr>
          <a:xfrm flipH="1" rot="2172716">
            <a:off x="425734" y="295271"/>
            <a:ext cx="174651" cy="113423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6" name="Google Shape;746;p50"/>
          <p:cNvSpPr/>
          <p:nvPr/>
        </p:nvSpPr>
        <p:spPr>
          <a:xfrm flipH="1" rot="-5735881">
            <a:off x="8528466" y="17579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7" name="Google Shape;747;p50"/>
          <p:cNvSpPr/>
          <p:nvPr/>
        </p:nvSpPr>
        <p:spPr>
          <a:xfrm flipH="1">
            <a:off x="493397" y="1739895"/>
            <a:ext cx="326295" cy="326295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48" name="Google Shape;748;p50"/>
          <p:cNvGrpSpPr/>
          <p:nvPr/>
        </p:nvGrpSpPr>
        <p:grpSpPr>
          <a:xfrm flipH="1" rot="717526">
            <a:off x="8262396" y="3068669"/>
            <a:ext cx="902572" cy="1841706"/>
            <a:chOff x="8154826" y="3096390"/>
            <a:chExt cx="1299652" cy="2651951"/>
          </a:xfrm>
        </p:grpSpPr>
        <p:sp>
          <p:nvSpPr>
            <p:cNvPr id="749" name="Google Shape;749;p50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50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51" name="Google Shape;751;p50"/>
          <p:cNvSpPr/>
          <p:nvPr/>
        </p:nvSpPr>
        <p:spPr>
          <a:xfrm rot="570776">
            <a:off x="10636" y="4058939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p50"/>
          <p:cNvSpPr/>
          <p:nvPr/>
        </p:nvSpPr>
        <p:spPr>
          <a:xfrm flipH="1" rot="-570776">
            <a:off x="7913786" y="4135139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3" name="Google Shape;753;p50"/>
          <p:cNvSpPr/>
          <p:nvPr/>
        </p:nvSpPr>
        <p:spPr>
          <a:xfrm flipH="1" rot="-2912381">
            <a:off x="2196792" y="368624"/>
            <a:ext cx="186646" cy="179695"/>
          </a:xfrm>
          <a:custGeom>
            <a:rect b="b" l="l" r="r" t="t"/>
            <a:pathLst>
              <a:path extrusionOk="0" h="10858" w="11278">
                <a:moveTo>
                  <a:pt x="8421" y="0"/>
                </a:moveTo>
                <a:cubicBezTo>
                  <a:pt x="7701" y="0"/>
                  <a:pt x="6965" y="260"/>
                  <a:pt x="6410" y="724"/>
                </a:cubicBezTo>
                <a:cubicBezTo>
                  <a:pt x="5421" y="1554"/>
                  <a:pt x="4965" y="2897"/>
                  <a:pt x="4978" y="4188"/>
                </a:cubicBezTo>
                <a:cubicBezTo>
                  <a:pt x="4552" y="3936"/>
                  <a:pt x="4069" y="3820"/>
                  <a:pt x="3581" y="3820"/>
                </a:cubicBezTo>
                <a:cubicBezTo>
                  <a:pt x="2474" y="3820"/>
                  <a:pt x="1342" y="4420"/>
                  <a:pt x="793" y="5399"/>
                </a:cubicBezTo>
                <a:cubicBezTo>
                  <a:pt x="0" y="6811"/>
                  <a:pt x="434" y="8746"/>
                  <a:pt x="1669" y="9790"/>
                </a:cubicBezTo>
                <a:cubicBezTo>
                  <a:pt x="2571" y="10554"/>
                  <a:pt x="3789" y="10858"/>
                  <a:pt x="4972" y="10858"/>
                </a:cubicBezTo>
                <a:cubicBezTo>
                  <a:pt x="4999" y="10858"/>
                  <a:pt x="5025" y="10858"/>
                  <a:pt x="5052" y="10857"/>
                </a:cubicBezTo>
                <a:cubicBezTo>
                  <a:pt x="6260" y="10845"/>
                  <a:pt x="7445" y="10545"/>
                  <a:pt x="8615" y="10249"/>
                </a:cubicBezTo>
                <a:cubicBezTo>
                  <a:pt x="9988" y="8617"/>
                  <a:pt x="10721" y="6674"/>
                  <a:pt x="11042" y="4664"/>
                </a:cubicBezTo>
                <a:cubicBezTo>
                  <a:pt x="11277" y="3179"/>
                  <a:pt x="11181" y="1419"/>
                  <a:pt x="9988" y="504"/>
                </a:cubicBezTo>
                <a:cubicBezTo>
                  <a:pt x="9538" y="159"/>
                  <a:pt x="8984" y="0"/>
                  <a:pt x="842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54" name="Google Shape;754;p50"/>
          <p:cNvGrpSpPr/>
          <p:nvPr/>
        </p:nvGrpSpPr>
        <p:grpSpPr>
          <a:xfrm flipH="1">
            <a:off x="5259120" y="4527661"/>
            <a:ext cx="150927" cy="143533"/>
            <a:chOff x="3716290" y="4256524"/>
            <a:chExt cx="150927" cy="143533"/>
          </a:xfrm>
        </p:grpSpPr>
        <p:sp>
          <p:nvSpPr>
            <p:cNvPr id="755" name="Google Shape;755;p50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" name="Google Shape;756;p50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50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58" name="Google Shape;758;p50"/>
          <p:cNvSpPr/>
          <p:nvPr/>
        </p:nvSpPr>
        <p:spPr>
          <a:xfrm flipH="1" rot="-10150229">
            <a:off x="7272426" y="4848715"/>
            <a:ext cx="326293" cy="108354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9" name="Google Shape;759;p50"/>
          <p:cNvSpPr/>
          <p:nvPr/>
        </p:nvSpPr>
        <p:spPr>
          <a:xfrm flipH="1">
            <a:off x="2160999" y="4819021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0" name="Google Shape;760;p50"/>
          <p:cNvSpPr/>
          <p:nvPr/>
        </p:nvSpPr>
        <p:spPr>
          <a:xfrm flipH="1" rot="1010393">
            <a:off x="349910" y="3401725"/>
            <a:ext cx="326297" cy="1083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61" name="Google Shape;761;p50"/>
          <p:cNvGrpSpPr/>
          <p:nvPr/>
        </p:nvGrpSpPr>
        <p:grpSpPr>
          <a:xfrm flipH="1">
            <a:off x="7265145" y="495011"/>
            <a:ext cx="150927" cy="143533"/>
            <a:chOff x="3716290" y="4256524"/>
            <a:chExt cx="150927" cy="143533"/>
          </a:xfrm>
        </p:grpSpPr>
        <p:sp>
          <p:nvSpPr>
            <p:cNvPr id="762" name="Google Shape;762;p50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" name="Google Shape;763;p50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50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BLANK_1_1_1_2"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51"/>
          <p:cNvSpPr txBox="1"/>
          <p:nvPr>
            <p:ph idx="1" type="subTitle"/>
          </p:nvPr>
        </p:nvSpPr>
        <p:spPr>
          <a:xfrm>
            <a:off x="720000" y="2428302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67" name="Google Shape;767;p51"/>
          <p:cNvSpPr txBox="1"/>
          <p:nvPr>
            <p:ph idx="2" type="subTitle"/>
          </p:nvPr>
        </p:nvSpPr>
        <p:spPr>
          <a:xfrm>
            <a:off x="720000" y="2851399"/>
            <a:ext cx="2336400" cy="9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8" name="Google Shape;768;p51"/>
          <p:cNvSpPr txBox="1"/>
          <p:nvPr>
            <p:ph idx="3" type="subTitle"/>
          </p:nvPr>
        </p:nvSpPr>
        <p:spPr>
          <a:xfrm>
            <a:off x="3403800" y="2851399"/>
            <a:ext cx="2336400" cy="9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9" name="Google Shape;769;p51"/>
          <p:cNvSpPr txBox="1"/>
          <p:nvPr>
            <p:ph idx="4" type="subTitle"/>
          </p:nvPr>
        </p:nvSpPr>
        <p:spPr>
          <a:xfrm>
            <a:off x="6087600" y="2851399"/>
            <a:ext cx="2336400" cy="9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0" name="Google Shape;770;p5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771" name="Google Shape;771;p51"/>
          <p:cNvSpPr txBox="1"/>
          <p:nvPr>
            <p:ph idx="5" type="subTitle"/>
          </p:nvPr>
        </p:nvSpPr>
        <p:spPr>
          <a:xfrm>
            <a:off x="3403800" y="2428302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72" name="Google Shape;772;p51"/>
          <p:cNvSpPr txBox="1"/>
          <p:nvPr>
            <p:ph idx="6" type="subTitle"/>
          </p:nvPr>
        </p:nvSpPr>
        <p:spPr>
          <a:xfrm>
            <a:off x="6087600" y="2428302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73" name="Google Shape;773;p51"/>
          <p:cNvSpPr/>
          <p:nvPr/>
        </p:nvSpPr>
        <p:spPr>
          <a:xfrm flipH="1">
            <a:off x="8771406" y="2643876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4" name="Google Shape;774;p51"/>
          <p:cNvSpPr/>
          <p:nvPr/>
        </p:nvSpPr>
        <p:spPr>
          <a:xfrm flipH="1">
            <a:off x="8707980" y="999194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" name="Google Shape;775;p51"/>
          <p:cNvSpPr/>
          <p:nvPr/>
        </p:nvSpPr>
        <p:spPr>
          <a:xfrm>
            <a:off x="3051724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6" name="Google Shape;776;p51"/>
          <p:cNvSpPr/>
          <p:nvPr/>
        </p:nvSpPr>
        <p:spPr>
          <a:xfrm flipH="1" rot="-5735881">
            <a:off x="1965625" y="48115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7" name="Google Shape;777;p51"/>
          <p:cNvSpPr/>
          <p:nvPr/>
        </p:nvSpPr>
        <p:spPr>
          <a:xfrm>
            <a:off x="417992" y="257890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8" name="Google Shape;778;p51"/>
          <p:cNvSpPr/>
          <p:nvPr/>
        </p:nvSpPr>
        <p:spPr>
          <a:xfrm flipH="1">
            <a:off x="7977739" y="289764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9" name="Google Shape;779;p51"/>
          <p:cNvSpPr/>
          <p:nvPr/>
        </p:nvSpPr>
        <p:spPr>
          <a:xfrm rot="570776">
            <a:off x="104495" y="3863539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BLANK_1_1_1_2_1">
    <p:spTree>
      <p:nvGrpSpPr>
        <p:cNvPr id="780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p5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782" name="Google Shape;782;p52"/>
          <p:cNvSpPr txBox="1"/>
          <p:nvPr>
            <p:ph idx="1" type="subTitle"/>
          </p:nvPr>
        </p:nvSpPr>
        <p:spPr>
          <a:xfrm>
            <a:off x="1024800" y="3394200"/>
            <a:ext cx="2336400" cy="4587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83" name="Google Shape;783;p52"/>
          <p:cNvSpPr txBox="1"/>
          <p:nvPr>
            <p:ph idx="2" type="subTitle"/>
          </p:nvPr>
        </p:nvSpPr>
        <p:spPr>
          <a:xfrm>
            <a:off x="1024800" y="3818888"/>
            <a:ext cx="23364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4" name="Google Shape;784;p52"/>
          <p:cNvSpPr txBox="1"/>
          <p:nvPr>
            <p:ph idx="3" type="subTitle"/>
          </p:nvPr>
        </p:nvSpPr>
        <p:spPr>
          <a:xfrm>
            <a:off x="3403800" y="3818888"/>
            <a:ext cx="23364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5" name="Google Shape;785;p52"/>
          <p:cNvSpPr txBox="1"/>
          <p:nvPr>
            <p:ph idx="4" type="subTitle"/>
          </p:nvPr>
        </p:nvSpPr>
        <p:spPr>
          <a:xfrm>
            <a:off x="5782800" y="3818888"/>
            <a:ext cx="23364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6" name="Google Shape;786;p52"/>
          <p:cNvSpPr txBox="1"/>
          <p:nvPr>
            <p:ph idx="5" type="subTitle"/>
          </p:nvPr>
        </p:nvSpPr>
        <p:spPr>
          <a:xfrm>
            <a:off x="3403800" y="3394200"/>
            <a:ext cx="2336400" cy="4587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87" name="Google Shape;787;p52"/>
          <p:cNvSpPr txBox="1"/>
          <p:nvPr>
            <p:ph idx="6" type="subTitle"/>
          </p:nvPr>
        </p:nvSpPr>
        <p:spPr>
          <a:xfrm>
            <a:off x="5782800" y="3394200"/>
            <a:ext cx="2336400" cy="4587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88" name="Google Shape;788;p52"/>
          <p:cNvSpPr/>
          <p:nvPr/>
        </p:nvSpPr>
        <p:spPr>
          <a:xfrm flipH="1">
            <a:off x="209767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89" name="Google Shape;789;p52"/>
          <p:cNvGrpSpPr/>
          <p:nvPr/>
        </p:nvGrpSpPr>
        <p:grpSpPr>
          <a:xfrm rot="1674319">
            <a:off x="-446341" y="3173498"/>
            <a:ext cx="1299619" cy="2651884"/>
            <a:chOff x="-218296" y="3096390"/>
            <a:chExt cx="1299652" cy="2651951"/>
          </a:xfrm>
        </p:grpSpPr>
        <p:sp>
          <p:nvSpPr>
            <p:cNvPr id="790" name="Google Shape;790;p52"/>
            <p:cNvSpPr/>
            <p:nvPr/>
          </p:nvSpPr>
          <p:spPr>
            <a:xfrm flipH="1">
              <a:off x="-218296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" name="Google Shape;791;p52"/>
            <p:cNvSpPr/>
            <p:nvPr/>
          </p:nvSpPr>
          <p:spPr>
            <a:xfrm flipH="1">
              <a:off x="-105580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92" name="Google Shape;792;p52"/>
          <p:cNvSpPr/>
          <p:nvPr/>
        </p:nvSpPr>
        <p:spPr>
          <a:xfrm flipH="1">
            <a:off x="8082352" y="4294951"/>
            <a:ext cx="904213" cy="1339697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3" name="Google Shape;793;p52"/>
          <p:cNvSpPr/>
          <p:nvPr/>
        </p:nvSpPr>
        <p:spPr>
          <a:xfrm flipH="1" rot="1105996">
            <a:off x="8311144" y="3116863"/>
            <a:ext cx="1699376" cy="1359237"/>
          </a:xfrm>
          <a:custGeom>
            <a:rect b="b" l="l" r="r" t="t"/>
            <a:pathLst>
              <a:path extrusionOk="0" h="50371" w="62976">
                <a:moveTo>
                  <a:pt x="58341" y="1"/>
                </a:moveTo>
                <a:cubicBezTo>
                  <a:pt x="58190" y="1"/>
                  <a:pt x="58038" y="12"/>
                  <a:pt x="57886" y="34"/>
                </a:cubicBezTo>
                <a:cubicBezTo>
                  <a:pt x="56174" y="285"/>
                  <a:pt x="54964" y="1860"/>
                  <a:pt x="54371" y="3481"/>
                </a:cubicBezTo>
                <a:cubicBezTo>
                  <a:pt x="53503" y="5832"/>
                  <a:pt x="53595" y="8388"/>
                  <a:pt x="53435" y="10899"/>
                </a:cubicBezTo>
                <a:cubicBezTo>
                  <a:pt x="53275" y="13387"/>
                  <a:pt x="52750" y="16034"/>
                  <a:pt x="50992" y="17815"/>
                </a:cubicBezTo>
                <a:cubicBezTo>
                  <a:pt x="48984" y="19892"/>
                  <a:pt x="45857" y="20303"/>
                  <a:pt x="43255" y="21558"/>
                </a:cubicBezTo>
                <a:cubicBezTo>
                  <a:pt x="41109" y="22585"/>
                  <a:pt x="39283" y="24252"/>
                  <a:pt x="38051" y="26283"/>
                </a:cubicBezTo>
                <a:cubicBezTo>
                  <a:pt x="36270" y="29205"/>
                  <a:pt x="35745" y="32857"/>
                  <a:pt x="33600" y="35550"/>
                </a:cubicBezTo>
                <a:cubicBezTo>
                  <a:pt x="31751" y="37878"/>
                  <a:pt x="28829" y="39248"/>
                  <a:pt x="25862" y="39544"/>
                </a:cubicBezTo>
                <a:cubicBezTo>
                  <a:pt x="23762" y="39773"/>
                  <a:pt x="21616" y="39499"/>
                  <a:pt x="19539" y="39887"/>
                </a:cubicBezTo>
                <a:cubicBezTo>
                  <a:pt x="16047" y="40549"/>
                  <a:pt x="13194" y="42968"/>
                  <a:pt x="10341" y="45091"/>
                </a:cubicBezTo>
                <a:cubicBezTo>
                  <a:pt x="7671" y="47061"/>
                  <a:pt x="4608" y="48914"/>
                  <a:pt x="878" y="48914"/>
                </a:cubicBezTo>
                <a:cubicBezTo>
                  <a:pt x="589" y="48914"/>
                  <a:pt x="297" y="48903"/>
                  <a:pt x="1" y="48880"/>
                </a:cubicBezTo>
                <a:lnTo>
                  <a:pt x="1" y="48880"/>
                </a:lnTo>
                <a:cubicBezTo>
                  <a:pt x="1602" y="49874"/>
                  <a:pt x="3492" y="50371"/>
                  <a:pt x="5384" y="50371"/>
                </a:cubicBezTo>
                <a:cubicBezTo>
                  <a:pt x="7402" y="50371"/>
                  <a:pt x="9421" y="49806"/>
                  <a:pt x="11094" y="48675"/>
                </a:cubicBezTo>
                <a:cubicBezTo>
                  <a:pt x="12281" y="47853"/>
                  <a:pt x="13308" y="46803"/>
                  <a:pt x="14563" y="46072"/>
                </a:cubicBezTo>
                <a:cubicBezTo>
                  <a:pt x="16350" y="45060"/>
                  <a:pt x="18397" y="44844"/>
                  <a:pt x="20484" y="44844"/>
                </a:cubicBezTo>
                <a:cubicBezTo>
                  <a:pt x="21784" y="44844"/>
                  <a:pt x="23100" y="44928"/>
                  <a:pt x="24378" y="44954"/>
                </a:cubicBezTo>
                <a:cubicBezTo>
                  <a:pt x="24588" y="44958"/>
                  <a:pt x="24798" y="44959"/>
                  <a:pt x="25009" y="44959"/>
                </a:cubicBezTo>
                <a:cubicBezTo>
                  <a:pt x="28796" y="44959"/>
                  <a:pt x="32604" y="44364"/>
                  <a:pt x="36042" y="42786"/>
                </a:cubicBezTo>
                <a:cubicBezTo>
                  <a:pt x="39694" y="41119"/>
                  <a:pt x="42867" y="38312"/>
                  <a:pt x="44556" y="34705"/>
                </a:cubicBezTo>
                <a:cubicBezTo>
                  <a:pt x="45514" y="32674"/>
                  <a:pt x="46062" y="30323"/>
                  <a:pt x="47683" y="28771"/>
                </a:cubicBezTo>
                <a:cubicBezTo>
                  <a:pt x="49486" y="27059"/>
                  <a:pt x="52179" y="26739"/>
                  <a:pt x="54462" y="25712"/>
                </a:cubicBezTo>
                <a:cubicBezTo>
                  <a:pt x="57680" y="24252"/>
                  <a:pt x="60054" y="21261"/>
                  <a:pt x="61355" y="17975"/>
                </a:cubicBezTo>
                <a:cubicBezTo>
                  <a:pt x="62656" y="14688"/>
                  <a:pt x="62976" y="11081"/>
                  <a:pt x="62953" y="7543"/>
                </a:cubicBezTo>
                <a:cubicBezTo>
                  <a:pt x="62953" y="5832"/>
                  <a:pt x="62839" y="4051"/>
                  <a:pt x="62040" y="2522"/>
                </a:cubicBezTo>
                <a:cubicBezTo>
                  <a:pt x="61312" y="1129"/>
                  <a:pt x="59884" y="1"/>
                  <a:pt x="58341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4" name="Google Shape;794;p52"/>
          <p:cNvSpPr/>
          <p:nvPr/>
        </p:nvSpPr>
        <p:spPr>
          <a:xfrm flipH="1">
            <a:off x="8864322" y="2599138"/>
            <a:ext cx="449057" cy="1683513"/>
          </a:xfrm>
          <a:custGeom>
            <a:rect b="b" l="l" r="r" t="t"/>
            <a:pathLst>
              <a:path extrusionOk="0" h="62387" w="16641">
                <a:moveTo>
                  <a:pt x="5438" y="1"/>
                </a:moveTo>
                <a:cubicBezTo>
                  <a:pt x="5170" y="1"/>
                  <a:pt x="4901" y="24"/>
                  <a:pt x="4634" y="73"/>
                </a:cubicBezTo>
                <a:cubicBezTo>
                  <a:pt x="2831" y="415"/>
                  <a:pt x="1393" y="1853"/>
                  <a:pt x="708" y="3543"/>
                </a:cubicBezTo>
                <a:cubicBezTo>
                  <a:pt x="0" y="5232"/>
                  <a:pt x="0" y="7103"/>
                  <a:pt x="274" y="8906"/>
                </a:cubicBezTo>
                <a:cubicBezTo>
                  <a:pt x="959" y="13152"/>
                  <a:pt x="3173" y="16964"/>
                  <a:pt x="4839" y="20913"/>
                </a:cubicBezTo>
                <a:cubicBezTo>
                  <a:pt x="6483" y="24884"/>
                  <a:pt x="7579" y="29472"/>
                  <a:pt x="5912" y="33421"/>
                </a:cubicBezTo>
                <a:cubicBezTo>
                  <a:pt x="5136" y="35224"/>
                  <a:pt x="3858" y="36776"/>
                  <a:pt x="3196" y="38602"/>
                </a:cubicBezTo>
                <a:cubicBezTo>
                  <a:pt x="2078" y="41752"/>
                  <a:pt x="2945" y="45267"/>
                  <a:pt x="3972" y="48440"/>
                </a:cubicBezTo>
                <a:cubicBezTo>
                  <a:pt x="4520" y="50083"/>
                  <a:pt x="5091" y="51727"/>
                  <a:pt x="5227" y="53461"/>
                </a:cubicBezTo>
                <a:cubicBezTo>
                  <a:pt x="5433" y="56566"/>
                  <a:pt x="4109" y="59556"/>
                  <a:pt x="2831" y="62386"/>
                </a:cubicBezTo>
                <a:cubicBezTo>
                  <a:pt x="7738" y="57889"/>
                  <a:pt x="9975" y="51110"/>
                  <a:pt x="9359" y="44560"/>
                </a:cubicBezTo>
                <a:cubicBezTo>
                  <a:pt x="9199" y="42802"/>
                  <a:pt x="8834" y="40999"/>
                  <a:pt x="9222" y="39264"/>
                </a:cubicBezTo>
                <a:cubicBezTo>
                  <a:pt x="9633" y="37392"/>
                  <a:pt x="10843" y="35817"/>
                  <a:pt x="11824" y="34174"/>
                </a:cubicBezTo>
                <a:cubicBezTo>
                  <a:pt x="16640" y="26117"/>
                  <a:pt x="15887" y="15777"/>
                  <a:pt x="12577" y="7012"/>
                </a:cubicBezTo>
                <a:cubicBezTo>
                  <a:pt x="11915" y="5209"/>
                  <a:pt x="11116" y="3406"/>
                  <a:pt x="9793" y="2036"/>
                </a:cubicBezTo>
                <a:cubicBezTo>
                  <a:pt x="8658" y="842"/>
                  <a:pt x="7053" y="1"/>
                  <a:pt x="5438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95" name="Google Shape;795;p52"/>
          <p:cNvGrpSpPr/>
          <p:nvPr/>
        </p:nvGrpSpPr>
        <p:grpSpPr>
          <a:xfrm flipH="1">
            <a:off x="8479381" y="1733810"/>
            <a:ext cx="874530" cy="1481072"/>
            <a:chOff x="-117729" y="1733810"/>
            <a:chExt cx="874530" cy="1481072"/>
          </a:xfrm>
        </p:grpSpPr>
        <p:sp>
          <p:nvSpPr>
            <p:cNvPr id="796" name="Google Shape;796;p52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" name="Google Shape;797;p52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" name="Google Shape;798;p52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99" name="Google Shape;799;p52"/>
          <p:cNvSpPr/>
          <p:nvPr/>
        </p:nvSpPr>
        <p:spPr>
          <a:xfrm flipH="1" rot="2700000">
            <a:off x="648355" y="648414"/>
            <a:ext cx="122997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0" name="Google Shape;800;p52"/>
          <p:cNvSpPr/>
          <p:nvPr/>
        </p:nvSpPr>
        <p:spPr>
          <a:xfrm flipH="1">
            <a:off x="3210186" y="4843202"/>
            <a:ext cx="93021" cy="11342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p52"/>
          <p:cNvSpPr/>
          <p:nvPr/>
        </p:nvSpPr>
        <p:spPr>
          <a:xfrm>
            <a:off x="3157135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BLANK_1_1_1_1"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53"/>
          <p:cNvSpPr txBox="1"/>
          <p:nvPr>
            <p:ph idx="1" type="subTitle"/>
          </p:nvPr>
        </p:nvSpPr>
        <p:spPr>
          <a:xfrm>
            <a:off x="990900" y="1700952"/>
            <a:ext cx="2271300" cy="424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04" name="Google Shape;804;p53"/>
          <p:cNvSpPr txBox="1"/>
          <p:nvPr>
            <p:ph idx="2" type="subTitle"/>
          </p:nvPr>
        </p:nvSpPr>
        <p:spPr>
          <a:xfrm>
            <a:off x="990897" y="2048952"/>
            <a:ext cx="2271300" cy="484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5" name="Google Shape;805;p53"/>
          <p:cNvSpPr txBox="1"/>
          <p:nvPr>
            <p:ph idx="3" type="subTitle"/>
          </p:nvPr>
        </p:nvSpPr>
        <p:spPr>
          <a:xfrm>
            <a:off x="5881800" y="2048952"/>
            <a:ext cx="2271300" cy="484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6" name="Google Shape;806;p53"/>
          <p:cNvSpPr txBox="1"/>
          <p:nvPr>
            <p:ph idx="4" type="subTitle"/>
          </p:nvPr>
        </p:nvSpPr>
        <p:spPr>
          <a:xfrm>
            <a:off x="990897" y="3428548"/>
            <a:ext cx="2271300" cy="484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7" name="Google Shape;807;p53"/>
          <p:cNvSpPr txBox="1"/>
          <p:nvPr>
            <p:ph idx="5" type="subTitle"/>
          </p:nvPr>
        </p:nvSpPr>
        <p:spPr>
          <a:xfrm>
            <a:off x="5881800" y="3428548"/>
            <a:ext cx="2271300" cy="484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8" name="Google Shape;808;p5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09" name="Google Shape;809;p53"/>
          <p:cNvSpPr txBox="1"/>
          <p:nvPr>
            <p:ph idx="6" type="subTitle"/>
          </p:nvPr>
        </p:nvSpPr>
        <p:spPr>
          <a:xfrm>
            <a:off x="990900" y="3080473"/>
            <a:ext cx="2271300" cy="424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10" name="Google Shape;810;p53"/>
          <p:cNvSpPr txBox="1"/>
          <p:nvPr>
            <p:ph idx="7" type="subTitle"/>
          </p:nvPr>
        </p:nvSpPr>
        <p:spPr>
          <a:xfrm>
            <a:off x="5881800" y="1700952"/>
            <a:ext cx="2271300" cy="424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11" name="Google Shape;811;p53"/>
          <p:cNvSpPr txBox="1"/>
          <p:nvPr>
            <p:ph idx="8" type="subTitle"/>
          </p:nvPr>
        </p:nvSpPr>
        <p:spPr>
          <a:xfrm>
            <a:off x="5881799" y="3080473"/>
            <a:ext cx="2271300" cy="424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12" name="Google Shape;812;p53"/>
          <p:cNvSpPr/>
          <p:nvPr/>
        </p:nvSpPr>
        <p:spPr>
          <a:xfrm>
            <a:off x="8560000" y="1146175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13" name="Google Shape;813;p53"/>
          <p:cNvGrpSpPr/>
          <p:nvPr/>
        </p:nvGrpSpPr>
        <p:grpSpPr>
          <a:xfrm>
            <a:off x="1687973" y="204978"/>
            <a:ext cx="393010" cy="281615"/>
            <a:chOff x="8650648" y="1107353"/>
            <a:chExt cx="393010" cy="281615"/>
          </a:xfrm>
        </p:grpSpPr>
        <p:sp>
          <p:nvSpPr>
            <p:cNvPr id="814" name="Google Shape;814;p53"/>
            <p:cNvSpPr/>
            <p:nvPr/>
          </p:nvSpPr>
          <p:spPr>
            <a:xfrm>
              <a:off x="8950614" y="1107353"/>
              <a:ext cx="93044" cy="97659"/>
            </a:xfrm>
            <a:custGeom>
              <a:rect b="b" l="l" r="r" t="t"/>
              <a:pathLst>
                <a:path extrusionOk="0" h="3619" w="3448">
                  <a:moveTo>
                    <a:pt x="1607" y="0"/>
                  </a:moveTo>
                  <a:cubicBezTo>
                    <a:pt x="977" y="0"/>
                    <a:pt x="331" y="380"/>
                    <a:pt x="115" y="985"/>
                  </a:cubicBezTo>
                  <a:cubicBezTo>
                    <a:pt x="1" y="1282"/>
                    <a:pt x="1" y="1602"/>
                    <a:pt x="24" y="1921"/>
                  </a:cubicBezTo>
                  <a:cubicBezTo>
                    <a:pt x="69" y="2195"/>
                    <a:pt x="115" y="2469"/>
                    <a:pt x="252" y="2720"/>
                  </a:cubicBezTo>
                  <a:cubicBezTo>
                    <a:pt x="525" y="3266"/>
                    <a:pt x="1145" y="3618"/>
                    <a:pt x="1758" y="3618"/>
                  </a:cubicBezTo>
                  <a:cubicBezTo>
                    <a:pt x="1811" y="3618"/>
                    <a:pt x="1865" y="3616"/>
                    <a:pt x="1918" y="3610"/>
                  </a:cubicBezTo>
                  <a:cubicBezTo>
                    <a:pt x="2580" y="3519"/>
                    <a:pt x="3151" y="2994"/>
                    <a:pt x="3310" y="2332"/>
                  </a:cubicBezTo>
                  <a:cubicBezTo>
                    <a:pt x="3425" y="1898"/>
                    <a:pt x="3447" y="1305"/>
                    <a:pt x="3128" y="826"/>
                  </a:cubicBezTo>
                  <a:cubicBezTo>
                    <a:pt x="2831" y="346"/>
                    <a:pt x="2283" y="27"/>
                    <a:pt x="1713" y="4"/>
                  </a:cubicBezTo>
                  <a:cubicBezTo>
                    <a:pt x="1677" y="1"/>
                    <a:pt x="1642" y="0"/>
                    <a:pt x="16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" name="Google Shape;815;p53"/>
            <p:cNvSpPr/>
            <p:nvPr/>
          </p:nvSpPr>
          <p:spPr>
            <a:xfrm>
              <a:off x="8650648" y="1116150"/>
              <a:ext cx="278431" cy="272818"/>
            </a:xfrm>
            <a:custGeom>
              <a:rect b="b" l="l" r="r" t="t"/>
              <a:pathLst>
                <a:path extrusionOk="0" h="10110" w="10318">
                  <a:moveTo>
                    <a:pt x="5025" y="1"/>
                  </a:moveTo>
                  <a:cubicBezTo>
                    <a:pt x="4724" y="1"/>
                    <a:pt x="4425" y="35"/>
                    <a:pt x="4132" y="111"/>
                  </a:cubicBezTo>
                  <a:cubicBezTo>
                    <a:pt x="3562" y="271"/>
                    <a:pt x="3014" y="568"/>
                    <a:pt x="2534" y="956"/>
                  </a:cubicBezTo>
                  <a:cubicBezTo>
                    <a:pt x="914" y="2234"/>
                    <a:pt x="1" y="4425"/>
                    <a:pt x="434" y="6434"/>
                  </a:cubicBezTo>
                  <a:cubicBezTo>
                    <a:pt x="865" y="8452"/>
                    <a:pt x="2737" y="10109"/>
                    <a:pt x="4775" y="10109"/>
                  </a:cubicBezTo>
                  <a:cubicBezTo>
                    <a:pt x="4789" y="10109"/>
                    <a:pt x="4803" y="10109"/>
                    <a:pt x="4817" y="10109"/>
                  </a:cubicBezTo>
                  <a:cubicBezTo>
                    <a:pt x="5958" y="10109"/>
                    <a:pt x="7054" y="9630"/>
                    <a:pt x="7921" y="8899"/>
                  </a:cubicBezTo>
                  <a:cubicBezTo>
                    <a:pt x="8789" y="8169"/>
                    <a:pt x="9428" y="7187"/>
                    <a:pt x="9884" y="6160"/>
                  </a:cubicBezTo>
                  <a:cubicBezTo>
                    <a:pt x="10318" y="5156"/>
                    <a:pt x="10181" y="3490"/>
                    <a:pt x="9428" y="2234"/>
                  </a:cubicBezTo>
                  <a:cubicBezTo>
                    <a:pt x="8903" y="1367"/>
                    <a:pt x="7990" y="796"/>
                    <a:pt x="7054" y="431"/>
                  </a:cubicBezTo>
                  <a:cubicBezTo>
                    <a:pt x="6404" y="177"/>
                    <a:pt x="5709" y="1"/>
                    <a:pt x="5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16" name="Google Shape;816;p53"/>
          <p:cNvSpPr/>
          <p:nvPr/>
        </p:nvSpPr>
        <p:spPr>
          <a:xfrm flipH="1" rot="-6816878">
            <a:off x="540997" y="4282636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7" name="Google Shape;817;p53"/>
          <p:cNvSpPr/>
          <p:nvPr/>
        </p:nvSpPr>
        <p:spPr>
          <a:xfrm flipH="1" rot="-5735881">
            <a:off x="8422919" y="4767152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8" name="Google Shape;818;p53"/>
          <p:cNvSpPr/>
          <p:nvPr/>
        </p:nvSpPr>
        <p:spPr>
          <a:xfrm>
            <a:off x="299801" y="999194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9" name="Google Shape;819;p53"/>
          <p:cNvSpPr/>
          <p:nvPr/>
        </p:nvSpPr>
        <p:spPr>
          <a:xfrm rot="5735881">
            <a:off x="8607196" y="25128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0" name="Google Shape;820;p53"/>
          <p:cNvSpPr/>
          <p:nvPr/>
        </p:nvSpPr>
        <p:spPr>
          <a:xfrm flipH="1">
            <a:off x="5914460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21" name="Google Shape;821;p53"/>
          <p:cNvGrpSpPr/>
          <p:nvPr/>
        </p:nvGrpSpPr>
        <p:grpSpPr>
          <a:xfrm>
            <a:off x="397765" y="2995699"/>
            <a:ext cx="150927" cy="143533"/>
            <a:chOff x="3716290" y="4256524"/>
            <a:chExt cx="150927" cy="143533"/>
          </a:xfrm>
        </p:grpSpPr>
        <p:sp>
          <p:nvSpPr>
            <p:cNvPr id="822" name="Google Shape;822;p53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" name="Google Shape;823;p53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" name="Google Shape;824;p53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25" name="Google Shape;825;p53"/>
          <p:cNvSpPr/>
          <p:nvPr/>
        </p:nvSpPr>
        <p:spPr>
          <a:xfrm flipH="1" rot="-570776">
            <a:off x="8346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6" name="Google Shape;826;p53"/>
          <p:cNvSpPr/>
          <p:nvPr/>
        </p:nvSpPr>
        <p:spPr>
          <a:xfrm rot="570776">
            <a:off x="-62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7" name="Google Shape;827;p53"/>
          <p:cNvSpPr/>
          <p:nvPr/>
        </p:nvSpPr>
        <p:spPr>
          <a:xfrm>
            <a:off x="6560881" y="4965629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8" name="Google Shape;828;p53"/>
          <p:cNvSpPr/>
          <p:nvPr/>
        </p:nvSpPr>
        <p:spPr>
          <a:xfrm>
            <a:off x="3615878" y="4837952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9" name="Google Shape;829;p53"/>
          <p:cNvSpPr/>
          <p:nvPr/>
        </p:nvSpPr>
        <p:spPr>
          <a:xfrm>
            <a:off x="1951612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30" name="Google Shape;830;p53"/>
          <p:cNvGrpSpPr/>
          <p:nvPr/>
        </p:nvGrpSpPr>
        <p:grpSpPr>
          <a:xfrm flipH="1" rot="-1130991">
            <a:off x="4134722" y="4303983"/>
            <a:ext cx="874559" cy="1481121"/>
            <a:chOff x="-117729" y="1733810"/>
            <a:chExt cx="874530" cy="1481072"/>
          </a:xfrm>
        </p:grpSpPr>
        <p:sp>
          <p:nvSpPr>
            <p:cNvPr id="831" name="Google Shape;831;p53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" name="Google Shape;832;p53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" name="Google Shape;833;p53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1">
  <p:cSld name="BLANK_1_1_1_1_2"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5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36" name="Google Shape;836;p54"/>
          <p:cNvSpPr txBox="1"/>
          <p:nvPr>
            <p:ph idx="2" type="title"/>
          </p:nvPr>
        </p:nvSpPr>
        <p:spPr>
          <a:xfrm>
            <a:off x="1075175" y="2145950"/>
            <a:ext cx="3340500" cy="53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837" name="Google Shape;837;p54"/>
          <p:cNvSpPr txBox="1"/>
          <p:nvPr>
            <p:ph idx="1" type="subTitle"/>
          </p:nvPr>
        </p:nvSpPr>
        <p:spPr>
          <a:xfrm>
            <a:off x="1075175" y="1419511"/>
            <a:ext cx="3340500" cy="79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838" name="Google Shape;838;p54"/>
          <p:cNvSpPr txBox="1"/>
          <p:nvPr>
            <p:ph idx="3" type="title"/>
          </p:nvPr>
        </p:nvSpPr>
        <p:spPr>
          <a:xfrm>
            <a:off x="1075175" y="3692175"/>
            <a:ext cx="3340500" cy="53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839" name="Google Shape;839;p54"/>
          <p:cNvSpPr txBox="1"/>
          <p:nvPr>
            <p:ph idx="4" type="subTitle"/>
          </p:nvPr>
        </p:nvSpPr>
        <p:spPr>
          <a:xfrm>
            <a:off x="1075175" y="2965836"/>
            <a:ext cx="3340500" cy="79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840" name="Google Shape;840;p54"/>
          <p:cNvSpPr txBox="1"/>
          <p:nvPr>
            <p:ph idx="5" type="title"/>
          </p:nvPr>
        </p:nvSpPr>
        <p:spPr>
          <a:xfrm>
            <a:off x="4728325" y="2145950"/>
            <a:ext cx="3340500" cy="53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841" name="Google Shape;841;p54"/>
          <p:cNvSpPr txBox="1"/>
          <p:nvPr>
            <p:ph idx="6" type="subTitle"/>
          </p:nvPr>
        </p:nvSpPr>
        <p:spPr>
          <a:xfrm>
            <a:off x="4728325" y="1419511"/>
            <a:ext cx="3340500" cy="79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842" name="Google Shape;842;p54"/>
          <p:cNvSpPr txBox="1"/>
          <p:nvPr>
            <p:ph idx="7" type="title"/>
          </p:nvPr>
        </p:nvSpPr>
        <p:spPr>
          <a:xfrm>
            <a:off x="4728325" y="3692175"/>
            <a:ext cx="3340500" cy="53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843" name="Google Shape;843;p54"/>
          <p:cNvSpPr txBox="1"/>
          <p:nvPr>
            <p:ph idx="8" type="subTitle"/>
          </p:nvPr>
        </p:nvSpPr>
        <p:spPr>
          <a:xfrm>
            <a:off x="4728325" y="2965836"/>
            <a:ext cx="3340500" cy="79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844" name="Google Shape;844;p54"/>
          <p:cNvSpPr/>
          <p:nvPr/>
        </p:nvSpPr>
        <p:spPr>
          <a:xfrm>
            <a:off x="8755466" y="2157738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5" name="Google Shape;845;p54"/>
          <p:cNvSpPr/>
          <p:nvPr/>
        </p:nvSpPr>
        <p:spPr>
          <a:xfrm rot="6816878">
            <a:off x="8475106" y="274161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6" name="Google Shape;846;p54"/>
          <p:cNvSpPr/>
          <p:nvPr/>
        </p:nvSpPr>
        <p:spPr>
          <a:xfrm rot="-3524071">
            <a:off x="8627848" y="4718507"/>
            <a:ext cx="122996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7" name="Google Shape;847;p54"/>
          <p:cNvSpPr/>
          <p:nvPr/>
        </p:nvSpPr>
        <p:spPr>
          <a:xfrm flipH="1">
            <a:off x="272981" y="2582721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8" name="Google Shape;848;p54"/>
          <p:cNvSpPr/>
          <p:nvPr/>
        </p:nvSpPr>
        <p:spPr>
          <a:xfrm flipH="1" rot="1531528">
            <a:off x="529457" y="567083"/>
            <a:ext cx="174638" cy="113415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9" name="Google Shape;849;p54"/>
          <p:cNvSpPr/>
          <p:nvPr/>
        </p:nvSpPr>
        <p:spPr>
          <a:xfrm>
            <a:off x="8511300" y="1084123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0" name="Google Shape;850;p54"/>
          <p:cNvSpPr/>
          <p:nvPr/>
        </p:nvSpPr>
        <p:spPr>
          <a:xfrm flipH="1" rot="5651252">
            <a:off x="453091" y="4787187"/>
            <a:ext cx="164594" cy="54658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1" name="Google Shape;851;p54"/>
          <p:cNvGrpSpPr/>
          <p:nvPr/>
        </p:nvGrpSpPr>
        <p:grpSpPr>
          <a:xfrm flipH="1">
            <a:off x="86640" y="2812548"/>
            <a:ext cx="1109326" cy="2740462"/>
            <a:chOff x="1985590" y="3490398"/>
            <a:chExt cx="1109326" cy="2740462"/>
          </a:xfrm>
        </p:grpSpPr>
        <p:sp>
          <p:nvSpPr>
            <p:cNvPr id="852" name="Google Shape;852;p54"/>
            <p:cNvSpPr/>
            <p:nvPr/>
          </p:nvSpPr>
          <p:spPr>
            <a:xfrm>
              <a:off x="2299102" y="3490398"/>
              <a:ext cx="614745" cy="567414"/>
            </a:xfrm>
            <a:custGeom>
              <a:rect b="b" l="l" r="r" t="t"/>
              <a:pathLst>
                <a:path extrusionOk="0" h="21027" w="22781">
                  <a:moveTo>
                    <a:pt x="12014" y="1"/>
                  </a:moveTo>
                  <a:cubicBezTo>
                    <a:pt x="11821" y="1"/>
                    <a:pt x="11628" y="10"/>
                    <a:pt x="11436" y="28"/>
                  </a:cubicBezTo>
                  <a:cubicBezTo>
                    <a:pt x="9496" y="210"/>
                    <a:pt x="7715" y="1214"/>
                    <a:pt x="6186" y="2447"/>
                  </a:cubicBezTo>
                  <a:cubicBezTo>
                    <a:pt x="5410" y="3086"/>
                    <a:pt x="4657" y="3839"/>
                    <a:pt x="4337" y="4798"/>
                  </a:cubicBezTo>
                  <a:cubicBezTo>
                    <a:pt x="3858" y="6259"/>
                    <a:pt x="4520" y="7834"/>
                    <a:pt x="5159" y="9249"/>
                  </a:cubicBezTo>
                  <a:cubicBezTo>
                    <a:pt x="6026" y="11189"/>
                    <a:pt x="6917" y="13129"/>
                    <a:pt x="7807" y="15069"/>
                  </a:cubicBezTo>
                  <a:cubicBezTo>
                    <a:pt x="6483" y="13746"/>
                    <a:pt x="5182" y="12422"/>
                    <a:pt x="3881" y="11098"/>
                  </a:cubicBezTo>
                  <a:cubicBezTo>
                    <a:pt x="3289" y="10506"/>
                    <a:pt x="2600" y="9876"/>
                    <a:pt x="1795" y="9876"/>
                  </a:cubicBezTo>
                  <a:cubicBezTo>
                    <a:pt x="1730" y="9876"/>
                    <a:pt x="1664" y="9880"/>
                    <a:pt x="1598" y="9888"/>
                  </a:cubicBezTo>
                  <a:cubicBezTo>
                    <a:pt x="754" y="9979"/>
                    <a:pt x="137" y="10847"/>
                    <a:pt x="69" y="11691"/>
                  </a:cubicBezTo>
                  <a:cubicBezTo>
                    <a:pt x="1" y="12536"/>
                    <a:pt x="343" y="13380"/>
                    <a:pt x="754" y="14111"/>
                  </a:cubicBezTo>
                  <a:cubicBezTo>
                    <a:pt x="2899" y="18060"/>
                    <a:pt x="7168" y="20776"/>
                    <a:pt x="11664" y="21027"/>
                  </a:cubicBezTo>
                  <a:cubicBezTo>
                    <a:pt x="17485" y="20639"/>
                    <a:pt x="22506" y="15069"/>
                    <a:pt x="22735" y="8952"/>
                  </a:cubicBezTo>
                  <a:cubicBezTo>
                    <a:pt x="22780" y="7834"/>
                    <a:pt x="22643" y="6601"/>
                    <a:pt x="21890" y="5780"/>
                  </a:cubicBezTo>
                  <a:cubicBezTo>
                    <a:pt x="21485" y="5325"/>
                    <a:pt x="20848" y="5062"/>
                    <a:pt x="20247" y="5062"/>
                  </a:cubicBezTo>
                  <a:cubicBezTo>
                    <a:pt x="19731" y="5062"/>
                    <a:pt x="19241" y="5256"/>
                    <a:pt x="18946" y="5688"/>
                  </a:cubicBezTo>
                  <a:cubicBezTo>
                    <a:pt x="18558" y="6213"/>
                    <a:pt x="18580" y="6944"/>
                    <a:pt x="18580" y="7606"/>
                  </a:cubicBezTo>
                  <a:cubicBezTo>
                    <a:pt x="18535" y="9569"/>
                    <a:pt x="17964" y="11554"/>
                    <a:pt x="16960" y="13266"/>
                  </a:cubicBezTo>
                  <a:cubicBezTo>
                    <a:pt x="17097" y="11372"/>
                    <a:pt x="17211" y="9477"/>
                    <a:pt x="17348" y="7583"/>
                  </a:cubicBezTo>
                  <a:cubicBezTo>
                    <a:pt x="17462" y="5757"/>
                    <a:pt x="17553" y="3794"/>
                    <a:pt x="16572" y="2264"/>
                  </a:cubicBezTo>
                  <a:cubicBezTo>
                    <a:pt x="15604" y="761"/>
                    <a:pt x="13799" y="1"/>
                    <a:pt x="12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" name="Google Shape;853;p54"/>
            <p:cNvSpPr/>
            <p:nvPr/>
          </p:nvSpPr>
          <p:spPr>
            <a:xfrm>
              <a:off x="1985590" y="3902567"/>
              <a:ext cx="1109326" cy="2328293"/>
            </a:xfrm>
            <a:custGeom>
              <a:rect b="b" l="l" r="r" t="t"/>
              <a:pathLst>
                <a:path extrusionOk="0" h="86281" w="41109">
                  <a:moveTo>
                    <a:pt x="3600" y="39967"/>
                  </a:moveTo>
                  <a:cubicBezTo>
                    <a:pt x="2921" y="39967"/>
                    <a:pt x="2330" y="40561"/>
                    <a:pt x="1941" y="41155"/>
                  </a:cubicBezTo>
                  <a:cubicBezTo>
                    <a:pt x="320" y="43620"/>
                    <a:pt x="0" y="46747"/>
                    <a:pt x="183" y="49691"/>
                  </a:cubicBezTo>
                  <a:cubicBezTo>
                    <a:pt x="434" y="53983"/>
                    <a:pt x="1667" y="58228"/>
                    <a:pt x="3744" y="61994"/>
                  </a:cubicBezTo>
                  <a:cubicBezTo>
                    <a:pt x="5342" y="64916"/>
                    <a:pt x="7442" y="67541"/>
                    <a:pt x="9633" y="70074"/>
                  </a:cubicBezTo>
                  <a:cubicBezTo>
                    <a:pt x="8355" y="68294"/>
                    <a:pt x="7693" y="66514"/>
                    <a:pt x="7213" y="64802"/>
                  </a:cubicBezTo>
                  <a:cubicBezTo>
                    <a:pt x="5387" y="58479"/>
                    <a:pt x="4794" y="51791"/>
                    <a:pt x="5479" y="45241"/>
                  </a:cubicBezTo>
                  <a:cubicBezTo>
                    <a:pt x="5661" y="43551"/>
                    <a:pt x="5821" y="41611"/>
                    <a:pt x="4611" y="40424"/>
                  </a:cubicBezTo>
                  <a:cubicBezTo>
                    <a:pt x="4383" y="40219"/>
                    <a:pt x="4132" y="40036"/>
                    <a:pt x="3835" y="39991"/>
                  </a:cubicBezTo>
                  <a:cubicBezTo>
                    <a:pt x="3756" y="39974"/>
                    <a:pt x="3677" y="39967"/>
                    <a:pt x="3600" y="39967"/>
                  </a:cubicBezTo>
                  <a:close/>
                  <a:moveTo>
                    <a:pt x="27756" y="1"/>
                  </a:moveTo>
                  <a:cubicBezTo>
                    <a:pt x="26889" y="708"/>
                    <a:pt x="26250" y="1713"/>
                    <a:pt x="25976" y="2808"/>
                  </a:cubicBezTo>
                  <a:cubicBezTo>
                    <a:pt x="25907" y="1941"/>
                    <a:pt x="25770" y="982"/>
                    <a:pt x="25108" y="412"/>
                  </a:cubicBezTo>
                  <a:cubicBezTo>
                    <a:pt x="24881" y="216"/>
                    <a:pt x="24573" y="125"/>
                    <a:pt x="24268" y="125"/>
                  </a:cubicBezTo>
                  <a:cubicBezTo>
                    <a:pt x="23683" y="125"/>
                    <a:pt x="23107" y="458"/>
                    <a:pt x="23122" y="1028"/>
                  </a:cubicBezTo>
                  <a:cubicBezTo>
                    <a:pt x="23145" y="1827"/>
                    <a:pt x="24218" y="2375"/>
                    <a:pt x="24035" y="3151"/>
                  </a:cubicBezTo>
                  <a:cubicBezTo>
                    <a:pt x="24022" y="2561"/>
                    <a:pt x="23437" y="2227"/>
                    <a:pt x="22850" y="2227"/>
                  </a:cubicBezTo>
                  <a:cubicBezTo>
                    <a:pt x="22415" y="2227"/>
                    <a:pt x="21980" y="2410"/>
                    <a:pt x="21776" y="2808"/>
                  </a:cubicBezTo>
                  <a:cubicBezTo>
                    <a:pt x="21388" y="3630"/>
                    <a:pt x="22050" y="4657"/>
                    <a:pt x="22917" y="4885"/>
                  </a:cubicBezTo>
                  <a:cubicBezTo>
                    <a:pt x="22780" y="4870"/>
                    <a:pt x="22641" y="4860"/>
                    <a:pt x="22501" y="4860"/>
                  </a:cubicBezTo>
                  <a:cubicBezTo>
                    <a:pt x="22222" y="4860"/>
                    <a:pt x="21943" y="4901"/>
                    <a:pt x="21684" y="5022"/>
                  </a:cubicBezTo>
                  <a:cubicBezTo>
                    <a:pt x="21205" y="5251"/>
                    <a:pt x="20908" y="5958"/>
                    <a:pt x="21274" y="6369"/>
                  </a:cubicBezTo>
                  <a:cubicBezTo>
                    <a:pt x="21433" y="6529"/>
                    <a:pt x="21662" y="6597"/>
                    <a:pt x="21890" y="6666"/>
                  </a:cubicBezTo>
                  <a:cubicBezTo>
                    <a:pt x="22532" y="6835"/>
                    <a:pt x="23194" y="6941"/>
                    <a:pt x="23888" y="6941"/>
                  </a:cubicBezTo>
                  <a:cubicBezTo>
                    <a:pt x="24502" y="6941"/>
                    <a:pt x="25141" y="6859"/>
                    <a:pt x="25816" y="6666"/>
                  </a:cubicBezTo>
                  <a:lnTo>
                    <a:pt x="25816" y="6666"/>
                  </a:lnTo>
                  <a:cubicBezTo>
                    <a:pt x="26227" y="12783"/>
                    <a:pt x="25108" y="18832"/>
                    <a:pt x="23305" y="24721"/>
                  </a:cubicBezTo>
                  <a:cubicBezTo>
                    <a:pt x="23511" y="22164"/>
                    <a:pt x="23282" y="19471"/>
                    <a:pt x="22963" y="16846"/>
                  </a:cubicBezTo>
                  <a:cubicBezTo>
                    <a:pt x="22689" y="14586"/>
                    <a:pt x="22278" y="12190"/>
                    <a:pt x="20794" y="10455"/>
                  </a:cubicBezTo>
                  <a:cubicBezTo>
                    <a:pt x="20156" y="9694"/>
                    <a:pt x="19222" y="9062"/>
                    <a:pt x="18241" y="9062"/>
                  </a:cubicBezTo>
                  <a:cubicBezTo>
                    <a:pt x="18134" y="9062"/>
                    <a:pt x="18026" y="9070"/>
                    <a:pt x="17918" y="9085"/>
                  </a:cubicBezTo>
                  <a:cubicBezTo>
                    <a:pt x="16709" y="9268"/>
                    <a:pt x="15841" y="10478"/>
                    <a:pt x="15750" y="11710"/>
                  </a:cubicBezTo>
                  <a:cubicBezTo>
                    <a:pt x="15659" y="12920"/>
                    <a:pt x="16184" y="14130"/>
                    <a:pt x="16891" y="15111"/>
                  </a:cubicBezTo>
                  <a:cubicBezTo>
                    <a:pt x="17599" y="16115"/>
                    <a:pt x="18489" y="16983"/>
                    <a:pt x="19265" y="17919"/>
                  </a:cubicBezTo>
                  <a:cubicBezTo>
                    <a:pt x="21548" y="20795"/>
                    <a:pt x="22575" y="24584"/>
                    <a:pt x="22164" y="28213"/>
                  </a:cubicBezTo>
                  <a:cubicBezTo>
                    <a:pt x="21548" y="30039"/>
                    <a:pt x="20863" y="31842"/>
                    <a:pt x="20155" y="33622"/>
                  </a:cubicBezTo>
                  <a:cubicBezTo>
                    <a:pt x="17416" y="40607"/>
                    <a:pt x="14335" y="47523"/>
                    <a:pt x="12440" y="54759"/>
                  </a:cubicBezTo>
                  <a:cubicBezTo>
                    <a:pt x="11276" y="44350"/>
                    <a:pt x="18968" y="34079"/>
                    <a:pt x="16640" y="23899"/>
                  </a:cubicBezTo>
                  <a:cubicBezTo>
                    <a:pt x="16435" y="22963"/>
                    <a:pt x="16092" y="21982"/>
                    <a:pt x="15248" y="21525"/>
                  </a:cubicBezTo>
                  <a:cubicBezTo>
                    <a:pt x="14967" y="21367"/>
                    <a:pt x="14673" y="21296"/>
                    <a:pt x="14381" y="21296"/>
                  </a:cubicBezTo>
                  <a:cubicBezTo>
                    <a:pt x="13106" y="21296"/>
                    <a:pt x="11841" y="22644"/>
                    <a:pt x="11619" y="24036"/>
                  </a:cubicBezTo>
                  <a:cubicBezTo>
                    <a:pt x="11345" y="25748"/>
                    <a:pt x="11984" y="27437"/>
                    <a:pt x="12121" y="29172"/>
                  </a:cubicBezTo>
                  <a:cubicBezTo>
                    <a:pt x="12326" y="31796"/>
                    <a:pt x="11322" y="34353"/>
                    <a:pt x="10683" y="36909"/>
                  </a:cubicBezTo>
                  <a:cubicBezTo>
                    <a:pt x="9176" y="42935"/>
                    <a:pt x="9770" y="49486"/>
                    <a:pt x="12326" y="55147"/>
                  </a:cubicBezTo>
                  <a:cubicBezTo>
                    <a:pt x="11938" y="56699"/>
                    <a:pt x="11596" y="58274"/>
                    <a:pt x="11322" y="59872"/>
                  </a:cubicBezTo>
                  <a:cubicBezTo>
                    <a:pt x="10660" y="63706"/>
                    <a:pt x="10477" y="67678"/>
                    <a:pt x="10911" y="71558"/>
                  </a:cubicBezTo>
                  <a:cubicBezTo>
                    <a:pt x="10477" y="71056"/>
                    <a:pt x="10044" y="70577"/>
                    <a:pt x="9633" y="70074"/>
                  </a:cubicBezTo>
                  <a:lnTo>
                    <a:pt x="9633" y="70074"/>
                  </a:lnTo>
                  <a:cubicBezTo>
                    <a:pt x="9998" y="70599"/>
                    <a:pt x="10432" y="71124"/>
                    <a:pt x="10934" y="71649"/>
                  </a:cubicBezTo>
                  <a:cubicBezTo>
                    <a:pt x="11527" y="76990"/>
                    <a:pt x="13330" y="82103"/>
                    <a:pt x="16686" y="86280"/>
                  </a:cubicBezTo>
                  <a:cubicBezTo>
                    <a:pt x="17234" y="85664"/>
                    <a:pt x="16709" y="84705"/>
                    <a:pt x="16229" y="84021"/>
                  </a:cubicBezTo>
                  <a:cubicBezTo>
                    <a:pt x="11025" y="76694"/>
                    <a:pt x="10546" y="66879"/>
                    <a:pt x="12486" y="58091"/>
                  </a:cubicBezTo>
                  <a:cubicBezTo>
                    <a:pt x="13604" y="52955"/>
                    <a:pt x="15476" y="48025"/>
                    <a:pt x="17507" y="43163"/>
                  </a:cubicBezTo>
                  <a:cubicBezTo>
                    <a:pt x="24857" y="39626"/>
                    <a:pt x="30815" y="33645"/>
                    <a:pt x="34421" y="26455"/>
                  </a:cubicBezTo>
                  <a:cubicBezTo>
                    <a:pt x="34923" y="25428"/>
                    <a:pt x="35403" y="24355"/>
                    <a:pt x="35357" y="23214"/>
                  </a:cubicBezTo>
                  <a:cubicBezTo>
                    <a:pt x="35311" y="22073"/>
                    <a:pt x="34604" y="20886"/>
                    <a:pt x="33485" y="20658"/>
                  </a:cubicBezTo>
                  <a:cubicBezTo>
                    <a:pt x="33343" y="20628"/>
                    <a:pt x="33201" y="20614"/>
                    <a:pt x="33061" y="20614"/>
                  </a:cubicBezTo>
                  <a:cubicBezTo>
                    <a:pt x="32236" y="20614"/>
                    <a:pt x="31458" y="21096"/>
                    <a:pt x="30815" y="21662"/>
                  </a:cubicBezTo>
                  <a:cubicBezTo>
                    <a:pt x="28943" y="23328"/>
                    <a:pt x="27893" y="25725"/>
                    <a:pt x="26797" y="28007"/>
                  </a:cubicBezTo>
                  <a:cubicBezTo>
                    <a:pt x="24446" y="32801"/>
                    <a:pt x="21548" y="37366"/>
                    <a:pt x="18192" y="41520"/>
                  </a:cubicBezTo>
                  <a:cubicBezTo>
                    <a:pt x="19425" y="38621"/>
                    <a:pt x="20680" y="35745"/>
                    <a:pt x="21867" y="32824"/>
                  </a:cubicBezTo>
                  <a:cubicBezTo>
                    <a:pt x="23602" y="28464"/>
                    <a:pt x="25177" y="23945"/>
                    <a:pt x="26135" y="19357"/>
                  </a:cubicBezTo>
                  <a:cubicBezTo>
                    <a:pt x="29468" y="14084"/>
                    <a:pt x="35197" y="10432"/>
                    <a:pt x="39739" y="5867"/>
                  </a:cubicBezTo>
                  <a:cubicBezTo>
                    <a:pt x="40219" y="5388"/>
                    <a:pt x="40698" y="4863"/>
                    <a:pt x="40835" y="4201"/>
                  </a:cubicBezTo>
                  <a:cubicBezTo>
                    <a:pt x="41109" y="2877"/>
                    <a:pt x="39716" y="1667"/>
                    <a:pt x="38347" y="1621"/>
                  </a:cubicBezTo>
                  <a:cubicBezTo>
                    <a:pt x="38309" y="1620"/>
                    <a:pt x="38271" y="1620"/>
                    <a:pt x="38233" y="1620"/>
                  </a:cubicBezTo>
                  <a:cubicBezTo>
                    <a:pt x="36930" y="1620"/>
                    <a:pt x="35715" y="2376"/>
                    <a:pt x="34672" y="3196"/>
                  </a:cubicBezTo>
                  <a:cubicBezTo>
                    <a:pt x="31317" y="5821"/>
                    <a:pt x="28669" y="9314"/>
                    <a:pt x="27003" y="13240"/>
                  </a:cubicBezTo>
                  <a:cubicBezTo>
                    <a:pt x="27163" y="11025"/>
                    <a:pt x="27140" y="8811"/>
                    <a:pt x="26866" y="6597"/>
                  </a:cubicBezTo>
                  <a:cubicBezTo>
                    <a:pt x="28715" y="5730"/>
                    <a:pt x="30153" y="4018"/>
                    <a:pt x="30678" y="2055"/>
                  </a:cubicBezTo>
                  <a:cubicBezTo>
                    <a:pt x="30532" y="2031"/>
                    <a:pt x="30386" y="2019"/>
                    <a:pt x="30239" y="2019"/>
                  </a:cubicBezTo>
                  <a:cubicBezTo>
                    <a:pt x="29283" y="2019"/>
                    <a:pt x="28339" y="2522"/>
                    <a:pt x="27824" y="3333"/>
                  </a:cubicBezTo>
                  <a:cubicBezTo>
                    <a:pt x="28395" y="2329"/>
                    <a:pt x="28372" y="1005"/>
                    <a:pt x="2775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54" name="Google Shape;854;p54"/>
          <p:cNvGrpSpPr/>
          <p:nvPr/>
        </p:nvGrpSpPr>
        <p:grpSpPr>
          <a:xfrm>
            <a:off x="7948028" y="2812548"/>
            <a:ext cx="1109326" cy="2740462"/>
            <a:chOff x="1985590" y="3490398"/>
            <a:chExt cx="1109326" cy="2740462"/>
          </a:xfrm>
        </p:grpSpPr>
        <p:sp>
          <p:nvSpPr>
            <p:cNvPr id="855" name="Google Shape;855;p54"/>
            <p:cNvSpPr/>
            <p:nvPr/>
          </p:nvSpPr>
          <p:spPr>
            <a:xfrm>
              <a:off x="2299102" y="3490398"/>
              <a:ext cx="614745" cy="567414"/>
            </a:xfrm>
            <a:custGeom>
              <a:rect b="b" l="l" r="r" t="t"/>
              <a:pathLst>
                <a:path extrusionOk="0" h="21027" w="22781">
                  <a:moveTo>
                    <a:pt x="12014" y="1"/>
                  </a:moveTo>
                  <a:cubicBezTo>
                    <a:pt x="11821" y="1"/>
                    <a:pt x="11628" y="10"/>
                    <a:pt x="11436" y="28"/>
                  </a:cubicBezTo>
                  <a:cubicBezTo>
                    <a:pt x="9496" y="210"/>
                    <a:pt x="7715" y="1214"/>
                    <a:pt x="6186" y="2447"/>
                  </a:cubicBezTo>
                  <a:cubicBezTo>
                    <a:pt x="5410" y="3086"/>
                    <a:pt x="4657" y="3839"/>
                    <a:pt x="4337" y="4798"/>
                  </a:cubicBezTo>
                  <a:cubicBezTo>
                    <a:pt x="3858" y="6259"/>
                    <a:pt x="4520" y="7834"/>
                    <a:pt x="5159" y="9249"/>
                  </a:cubicBezTo>
                  <a:cubicBezTo>
                    <a:pt x="6026" y="11189"/>
                    <a:pt x="6917" y="13129"/>
                    <a:pt x="7807" y="15069"/>
                  </a:cubicBezTo>
                  <a:cubicBezTo>
                    <a:pt x="6483" y="13746"/>
                    <a:pt x="5182" y="12422"/>
                    <a:pt x="3881" y="11098"/>
                  </a:cubicBezTo>
                  <a:cubicBezTo>
                    <a:pt x="3289" y="10506"/>
                    <a:pt x="2600" y="9876"/>
                    <a:pt x="1795" y="9876"/>
                  </a:cubicBezTo>
                  <a:cubicBezTo>
                    <a:pt x="1730" y="9876"/>
                    <a:pt x="1664" y="9880"/>
                    <a:pt x="1598" y="9888"/>
                  </a:cubicBezTo>
                  <a:cubicBezTo>
                    <a:pt x="754" y="9979"/>
                    <a:pt x="137" y="10847"/>
                    <a:pt x="69" y="11691"/>
                  </a:cubicBezTo>
                  <a:cubicBezTo>
                    <a:pt x="1" y="12536"/>
                    <a:pt x="343" y="13380"/>
                    <a:pt x="754" y="14111"/>
                  </a:cubicBezTo>
                  <a:cubicBezTo>
                    <a:pt x="2899" y="18060"/>
                    <a:pt x="7168" y="20776"/>
                    <a:pt x="11664" y="21027"/>
                  </a:cubicBezTo>
                  <a:cubicBezTo>
                    <a:pt x="17485" y="20639"/>
                    <a:pt x="22506" y="15069"/>
                    <a:pt x="22735" y="8952"/>
                  </a:cubicBezTo>
                  <a:cubicBezTo>
                    <a:pt x="22780" y="7834"/>
                    <a:pt x="22643" y="6601"/>
                    <a:pt x="21890" y="5780"/>
                  </a:cubicBezTo>
                  <a:cubicBezTo>
                    <a:pt x="21485" y="5325"/>
                    <a:pt x="20848" y="5062"/>
                    <a:pt x="20247" y="5062"/>
                  </a:cubicBezTo>
                  <a:cubicBezTo>
                    <a:pt x="19731" y="5062"/>
                    <a:pt x="19241" y="5256"/>
                    <a:pt x="18946" y="5688"/>
                  </a:cubicBezTo>
                  <a:cubicBezTo>
                    <a:pt x="18558" y="6213"/>
                    <a:pt x="18580" y="6944"/>
                    <a:pt x="18580" y="7606"/>
                  </a:cubicBezTo>
                  <a:cubicBezTo>
                    <a:pt x="18535" y="9569"/>
                    <a:pt x="17964" y="11554"/>
                    <a:pt x="16960" y="13266"/>
                  </a:cubicBezTo>
                  <a:cubicBezTo>
                    <a:pt x="17097" y="11372"/>
                    <a:pt x="17211" y="9477"/>
                    <a:pt x="17348" y="7583"/>
                  </a:cubicBezTo>
                  <a:cubicBezTo>
                    <a:pt x="17462" y="5757"/>
                    <a:pt x="17553" y="3794"/>
                    <a:pt x="16572" y="2264"/>
                  </a:cubicBezTo>
                  <a:cubicBezTo>
                    <a:pt x="15604" y="761"/>
                    <a:pt x="13799" y="1"/>
                    <a:pt x="12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" name="Google Shape;856;p54"/>
            <p:cNvSpPr/>
            <p:nvPr/>
          </p:nvSpPr>
          <p:spPr>
            <a:xfrm>
              <a:off x="1985590" y="3902567"/>
              <a:ext cx="1109326" cy="2328293"/>
            </a:xfrm>
            <a:custGeom>
              <a:rect b="b" l="l" r="r" t="t"/>
              <a:pathLst>
                <a:path extrusionOk="0" h="86281" w="41109">
                  <a:moveTo>
                    <a:pt x="3600" y="39967"/>
                  </a:moveTo>
                  <a:cubicBezTo>
                    <a:pt x="2921" y="39967"/>
                    <a:pt x="2330" y="40561"/>
                    <a:pt x="1941" y="41155"/>
                  </a:cubicBezTo>
                  <a:cubicBezTo>
                    <a:pt x="320" y="43620"/>
                    <a:pt x="0" y="46747"/>
                    <a:pt x="183" y="49691"/>
                  </a:cubicBezTo>
                  <a:cubicBezTo>
                    <a:pt x="434" y="53983"/>
                    <a:pt x="1667" y="58228"/>
                    <a:pt x="3744" y="61994"/>
                  </a:cubicBezTo>
                  <a:cubicBezTo>
                    <a:pt x="5342" y="64916"/>
                    <a:pt x="7442" y="67541"/>
                    <a:pt x="9633" y="70074"/>
                  </a:cubicBezTo>
                  <a:cubicBezTo>
                    <a:pt x="8355" y="68294"/>
                    <a:pt x="7693" y="66514"/>
                    <a:pt x="7213" y="64802"/>
                  </a:cubicBezTo>
                  <a:cubicBezTo>
                    <a:pt x="5387" y="58479"/>
                    <a:pt x="4794" y="51791"/>
                    <a:pt x="5479" y="45241"/>
                  </a:cubicBezTo>
                  <a:cubicBezTo>
                    <a:pt x="5661" y="43551"/>
                    <a:pt x="5821" y="41611"/>
                    <a:pt x="4611" y="40424"/>
                  </a:cubicBezTo>
                  <a:cubicBezTo>
                    <a:pt x="4383" y="40219"/>
                    <a:pt x="4132" y="40036"/>
                    <a:pt x="3835" y="39991"/>
                  </a:cubicBezTo>
                  <a:cubicBezTo>
                    <a:pt x="3756" y="39974"/>
                    <a:pt x="3677" y="39967"/>
                    <a:pt x="3600" y="39967"/>
                  </a:cubicBezTo>
                  <a:close/>
                  <a:moveTo>
                    <a:pt x="27756" y="1"/>
                  </a:moveTo>
                  <a:cubicBezTo>
                    <a:pt x="26889" y="708"/>
                    <a:pt x="26250" y="1713"/>
                    <a:pt x="25976" y="2808"/>
                  </a:cubicBezTo>
                  <a:cubicBezTo>
                    <a:pt x="25907" y="1941"/>
                    <a:pt x="25770" y="982"/>
                    <a:pt x="25108" y="412"/>
                  </a:cubicBezTo>
                  <a:cubicBezTo>
                    <a:pt x="24881" y="216"/>
                    <a:pt x="24573" y="125"/>
                    <a:pt x="24268" y="125"/>
                  </a:cubicBezTo>
                  <a:cubicBezTo>
                    <a:pt x="23683" y="125"/>
                    <a:pt x="23107" y="458"/>
                    <a:pt x="23122" y="1028"/>
                  </a:cubicBezTo>
                  <a:cubicBezTo>
                    <a:pt x="23145" y="1827"/>
                    <a:pt x="24218" y="2375"/>
                    <a:pt x="24035" y="3151"/>
                  </a:cubicBezTo>
                  <a:cubicBezTo>
                    <a:pt x="24022" y="2561"/>
                    <a:pt x="23437" y="2227"/>
                    <a:pt x="22850" y="2227"/>
                  </a:cubicBezTo>
                  <a:cubicBezTo>
                    <a:pt x="22415" y="2227"/>
                    <a:pt x="21980" y="2410"/>
                    <a:pt x="21776" y="2808"/>
                  </a:cubicBezTo>
                  <a:cubicBezTo>
                    <a:pt x="21388" y="3630"/>
                    <a:pt x="22050" y="4657"/>
                    <a:pt x="22917" y="4885"/>
                  </a:cubicBezTo>
                  <a:cubicBezTo>
                    <a:pt x="22780" y="4870"/>
                    <a:pt x="22641" y="4860"/>
                    <a:pt x="22501" y="4860"/>
                  </a:cubicBezTo>
                  <a:cubicBezTo>
                    <a:pt x="22222" y="4860"/>
                    <a:pt x="21943" y="4901"/>
                    <a:pt x="21684" y="5022"/>
                  </a:cubicBezTo>
                  <a:cubicBezTo>
                    <a:pt x="21205" y="5251"/>
                    <a:pt x="20908" y="5958"/>
                    <a:pt x="21274" y="6369"/>
                  </a:cubicBezTo>
                  <a:cubicBezTo>
                    <a:pt x="21433" y="6529"/>
                    <a:pt x="21662" y="6597"/>
                    <a:pt x="21890" y="6666"/>
                  </a:cubicBezTo>
                  <a:cubicBezTo>
                    <a:pt x="22532" y="6835"/>
                    <a:pt x="23194" y="6941"/>
                    <a:pt x="23888" y="6941"/>
                  </a:cubicBezTo>
                  <a:cubicBezTo>
                    <a:pt x="24502" y="6941"/>
                    <a:pt x="25141" y="6859"/>
                    <a:pt x="25816" y="6666"/>
                  </a:cubicBezTo>
                  <a:lnTo>
                    <a:pt x="25816" y="6666"/>
                  </a:lnTo>
                  <a:cubicBezTo>
                    <a:pt x="26227" y="12783"/>
                    <a:pt x="25108" y="18832"/>
                    <a:pt x="23305" y="24721"/>
                  </a:cubicBezTo>
                  <a:cubicBezTo>
                    <a:pt x="23511" y="22164"/>
                    <a:pt x="23282" y="19471"/>
                    <a:pt x="22963" y="16846"/>
                  </a:cubicBezTo>
                  <a:cubicBezTo>
                    <a:pt x="22689" y="14586"/>
                    <a:pt x="22278" y="12190"/>
                    <a:pt x="20794" y="10455"/>
                  </a:cubicBezTo>
                  <a:cubicBezTo>
                    <a:pt x="20156" y="9694"/>
                    <a:pt x="19222" y="9062"/>
                    <a:pt x="18241" y="9062"/>
                  </a:cubicBezTo>
                  <a:cubicBezTo>
                    <a:pt x="18134" y="9062"/>
                    <a:pt x="18026" y="9070"/>
                    <a:pt x="17918" y="9085"/>
                  </a:cubicBezTo>
                  <a:cubicBezTo>
                    <a:pt x="16709" y="9268"/>
                    <a:pt x="15841" y="10478"/>
                    <a:pt x="15750" y="11710"/>
                  </a:cubicBezTo>
                  <a:cubicBezTo>
                    <a:pt x="15659" y="12920"/>
                    <a:pt x="16184" y="14130"/>
                    <a:pt x="16891" y="15111"/>
                  </a:cubicBezTo>
                  <a:cubicBezTo>
                    <a:pt x="17599" y="16115"/>
                    <a:pt x="18489" y="16983"/>
                    <a:pt x="19265" y="17919"/>
                  </a:cubicBezTo>
                  <a:cubicBezTo>
                    <a:pt x="21548" y="20795"/>
                    <a:pt x="22575" y="24584"/>
                    <a:pt x="22164" y="28213"/>
                  </a:cubicBezTo>
                  <a:cubicBezTo>
                    <a:pt x="21548" y="30039"/>
                    <a:pt x="20863" y="31842"/>
                    <a:pt x="20155" y="33622"/>
                  </a:cubicBezTo>
                  <a:cubicBezTo>
                    <a:pt x="17416" y="40607"/>
                    <a:pt x="14335" y="47523"/>
                    <a:pt x="12440" y="54759"/>
                  </a:cubicBezTo>
                  <a:cubicBezTo>
                    <a:pt x="11276" y="44350"/>
                    <a:pt x="18968" y="34079"/>
                    <a:pt x="16640" y="23899"/>
                  </a:cubicBezTo>
                  <a:cubicBezTo>
                    <a:pt x="16435" y="22963"/>
                    <a:pt x="16092" y="21982"/>
                    <a:pt x="15248" y="21525"/>
                  </a:cubicBezTo>
                  <a:cubicBezTo>
                    <a:pt x="14967" y="21367"/>
                    <a:pt x="14673" y="21296"/>
                    <a:pt x="14381" y="21296"/>
                  </a:cubicBezTo>
                  <a:cubicBezTo>
                    <a:pt x="13106" y="21296"/>
                    <a:pt x="11841" y="22644"/>
                    <a:pt x="11619" y="24036"/>
                  </a:cubicBezTo>
                  <a:cubicBezTo>
                    <a:pt x="11345" y="25748"/>
                    <a:pt x="11984" y="27437"/>
                    <a:pt x="12121" y="29172"/>
                  </a:cubicBezTo>
                  <a:cubicBezTo>
                    <a:pt x="12326" y="31796"/>
                    <a:pt x="11322" y="34353"/>
                    <a:pt x="10683" y="36909"/>
                  </a:cubicBezTo>
                  <a:cubicBezTo>
                    <a:pt x="9176" y="42935"/>
                    <a:pt x="9770" y="49486"/>
                    <a:pt x="12326" y="55147"/>
                  </a:cubicBezTo>
                  <a:cubicBezTo>
                    <a:pt x="11938" y="56699"/>
                    <a:pt x="11596" y="58274"/>
                    <a:pt x="11322" y="59872"/>
                  </a:cubicBezTo>
                  <a:cubicBezTo>
                    <a:pt x="10660" y="63706"/>
                    <a:pt x="10477" y="67678"/>
                    <a:pt x="10911" y="71558"/>
                  </a:cubicBezTo>
                  <a:cubicBezTo>
                    <a:pt x="10477" y="71056"/>
                    <a:pt x="10044" y="70577"/>
                    <a:pt x="9633" y="70074"/>
                  </a:cubicBezTo>
                  <a:lnTo>
                    <a:pt x="9633" y="70074"/>
                  </a:lnTo>
                  <a:cubicBezTo>
                    <a:pt x="9998" y="70599"/>
                    <a:pt x="10432" y="71124"/>
                    <a:pt x="10934" y="71649"/>
                  </a:cubicBezTo>
                  <a:cubicBezTo>
                    <a:pt x="11527" y="76990"/>
                    <a:pt x="13330" y="82103"/>
                    <a:pt x="16686" y="86280"/>
                  </a:cubicBezTo>
                  <a:cubicBezTo>
                    <a:pt x="17234" y="85664"/>
                    <a:pt x="16709" y="84705"/>
                    <a:pt x="16229" y="84021"/>
                  </a:cubicBezTo>
                  <a:cubicBezTo>
                    <a:pt x="11025" y="76694"/>
                    <a:pt x="10546" y="66879"/>
                    <a:pt x="12486" y="58091"/>
                  </a:cubicBezTo>
                  <a:cubicBezTo>
                    <a:pt x="13604" y="52955"/>
                    <a:pt x="15476" y="48025"/>
                    <a:pt x="17507" y="43163"/>
                  </a:cubicBezTo>
                  <a:cubicBezTo>
                    <a:pt x="24857" y="39626"/>
                    <a:pt x="30815" y="33645"/>
                    <a:pt x="34421" y="26455"/>
                  </a:cubicBezTo>
                  <a:cubicBezTo>
                    <a:pt x="34923" y="25428"/>
                    <a:pt x="35403" y="24355"/>
                    <a:pt x="35357" y="23214"/>
                  </a:cubicBezTo>
                  <a:cubicBezTo>
                    <a:pt x="35311" y="22073"/>
                    <a:pt x="34604" y="20886"/>
                    <a:pt x="33485" y="20658"/>
                  </a:cubicBezTo>
                  <a:cubicBezTo>
                    <a:pt x="33343" y="20628"/>
                    <a:pt x="33201" y="20614"/>
                    <a:pt x="33061" y="20614"/>
                  </a:cubicBezTo>
                  <a:cubicBezTo>
                    <a:pt x="32236" y="20614"/>
                    <a:pt x="31458" y="21096"/>
                    <a:pt x="30815" y="21662"/>
                  </a:cubicBezTo>
                  <a:cubicBezTo>
                    <a:pt x="28943" y="23328"/>
                    <a:pt x="27893" y="25725"/>
                    <a:pt x="26797" y="28007"/>
                  </a:cubicBezTo>
                  <a:cubicBezTo>
                    <a:pt x="24446" y="32801"/>
                    <a:pt x="21548" y="37366"/>
                    <a:pt x="18192" y="41520"/>
                  </a:cubicBezTo>
                  <a:cubicBezTo>
                    <a:pt x="19425" y="38621"/>
                    <a:pt x="20680" y="35745"/>
                    <a:pt x="21867" y="32824"/>
                  </a:cubicBezTo>
                  <a:cubicBezTo>
                    <a:pt x="23602" y="28464"/>
                    <a:pt x="25177" y="23945"/>
                    <a:pt x="26135" y="19357"/>
                  </a:cubicBezTo>
                  <a:cubicBezTo>
                    <a:pt x="29468" y="14084"/>
                    <a:pt x="35197" y="10432"/>
                    <a:pt x="39739" y="5867"/>
                  </a:cubicBezTo>
                  <a:cubicBezTo>
                    <a:pt x="40219" y="5388"/>
                    <a:pt x="40698" y="4863"/>
                    <a:pt x="40835" y="4201"/>
                  </a:cubicBezTo>
                  <a:cubicBezTo>
                    <a:pt x="41109" y="2877"/>
                    <a:pt x="39716" y="1667"/>
                    <a:pt x="38347" y="1621"/>
                  </a:cubicBezTo>
                  <a:cubicBezTo>
                    <a:pt x="38309" y="1620"/>
                    <a:pt x="38271" y="1620"/>
                    <a:pt x="38233" y="1620"/>
                  </a:cubicBezTo>
                  <a:cubicBezTo>
                    <a:pt x="36930" y="1620"/>
                    <a:pt x="35715" y="2376"/>
                    <a:pt x="34672" y="3196"/>
                  </a:cubicBezTo>
                  <a:cubicBezTo>
                    <a:pt x="31317" y="5821"/>
                    <a:pt x="28669" y="9314"/>
                    <a:pt x="27003" y="13240"/>
                  </a:cubicBezTo>
                  <a:cubicBezTo>
                    <a:pt x="27163" y="11025"/>
                    <a:pt x="27140" y="8811"/>
                    <a:pt x="26866" y="6597"/>
                  </a:cubicBezTo>
                  <a:cubicBezTo>
                    <a:pt x="28715" y="5730"/>
                    <a:pt x="30153" y="4018"/>
                    <a:pt x="30678" y="2055"/>
                  </a:cubicBezTo>
                  <a:cubicBezTo>
                    <a:pt x="30532" y="2031"/>
                    <a:pt x="30386" y="2019"/>
                    <a:pt x="30239" y="2019"/>
                  </a:cubicBezTo>
                  <a:cubicBezTo>
                    <a:pt x="29283" y="2019"/>
                    <a:pt x="28339" y="2522"/>
                    <a:pt x="27824" y="3333"/>
                  </a:cubicBezTo>
                  <a:cubicBezTo>
                    <a:pt x="28395" y="2329"/>
                    <a:pt x="28372" y="1005"/>
                    <a:pt x="2775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57" name="Google Shape;857;p54"/>
          <p:cNvSpPr/>
          <p:nvPr/>
        </p:nvSpPr>
        <p:spPr>
          <a:xfrm flipH="1" rot="-570776">
            <a:off x="43562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8" name="Google Shape;858;p54"/>
          <p:cNvSpPr/>
          <p:nvPr/>
        </p:nvSpPr>
        <p:spPr>
          <a:xfrm rot="570776">
            <a:off x="388355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9" name="Google Shape;859;p54"/>
          <p:cNvGrpSpPr/>
          <p:nvPr/>
        </p:nvGrpSpPr>
        <p:grpSpPr>
          <a:xfrm>
            <a:off x="6551702" y="4683249"/>
            <a:ext cx="150927" cy="143533"/>
            <a:chOff x="3716290" y="4256524"/>
            <a:chExt cx="150927" cy="143533"/>
          </a:xfrm>
        </p:grpSpPr>
        <p:sp>
          <p:nvSpPr>
            <p:cNvPr id="860" name="Google Shape;860;p54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" name="Google Shape;861;p54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" name="Google Shape;862;p54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63" name="Google Shape;863;p54"/>
          <p:cNvSpPr/>
          <p:nvPr/>
        </p:nvSpPr>
        <p:spPr>
          <a:xfrm flipH="1">
            <a:off x="7422948" y="220730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BLANK_1_1_1_1_1"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5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66" name="Google Shape;866;p55"/>
          <p:cNvSpPr txBox="1"/>
          <p:nvPr>
            <p:ph idx="1" type="subTitle"/>
          </p:nvPr>
        </p:nvSpPr>
        <p:spPr>
          <a:xfrm>
            <a:off x="948600" y="2044068"/>
            <a:ext cx="2336400" cy="739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7" name="Google Shape;867;p55"/>
          <p:cNvSpPr txBox="1"/>
          <p:nvPr>
            <p:ph idx="2" type="subTitle"/>
          </p:nvPr>
        </p:nvSpPr>
        <p:spPr>
          <a:xfrm>
            <a:off x="3403800" y="2044068"/>
            <a:ext cx="2336400" cy="739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8" name="Google Shape;868;p55"/>
          <p:cNvSpPr txBox="1"/>
          <p:nvPr>
            <p:ph idx="3" type="subTitle"/>
          </p:nvPr>
        </p:nvSpPr>
        <p:spPr>
          <a:xfrm>
            <a:off x="5859000" y="2044068"/>
            <a:ext cx="2336400" cy="739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9" name="Google Shape;869;p55"/>
          <p:cNvSpPr txBox="1"/>
          <p:nvPr>
            <p:ph idx="4" type="subTitle"/>
          </p:nvPr>
        </p:nvSpPr>
        <p:spPr>
          <a:xfrm>
            <a:off x="948600" y="3540223"/>
            <a:ext cx="2336400" cy="739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0" name="Google Shape;870;p55"/>
          <p:cNvSpPr txBox="1"/>
          <p:nvPr>
            <p:ph idx="5" type="subTitle"/>
          </p:nvPr>
        </p:nvSpPr>
        <p:spPr>
          <a:xfrm>
            <a:off x="3403800" y="3540223"/>
            <a:ext cx="2336400" cy="739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1" name="Google Shape;871;p55"/>
          <p:cNvSpPr txBox="1"/>
          <p:nvPr>
            <p:ph idx="6" type="subTitle"/>
          </p:nvPr>
        </p:nvSpPr>
        <p:spPr>
          <a:xfrm>
            <a:off x="5859000" y="3540223"/>
            <a:ext cx="2336400" cy="739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2" name="Google Shape;872;p55"/>
          <p:cNvSpPr txBox="1"/>
          <p:nvPr>
            <p:ph idx="7" type="subTitle"/>
          </p:nvPr>
        </p:nvSpPr>
        <p:spPr>
          <a:xfrm>
            <a:off x="943700" y="1738850"/>
            <a:ext cx="2336400" cy="3840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73" name="Google Shape;873;p55"/>
          <p:cNvSpPr txBox="1"/>
          <p:nvPr>
            <p:ph idx="8" type="subTitle"/>
          </p:nvPr>
        </p:nvSpPr>
        <p:spPr>
          <a:xfrm>
            <a:off x="3403800" y="1738850"/>
            <a:ext cx="2336400" cy="3840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74" name="Google Shape;874;p55"/>
          <p:cNvSpPr txBox="1"/>
          <p:nvPr>
            <p:ph idx="9" type="subTitle"/>
          </p:nvPr>
        </p:nvSpPr>
        <p:spPr>
          <a:xfrm>
            <a:off x="5863900" y="1738850"/>
            <a:ext cx="2336400" cy="3840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75" name="Google Shape;875;p55"/>
          <p:cNvSpPr txBox="1"/>
          <p:nvPr>
            <p:ph idx="13" type="subTitle"/>
          </p:nvPr>
        </p:nvSpPr>
        <p:spPr>
          <a:xfrm>
            <a:off x="943700" y="3230325"/>
            <a:ext cx="2336400" cy="3840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76" name="Google Shape;876;p55"/>
          <p:cNvSpPr txBox="1"/>
          <p:nvPr>
            <p:ph idx="14" type="subTitle"/>
          </p:nvPr>
        </p:nvSpPr>
        <p:spPr>
          <a:xfrm>
            <a:off x="3403800" y="3230325"/>
            <a:ext cx="2336400" cy="3840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77" name="Google Shape;877;p55"/>
          <p:cNvSpPr txBox="1"/>
          <p:nvPr>
            <p:ph idx="15" type="subTitle"/>
          </p:nvPr>
        </p:nvSpPr>
        <p:spPr>
          <a:xfrm>
            <a:off x="5863900" y="3230325"/>
            <a:ext cx="2336400" cy="3840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78" name="Google Shape;878;p55"/>
          <p:cNvSpPr/>
          <p:nvPr/>
        </p:nvSpPr>
        <p:spPr>
          <a:xfrm>
            <a:off x="8560000" y="1146175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9" name="Google Shape;879;p55"/>
          <p:cNvSpPr/>
          <p:nvPr/>
        </p:nvSpPr>
        <p:spPr>
          <a:xfrm flipH="1" rot="-6816878">
            <a:off x="473922" y="4193036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0" name="Google Shape;880;p55"/>
          <p:cNvSpPr/>
          <p:nvPr/>
        </p:nvSpPr>
        <p:spPr>
          <a:xfrm>
            <a:off x="299801" y="999194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1" name="Google Shape;881;p55"/>
          <p:cNvSpPr/>
          <p:nvPr/>
        </p:nvSpPr>
        <p:spPr>
          <a:xfrm flipH="1">
            <a:off x="308044" y="2250208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2" name="Google Shape;882;p55"/>
          <p:cNvSpPr/>
          <p:nvPr/>
        </p:nvSpPr>
        <p:spPr>
          <a:xfrm rot="5735881">
            <a:off x="8607196" y="25128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3" name="Google Shape;883;p55"/>
          <p:cNvSpPr/>
          <p:nvPr/>
        </p:nvSpPr>
        <p:spPr>
          <a:xfrm flipH="1">
            <a:off x="5914460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4" name="Google Shape;884;p55"/>
          <p:cNvSpPr/>
          <p:nvPr/>
        </p:nvSpPr>
        <p:spPr>
          <a:xfrm>
            <a:off x="6560881" y="4965629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5" name="Google Shape;885;p55"/>
          <p:cNvSpPr/>
          <p:nvPr/>
        </p:nvSpPr>
        <p:spPr>
          <a:xfrm>
            <a:off x="3615878" y="4837952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6" name="Google Shape;886;p55"/>
          <p:cNvSpPr/>
          <p:nvPr/>
        </p:nvSpPr>
        <p:spPr>
          <a:xfrm flipH="1" rot="-5735881">
            <a:off x="8575319" y="4233752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7" name="Google Shape;887;p55"/>
          <p:cNvSpPr/>
          <p:nvPr/>
        </p:nvSpPr>
        <p:spPr>
          <a:xfrm>
            <a:off x="1951612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88" name="Google Shape;888;p55"/>
          <p:cNvGrpSpPr/>
          <p:nvPr/>
        </p:nvGrpSpPr>
        <p:grpSpPr>
          <a:xfrm rot="-1821919">
            <a:off x="-307246" y="3106590"/>
            <a:ext cx="1299622" cy="2651890"/>
            <a:chOff x="8154826" y="3096390"/>
            <a:chExt cx="1299652" cy="2651951"/>
          </a:xfrm>
        </p:grpSpPr>
        <p:sp>
          <p:nvSpPr>
            <p:cNvPr id="889" name="Google Shape;889;p55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" name="Google Shape;890;p55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1" name="Google Shape;891;p55"/>
          <p:cNvSpPr/>
          <p:nvPr/>
        </p:nvSpPr>
        <p:spPr>
          <a:xfrm flipH="1" rot="-570776">
            <a:off x="316063" y="425976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92" name="Google Shape;892;p55"/>
          <p:cNvGrpSpPr/>
          <p:nvPr/>
        </p:nvGrpSpPr>
        <p:grpSpPr>
          <a:xfrm flipH="1" rot="1821919">
            <a:off x="8151624" y="3106590"/>
            <a:ext cx="1299622" cy="2651890"/>
            <a:chOff x="8154826" y="3096390"/>
            <a:chExt cx="1299652" cy="2651951"/>
          </a:xfrm>
        </p:grpSpPr>
        <p:sp>
          <p:nvSpPr>
            <p:cNvPr id="893" name="Google Shape;893;p55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" name="Google Shape;894;p55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5" name="Google Shape;895;p55"/>
          <p:cNvSpPr/>
          <p:nvPr/>
        </p:nvSpPr>
        <p:spPr>
          <a:xfrm rot="570776">
            <a:off x="7923686" y="425976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 1">
  <p:cSld name="BLANK_1_1_1_1_1_2"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56"/>
          <p:cNvSpPr txBox="1"/>
          <p:nvPr>
            <p:ph idx="1" type="subTitle"/>
          </p:nvPr>
        </p:nvSpPr>
        <p:spPr>
          <a:xfrm>
            <a:off x="1330457" y="1739273"/>
            <a:ext cx="32028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8" name="Google Shape;898;p56"/>
          <p:cNvSpPr txBox="1"/>
          <p:nvPr>
            <p:ph idx="2" type="subTitle"/>
          </p:nvPr>
        </p:nvSpPr>
        <p:spPr>
          <a:xfrm>
            <a:off x="4614000" y="2806807"/>
            <a:ext cx="32028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9" name="Google Shape;899;p56"/>
          <p:cNvSpPr txBox="1"/>
          <p:nvPr>
            <p:ph idx="3" type="subTitle"/>
          </p:nvPr>
        </p:nvSpPr>
        <p:spPr>
          <a:xfrm>
            <a:off x="4617456" y="1739273"/>
            <a:ext cx="32028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0" name="Google Shape;900;p56"/>
          <p:cNvSpPr txBox="1"/>
          <p:nvPr>
            <p:ph idx="4" type="subTitle"/>
          </p:nvPr>
        </p:nvSpPr>
        <p:spPr>
          <a:xfrm>
            <a:off x="1330457" y="2806799"/>
            <a:ext cx="32028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1" name="Google Shape;901;p56"/>
          <p:cNvSpPr txBox="1"/>
          <p:nvPr>
            <p:ph idx="5" type="subTitle"/>
          </p:nvPr>
        </p:nvSpPr>
        <p:spPr>
          <a:xfrm>
            <a:off x="1330448" y="3874325"/>
            <a:ext cx="32028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2" name="Google Shape;902;p56"/>
          <p:cNvSpPr txBox="1"/>
          <p:nvPr>
            <p:ph idx="6" type="subTitle"/>
          </p:nvPr>
        </p:nvSpPr>
        <p:spPr>
          <a:xfrm>
            <a:off x="4610734" y="3874325"/>
            <a:ext cx="32028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3" name="Google Shape;903;p56"/>
          <p:cNvSpPr txBox="1"/>
          <p:nvPr>
            <p:ph idx="7" type="subTitle"/>
          </p:nvPr>
        </p:nvSpPr>
        <p:spPr>
          <a:xfrm>
            <a:off x="1323750" y="1434050"/>
            <a:ext cx="3202800" cy="3840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904" name="Google Shape;904;p56"/>
          <p:cNvSpPr txBox="1"/>
          <p:nvPr>
            <p:ph idx="8" type="subTitle"/>
          </p:nvPr>
        </p:nvSpPr>
        <p:spPr>
          <a:xfrm>
            <a:off x="4614010" y="2499250"/>
            <a:ext cx="3202800" cy="3840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905" name="Google Shape;905;p56"/>
          <p:cNvSpPr txBox="1"/>
          <p:nvPr>
            <p:ph idx="9" type="subTitle"/>
          </p:nvPr>
        </p:nvSpPr>
        <p:spPr>
          <a:xfrm>
            <a:off x="4617456" y="1434050"/>
            <a:ext cx="3202800" cy="3840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906" name="Google Shape;906;p56"/>
          <p:cNvSpPr txBox="1"/>
          <p:nvPr>
            <p:ph idx="13" type="subTitle"/>
          </p:nvPr>
        </p:nvSpPr>
        <p:spPr>
          <a:xfrm>
            <a:off x="1323750" y="2499238"/>
            <a:ext cx="3202800" cy="3840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907" name="Google Shape;907;p56"/>
          <p:cNvSpPr txBox="1"/>
          <p:nvPr>
            <p:ph idx="14" type="subTitle"/>
          </p:nvPr>
        </p:nvSpPr>
        <p:spPr>
          <a:xfrm>
            <a:off x="1330458" y="3564425"/>
            <a:ext cx="3202800" cy="3840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908" name="Google Shape;908;p56"/>
          <p:cNvSpPr txBox="1"/>
          <p:nvPr>
            <p:ph idx="15" type="subTitle"/>
          </p:nvPr>
        </p:nvSpPr>
        <p:spPr>
          <a:xfrm>
            <a:off x="4617456" y="3564425"/>
            <a:ext cx="3202800" cy="3840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909" name="Google Shape;909;p5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910" name="Google Shape;910;p56"/>
          <p:cNvSpPr/>
          <p:nvPr/>
        </p:nvSpPr>
        <p:spPr>
          <a:xfrm flipH="1">
            <a:off x="7613242" y="4368239"/>
            <a:ext cx="1530769" cy="1421038"/>
          </a:xfrm>
          <a:custGeom>
            <a:rect b="b" l="l" r="r" t="t"/>
            <a:pathLst>
              <a:path extrusionOk="0" h="14359" w="15467">
                <a:moveTo>
                  <a:pt x="7264" y="0"/>
                </a:moveTo>
                <a:cubicBezTo>
                  <a:pt x="6577" y="727"/>
                  <a:pt x="6350" y="1783"/>
                  <a:pt x="6362" y="2782"/>
                </a:cubicBezTo>
                <a:cubicBezTo>
                  <a:pt x="6376" y="3782"/>
                  <a:pt x="6600" y="4767"/>
                  <a:pt x="6688" y="5762"/>
                </a:cubicBezTo>
                <a:cubicBezTo>
                  <a:pt x="6102" y="4477"/>
                  <a:pt x="5387" y="3251"/>
                  <a:pt x="4557" y="2108"/>
                </a:cubicBezTo>
                <a:cubicBezTo>
                  <a:pt x="4317" y="1777"/>
                  <a:pt x="3961" y="1420"/>
                  <a:pt x="3586" y="1420"/>
                </a:cubicBezTo>
                <a:cubicBezTo>
                  <a:pt x="3513" y="1420"/>
                  <a:pt x="3439" y="1434"/>
                  <a:pt x="3365" y="1464"/>
                </a:cubicBezTo>
                <a:cubicBezTo>
                  <a:pt x="3248" y="1972"/>
                  <a:pt x="3450" y="2497"/>
                  <a:pt x="3688" y="2961"/>
                </a:cubicBezTo>
                <a:cubicBezTo>
                  <a:pt x="4315" y="4194"/>
                  <a:pt x="5215" y="5287"/>
                  <a:pt x="6304" y="6141"/>
                </a:cubicBezTo>
                <a:cubicBezTo>
                  <a:pt x="4767" y="5624"/>
                  <a:pt x="3150" y="5345"/>
                  <a:pt x="1529" y="5320"/>
                </a:cubicBezTo>
                <a:cubicBezTo>
                  <a:pt x="1487" y="5319"/>
                  <a:pt x="1444" y="5319"/>
                  <a:pt x="1402" y="5319"/>
                </a:cubicBezTo>
                <a:cubicBezTo>
                  <a:pt x="1015" y="5319"/>
                  <a:pt x="619" y="5350"/>
                  <a:pt x="282" y="5537"/>
                </a:cubicBezTo>
                <a:cubicBezTo>
                  <a:pt x="140" y="5614"/>
                  <a:pt x="0" y="5751"/>
                  <a:pt x="23" y="5910"/>
                </a:cubicBezTo>
                <a:cubicBezTo>
                  <a:pt x="41" y="6027"/>
                  <a:pt x="140" y="6113"/>
                  <a:pt x="237" y="6182"/>
                </a:cubicBezTo>
                <a:cubicBezTo>
                  <a:pt x="1051" y="6763"/>
                  <a:pt x="2083" y="6950"/>
                  <a:pt x="3082" y="6992"/>
                </a:cubicBezTo>
                <a:cubicBezTo>
                  <a:pt x="3325" y="7003"/>
                  <a:pt x="3568" y="7006"/>
                  <a:pt x="3811" y="7006"/>
                </a:cubicBezTo>
                <a:cubicBezTo>
                  <a:pt x="4132" y="7006"/>
                  <a:pt x="4452" y="7001"/>
                  <a:pt x="4773" y="7001"/>
                </a:cubicBezTo>
                <a:cubicBezTo>
                  <a:pt x="5210" y="7001"/>
                  <a:pt x="5647" y="7011"/>
                  <a:pt x="6082" y="7057"/>
                </a:cubicBezTo>
                <a:cubicBezTo>
                  <a:pt x="4417" y="7961"/>
                  <a:pt x="2885" y="9110"/>
                  <a:pt x="1561" y="10465"/>
                </a:cubicBezTo>
                <a:cubicBezTo>
                  <a:pt x="1356" y="10674"/>
                  <a:pt x="1150" y="10900"/>
                  <a:pt x="1073" y="11183"/>
                </a:cubicBezTo>
                <a:cubicBezTo>
                  <a:pt x="997" y="11465"/>
                  <a:pt x="1096" y="11818"/>
                  <a:pt x="1367" y="11933"/>
                </a:cubicBezTo>
                <a:cubicBezTo>
                  <a:pt x="1437" y="11962"/>
                  <a:pt x="1513" y="11974"/>
                  <a:pt x="1589" y="11974"/>
                </a:cubicBezTo>
                <a:cubicBezTo>
                  <a:pt x="1683" y="11974"/>
                  <a:pt x="1778" y="11957"/>
                  <a:pt x="1869" y="11936"/>
                </a:cubicBezTo>
                <a:cubicBezTo>
                  <a:pt x="2847" y="11716"/>
                  <a:pt x="3688" y="11097"/>
                  <a:pt x="4416" y="10408"/>
                </a:cubicBezTo>
                <a:cubicBezTo>
                  <a:pt x="5144" y="9719"/>
                  <a:pt x="5792" y="8946"/>
                  <a:pt x="6564" y="8307"/>
                </a:cubicBezTo>
                <a:lnTo>
                  <a:pt x="6564" y="8307"/>
                </a:lnTo>
                <a:cubicBezTo>
                  <a:pt x="6070" y="10013"/>
                  <a:pt x="5891" y="11810"/>
                  <a:pt x="6040" y="13578"/>
                </a:cubicBezTo>
                <a:cubicBezTo>
                  <a:pt x="6068" y="13909"/>
                  <a:pt x="6187" y="14324"/>
                  <a:pt x="6518" y="14357"/>
                </a:cubicBezTo>
                <a:cubicBezTo>
                  <a:pt x="6531" y="14358"/>
                  <a:pt x="6545" y="14359"/>
                  <a:pt x="6558" y="14359"/>
                </a:cubicBezTo>
                <a:cubicBezTo>
                  <a:pt x="6853" y="14359"/>
                  <a:pt x="7043" y="14019"/>
                  <a:pt x="7132" y="13727"/>
                </a:cubicBezTo>
                <a:cubicBezTo>
                  <a:pt x="7410" y="12777"/>
                  <a:pt x="7514" y="11805"/>
                  <a:pt x="7501" y="10817"/>
                </a:cubicBezTo>
                <a:cubicBezTo>
                  <a:pt x="7487" y="9828"/>
                  <a:pt x="7257" y="8821"/>
                  <a:pt x="7259" y="7852"/>
                </a:cubicBezTo>
                <a:lnTo>
                  <a:pt x="7259" y="7852"/>
                </a:lnTo>
                <a:cubicBezTo>
                  <a:pt x="7866" y="9133"/>
                  <a:pt x="8464" y="10417"/>
                  <a:pt x="9092" y="11687"/>
                </a:cubicBezTo>
                <a:cubicBezTo>
                  <a:pt x="9337" y="12184"/>
                  <a:pt x="9595" y="12692"/>
                  <a:pt x="9999" y="13073"/>
                </a:cubicBezTo>
                <a:cubicBezTo>
                  <a:pt x="10125" y="13191"/>
                  <a:pt x="10289" y="13300"/>
                  <a:pt x="10455" y="13300"/>
                </a:cubicBezTo>
                <a:cubicBezTo>
                  <a:pt x="10491" y="13300"/>
                  <a:pt x="10527" y="13295"/>
                  <a:pt x="10564" y="13284"/>
                </a:cubicBezTo>
                <a:cubicBezTo>
                  <a:pt x="10820" y="13203"/>
                  <a:pt x="10885" y="12871"/>
                  <a:pt x="10878" y="12601"/>
                </a:cubicBezTo>
                <a:cubicBezTo>
                  <a:pt x="10830" y="10874"/>
                  <a:pt x="9645" y="9365"/>
                  <a:pt x="8251" y="8344"/>
                </a:cubicBezTo>
                <a:lnTo>
                  <a:pt x="8251" y="8344"/>
                </a:lnTo>
                <a:cubicBezTo>
                  <a:pt x="9532" y="9202"/>
                  <a:pt x="10878" y="9964"/>
                  <a:pt x="12274" y="10622"/>
                </a:cubicBezTo>
                <a:cubicBezTo>
                  <a:pt x="12450" y="10705"/>
                  <a:pt x="12660" y="10780"/>
                  <a:pt x="12850" y="10780"/>
                </a:cubicBezTo>
                <a:cubicBezTo>
                  <a:pt x="12985" y="10780"/>
                  <a:pt x="13110" y="10742"/>
                  <a:pt x="13205" y="10640"/>
                </a:cubicBezTo>
                <a:cubicBezTo>
                  <a:pt x="13352" y="10484"/>
                  <a:pt x="13348" y="10234"/>
                  <a:pt x="13280" y="10030"/>
                </a:cubicBezTo>
                <a:cubicBezTo>
                  <a:pt x="13100" y="9494"/>
                  <a:pt x="12577" y="9163"/>
                  <a:pt x="12090" y="8877"/>
                </a:cubicBezTo>
                <a:cubicBezTo>
                  <a:pt x="11056" y="8272"/>
                  <a:pt x="10009" y="7676"/>
                  <a:pt x="8883" y="7269"/>
                </a:cubicBezTo>
                <a:lnTo>
                  <a:pt x="8883" y="7269"/>
                </a:lnTo>
                <a:cubicBezTo>
                  <a:pt x="10238" y="7717"/>
                  <a:pt x="11592" y="8166"/>
                  <a:pt x="12974" y="8520"/>
                </a:cubicBezTo>
                <a:cubicBezTo>
                  <a:pt x="13525" y="8662"/>
                  <a:pt x="14088" y="8788"/>
                  <a:pt x="14654" y="8788"/>
                </a:cubicBezTo>
                <a:cubicBezTo>
                  <a:pt x="14745" y="8788"/>
                  <a:pt x="14837" y="8785"/>
                  <a:pt x="14929" y="8778"/>
                </a:cubicBezTo>
                <a:cubicBezTo>
                  <a:pt x="15168" y="8759"/>
                  <a:pt x="15466" y="8643"/>
                  <a:pt x="15455" y="8404"/>
                </a:cubicBezTo>
                <a:cubicBezTo>
                  <a:pt x="15446" y="8239"/>
                  <a:pt x="15287" y="8130"/>
                  <a:pt x="15143" y="8050"/>
                </a:cubicBezTo>
                <a:cubicBezTo>
                  <a:pt x="13488" y="7133"/>
                  <a:pt x="11596" y="6651"/>
                  <a:pt x="9704" y="6651"/>
                </a:cubicBezTo>
                <a:cubicBezTo>
                  <a:pt x="9226" y="6651"/>
                  <a:pt x="8748" y="6682"/>
                  <a:pt x="8274" y="6744"/>
                </a:cubicBezTo>
                <a:cubicBezTo>
                  <a:pt x="9566" y="6205"/>
                  <a:pt x="10841" y="5609"/>
                  <a:pt x="12010" y="4837"/>
                </a:cubicBezTo>
                <a:cubicBezTo>
                  <a:pt x="12598" y="4450"/>
                  <a:pt x="13173" y="4000"/>
                  <a:pt x="13512" y="3383"/>
                </a:cubicBezTo>
                <a:cubicBezTo>
                  <a:pt x="13604" y="3216"/>
                  <a:pt x="13666" y="2981"/>
                  <a:pt x="13522" y="2856"/>
                </a:cubicBezTo>
                <a:cubicBezTo>
                  <a:pt x="13461" y="2804"/>
                  <a:pt x="13381" y="2789"/>
                  <a:pt x="13299" y="2789"/>
                </a:cubicBezTo>
                <a:cubicBezTo>
                  <a:pt x="13255" y="2789"/>
                  <a:pt x="13211" y="2793"/>
                  <a:pt x="13169" y="2798"/>
                </a:cubicBezTo>
                <a:cubicBezTo>
                  <a:pt x="10949" y="3064"/>
                  <a:pt x="8886" y="4308"/>
                  <a:pt x="7522" y="6080"/>
                </a:cubicBezTo>
                <a:cubicBezTo>
                  <a:pt x="7825" y="4369"/>
                  <a:pt x="7856" y="2611"/>
                  <a:pt x="7613" y="891"/>
                </a:cubicBezTo>
                <a:cubicBezTo>
                  <a:pt x="7566" y="569"/>
                  <a:pt x="7499" y="224"/>
                  <a:pt x="7264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11" name="Google Shape;911;p56"/>
          <p:cNvGrpSpPr/>
          <p:nvPr/>
        </p:nvGrpSpPr>
        <p:grpSpPr>
          <a:xfrm>
            <a:off x="8438521" y="3462435"/>
            <a:ext cx="874530" cy="1481072"/>
            <a:chOff x="-117729" y="1733810"/>
            <a:chExt cx="874530" cy="1481072"/>
          </a:xfrm>
        </p:grpSpPr>
        <p:sp>
          <p:nvSpPr>
            <p:cNvPr id="912" name="Google Shape;912;p56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" name="Google Shape;913;p56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" name="Google Shape;914;p56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15" name="Google Shape;915;p56"/>
          <p:cNvSpPr/>
          <p:nvPr/>
        </p:nvSpPr>
        <p:spPr>
          <a:xfrm>
            <a:off x="-19318" y="4368239"/>
            <a:ext cx="1530769" cy="1421038"/>
          </a:xfrm>
          <a:custGeom>
            <a:rect b="b" l="l" r="r" t="t"/>
            <a:pathLst>
              <a:path extrusionOk="0" h="14359" w="15467">
                <a:moveTo>
                  <a:pt x="7264" y="0"/>
                </a:moveTo>
                <a:cubicBezTo>
                  <a:pt x="6577" y="727"/>
                  <a:pt x="6350" y="1783"/>
                  <a:pt x="6362" y="2782"/>
                </a:cubicBezTo>
                <a:cubicBezTo>
                  <a:pt x="6376" y="3782"/>
                  <a:pt x="6600" y="4767"/>
                  <a:pt x="6688" y="5762"/>
                </a:cubicBezTo>
                <a:cubicBezTo>
                  <a:pt x="6102" y="4477"/>
                  <a:pt x="5387" y="3251"/>
                  <a:pt x="4557" y="2108"/>
                </a:cubicBezTo>
                <a:cubicBezTo>
                  <a:pt x="4317" y="1777"/>
                  <a:pt x="3961" y="1420"/>
                  <a:pt x="3586" y="1420"/>
                </a:cubicBezTo>
                <a:cubicBezTo>
                  <a:pt x="3513" y="1420"/>
                  <a:pt x="3439" y="1434"/>
                  <a:pt x="3365" y="1464"/>
                </a:cubicBezTo>
                <a:cubicBezTo>
                  <a:pt x="3248" y="1972"/>
                  <a:pt x="3450" y="2497"/>
                  <a:pt x="3688" y="2961"/>
                </a:cubicBezTo>
                <a:cubicBezTo>
                  <a:pt x="4315" y="4194"/>
                  <a:pt x="5215" y="5287"/>
                  <a:pt x="6304" y="6141"/>
                </a:cubicBezTo>
                <a:cubicBezTo>
                  <a:pt x="4767" y="5624"/>
                  <a:pt x="3150" y="5345"/>
                  <a:pt x="1529" y="5320"/>
                </a:cubicBezTo>
                <a:cubicBezTo>
                  <a:pt x="1487" y="5319"/>
                  <a:pt x="1444" y="5319"/>
                  <a:pt x="1402" y="5319"/>
                </a:cubicBezTo>
                <a:cubicBezTo>
                  <a:pt x="1015" y="5319"/>
                  <a:pt x="619" y="5350"/>
                  <a:pt x="282" y="5537"/>
                </a:cubicBezTo>
                <a:cubicBezTo>
                  <a:pt x="140" y="5614"/>
                  <a:pt x="0" y="5751"/>
                  <a:pt x="23" y="5910"/>
                </a:cubicBezTo>
                <a:cubicBezTo>
                  <a:pt x="41" y="6027"/>
                  <a:pt x="140" y="6113"/>
                  <a:pt x="237" y="6182"/>
                </a:cubicBezTo>
                <a:cubicBezTo>
                  <a:pt x="1051" y="6763"/>
                  <a:pt x="2083" y="6950"/>
                  <a:pt x="3082" y="6992"/>
                </a:cubicBezTo>
                <a:cubicBezTo>
                  <a:pt x="3325" y="7003"/>
                  <a:pt x="3568" y="7006"/>
                  <a:pt x="3811" y="7006"/>
                </a:cubicBezTo>
                <a:cubicBezTo>
                  <a:pt x="4132" y="7006"/>
                  <a:pt x="4452" y="7001"/>
                  <a:pt x="4773" y="7001"/>
                </a:cubicBezTo>
                <a:cubicBezTo>
                  <a:pt x="5210" y="7001"/>
                  <a:pt x="5647" y="7011"/>
                  <a:pt x="6082" y="7057"/>
                </a:cubicBezTo>
                <a:cubicBezTo>
                  <a:pt x="4417" y="7961"/>
                  <a:pt x="2885" y="9110"/>
                  <a:pt x="1561" y="10465"/>
                </a:cubicBezTo>
                <a:cubicBezTo>
                  <a:pt x="1356" y="10674"/>
                  <a:pt x="1150" y="10900"/>
                  <a:pt x="1073" y="11183"/>
                </a:cubicBezTo>
                <a:cubicBezTo>
                  <a:pt x="997" y="11465"/>
                  <a:pt x="1096" y="11818"/>
                  <a:pt x="1367" y="11933"/>
                </a:cubicBezTo>
                <a:cubicBezTo>
                  <a:pt x="1437" y="11962"/>
                  <a:pt x="1513" y="11974"/>
                  <a:pt x="1589" y="11974"/>
                </a:cubicBezTo>
                <a:cubicBezTo>
                  <a:pt x="1683" y="11974"/>
                  <a:pt x="1778" y="11957"/>
                  <a:pt x="1869" y="11936"/>
                </a:cubicBezTo>
                <a:cubicBezTo>
                  <a:pt x="2847" y="11716"/>
                  <a:pt x="3688" y="11097"/>
                  <a:pt x="4416" y="10408"/>
                </a:cubicBezTo>
                <a:cubicBezTo>
                  <a:pt x="5144" y="9719"/>
                  <a:pt x="5792" y="8946"/>
                  <a:pt x="6564" y="8307"/>
                </a:cubicBezTo>
                <a:lnTo>
                  <a:pt x="6564" y="8307"/>
                </a:lnTo>
                <a:cubicBezTo>
                  <a:pt x="6070" y="10013"/>
                  <a:pt x="5891" y="11810"/>
                  <a:pt x="6040" y="13578"/>
                </a:cubicBezTo>
                <a:cubicBezTo>
                  <a:pt x="6068" y="13909"/>
                  <a:pt x="6187" y="14324"/>
                  <a:pt x="6518" y="14357"/>
                </a:cubicBezTo>
                <a:cubicBezTo>
                  <a:pt x="6531" y="14358"/>
                  <a:pt x="6545" y="14359"/>
                  <a:pt x="6558" y="14359"/>
                </a:cubicBezTo>
                <a:cubicBezTo>
                  <a:pt x="6853" y="14359"/>
                  <a:pt x="7043" y="14019"/>
                  <a:pt x="7132" y="13727"/>
                </a:cubicBezTo>
                <a:cubicBezTo>
                  <a:pt x="7410" y="12777"/>
                  <a:pt x="7514" y="11805"/>
                  <a:pt x="7501" y="10817"/>
                </a:cubicBezTo>
                <a:cubicBezTo>
                  <a:pt x="7487" y="9828"/>
                  <a:pt x="7257" y="8821"/>
                  <a:pt x="7259" y="7852"/>
                </a:cubicBezTo>
                <a:lnTo>
                  <a:pt x="7259" y="7852"/>
                </a:lnTo>
                <a:cubicBezTo>
                  <a:pt x="7866" y="9133"/>
                  <a:pt x="8464" y="10417"/>
                  <a:pt x="9092" y="11687"/>
                </a:cubicBezTo>
                <a:cubicBezTo>
                  <a:pt x="9337" y="12184"/>
                  <a:pt x="9595" y="12692"/>
                  <a:pt x="9999" y="13073"/>
                </a:cubicBezTo>
                <a:cubicBezTo>
                  <a:pt x="10125" y="13191"/>
                  <a:pt x="10289" y="13300"/>
                  <a:pt x="10455" y="13300"/>
                </a:cubicBezTo>
                <a:cubicBezTo>
                  <a:pt x="10491" y="13300"/>
                  <a:pt x="10527" y="13295"/>
                  <a:pt x="10564" y="13284"/>
                </a:cubicBezTo>
                <a:cubicBezTo>
                  <a:pt x="10820" y="13203"/>
                  <a:pt x="10885" y="12871"/>
                  <a:pt x="10878" y="12601"/>
                </a:cubicBezTo>
                <a:cubicBezTo>
                  <a:pt x="10830" y="10874"/>
                  <a:pt x="9645" y="9365"/>
                  <a:pt x="8251" y="8344"/>
                </a:cubicBezTo>
                <a:lnTo>
                  <a:pt x="8251" y="8344"/>
                </a:lnTo>
                <a:cubicBezTo>
                  <a:pt x="9532" y="9202"/>
                  <a:pt x="10878" y="9964"/>
                  <a:pt x="12274" y="10622"/>
                </a:cubicBezTo>
                <a:cubicBezTo>
                  <a:pt x="12450" y="10705"/>
                  <a:pt x="12660" y="10780"/>
                  <a:pt x="12850" y="10780"/>
                </a:cubicBezTo>
                <a:cubicBezTo>
                  <a:pt x="12985" y="10780"/>
                  <a:pt x="13110" y="10742"/>
                  <a:pt x="13205" y="10640"/>
                </a:cubicBezTo>
                <a:cubicBezTo>
                  <a:pt x="13352" y="10484"/>
                  <a:pt x="13348" y="10234"/>
                  <a:pt x="13280" y="10030"/>
                </a:cubicBezTo>
                <a:cubicBezTo>
                  <a:pt x="13100" y="9494"/>
                  <a:pt x="12577" y="9163"/>
                  <a:pt x="12090" y="8877"/>
                </a:cubicBezTo>
                <a:cubicBezTo>
                  <a:pt x="11056" y="8272"/>
                  <a:pt x="10009" y="7676"/>
                  <a:pt x="8883" y="7269"/>
                </a:cubicBezTo>
                <a:lnTo>
                  <a:pt x="8883" y="7269"/>
                </a:lnTo>
                <a:cubicBezTo>
                  <a:pt x="10238" y="7717"/>
                  <a:pt x="11592" y="8166"/>
                  <a:pt x="12974" y="8520"/>
                </a:cubicBezTo>
                <a:cubicBezTo>
                  <a:pt x="13525" y="8662"/>
                  <a:pt x="14088" y="8788"/>
                  <a:pt x="14654" y="8788"/>
                </a:cubicBezTo>
                <a:cubicBezTo>
                  <a:pt x="14745" y="8788"/>
                  <a:pt x="14837" y="8785"/>
                  <a:pt x="14929" y="8778"/>
                </a:cubicBezTo>
                <a:cubicBezTo>
                  <a:pt x="15168" y="8759"/>
                  <a:pt x="15466" y="8643"/>
                  <a:pt x="15455" y="8404"/>
                </a:cubicBezTo>
                <a:cubicBezTo>
                  <a:pt x="15446" y="8239"/>
                  <a:pt x="15287" y="8130"/>
                  <a:pt x="15143" y="8050"/>
                </a:cubicBezTo>
                <a:cubicBezTo>
                  <a:pt x="13488" y="7133"/>
                  <a:pt x="11596" y="6651"/>
                  <a:pt x="9704" y="6651"/>
                </a:cubicBezTo>
                <a:cubicBezTo>
                  <a:pt x="9226" y="6651"/>
                  <a:pt x="8748" y="6682"/>
                  <a:pt x="8274" y="6744"/>
                </a:cubicBezTo>
                <a:cubicBezTo>
                  <a:pt x="9566" y="6205"/>
                  <a:pt x="10841" y="5609"/>
                  <a:pt x="12010" y="4837"/>
                </a:cubicBezTo>
                <a:cubicBezTo>
                  <a:pt x="12598" y="4450"/>
                  <a:pt x="13173" y="4000"/>
                  <a:pt x="13512" y="3383"/>
                </a:cubicBezTo>
                <a:cubicBezTo>
                  <a:pt x="13604" y="3216"/>
                  <a:pt x="13666" y="2981"/>
                  <a:pt x="13522" y="2856"/>
                </a:cubicBezTo>
                <a:cubicBezTo>
                  <a:pt x="13461" y="2804"/>
                  <a:pt x="13381" y="2789"/>
                  <a:pt x="13299" y="2789"/>
                </a:cubicBezTo>
                <a:cubicBezTo>
                  <a:pt x="13255" y="2789"/>
                  <a:pt x="13211" y="2793"/>
                  <a:pt x="13169" y="2798"/>
                </a:cubicBezTo>
                <a:cubicBezTo>
                  <a:pt x="10949" y="3064"/>
                  <a:pt x="8886" y="4308"/>
                  <a:pt x="7522" y="6080"/>
                </a:cubicBezTo>
                <a:cubicBezTo>
                  <a:pt x="7825" y="4369"/>
                  <a:pt x="7856" y="2611"/>
                  <a:pt x="7613" y="891"/>
                </a:cubicBezTo>
                <a:cubicBezTo>
                  <a:pt x="7566" y="569"/>
                  <a:pt x="7499" y="224"/>
                  <a:pt x="7264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16" name="Google Shape;916;p56"/>
          <p:cNvGrpSpPr/>
          <p:nvPr/>
        </p:nvGrpSpPr>
        <p:grpSpPr>
          <a:xfrm flipH="1">
            <a:off x="-188358" y="3462435"/>
            <a:ext cx="874530" cy="1481072"/>
            <a:chOff x="-117729" y="1733810"/>
            <a:chExt cx="874530" cy="1481072"/>
          </a:xfrm>
        </p:grpSpPr>
        <p:sp>
          <p:nvSpPr>
            <p:cNvPr id="917" name="Google Shape;917;p56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8" name="Google Shape;918;p56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9" name="Google Shape;919;p56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20" name="Google Shape;920;p56"/>
          <p:cNvGrpSpPr/>
          <p:nvPr/>
        </p:nvGrpSpPr>
        <p:grpSpPr>
          <a:xfrm>
            <a:off x="8702012" y="1874544"/>
            <a:ext cx="186655" cy="149254"/>
            <a:chOff x="2858987" y="3108507"/>
            <a:chExt cx="186655" cy="149254"/>
          </a:xfrm>
        </p:grpSpPr>
        <p:sp>
          <p:nvSpPr>
            <p:cNvPr id="921" name="Google Shape;921;p56"/>
            <p:cNvSpPr/>
            <p:nvPr/>
          </p:nvSpPr>
          <p:spPr>
            <a:xfrm>
              <a:off x="2870698" y="3108507"/>
              <a:ext cx="174944" cy="127045"/>
            </a:xfrm>
            <a:custGeom>
              <a:rect b="b" l="l" r="r" t="t"/>
              <a:pathLst>
                <a:path extrusionOk="0" h="4708" w="6483">
                  <a:moveTo>
                    <a:pt x="1852" y="0"/>
                  </a:moveTo>
                  <a:cubicBezTo>
                    <a:pt x="1698" y="0"/>
                    <a:pt x="1545" y="16"/>
                    <a:pt x="1393" y="51"/>
                  </a:cubicBezTo>
                  <a:cubicBezTo>
                    <a:pt x="799" y="165"/>
                    <a:pt x="251" y="644"/>
                    <a:pt x="206" y="1238"/>
                  </a:cubicBezTo>
                  <a:cubicBezTo>
                    <a:pt x="0" y="1512"/>
                    <a:pt x="137" y="2128"/>
                    <a:pt x="434" y="2584"/>
                  </a:cubicBezTo>
                  <a:cubicBezTo>
                    <a:pt x="754" y="3041"/>
                    <a:pt x="1233" y="3360"/>
                    <a:pt x="1712" y="3634"/>
                  </a:cubicBezTo>
                  <a:cubicBezTo>
                    <a:pt x="2648" y="4205"/>
                    <a:pt x="3698" y="4684"/>
                    <a:pt x="4817" y="4707"/>
                  </a:cubicBezTo>
                  <a:cubicBezTo>
                    <a:pt x="5273" y="4707"/>
                    <a:pt x="5775" y="4616"/>
                    <a:pt x="6072" y="4296"/>
                  </a:cubicBezTo>
                  <a:cubicBezTo>
                    <a:pt x="6414" y="3931"/>
                    <a:pt x="6483" y="3383"/>
                    <a:pt x="6323" y="2904"/>
                  </a:cubicBezTo>
                  <a:cubicBezTo>
                    <a:pt x="6140" y="2447"/>
                    <a:pt x="5821" y="2059"/>
                    <a:pt x="5456" y="1740"/>
                  </a:cubicBezTo>
                  <a:cubicBezTo>
                    <a:pt x="4771" y="1124"/>
                    <a:pt x="4018" y="644"/>
                    <a:pt x="3173" y="302"/>
                  </a:cubicBezTo>
                  <a:cubicBezTo>
                    <a:pt x="2749" y="132"/>
                    <a:pt x="2299" y="0"/>
                    <a:pt x="185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" name="Google Shape;922;p56"/>
            <p:cNvSpPr/>
            <p:nvPr/>
          </p:nvSpPr>
          <p:spPr>
            <a:xfrm>
              <a:off x="2858987" y="3135114"/>
              <a:ext cx="175564" cy="122647"/>
            </a:xfrm>
            <a:custGeom>
              <a:rect b="b" l="l" r="r" t="t"/>
              <a:pathLst>
                <a:path extrusionOk="0" h="4545" w="6506">
                  <a:moveTo>
                    <a:pt x="685" y="1"/>
                  </a:moveTo>
                  <a:lnTo>
                    <a:pt x="685" y="1"/>
                  </a:lnTo>
                  <a:cubicBezTo>
                    <a:pt x="1" y="754"/>
                    <a:pt x="206" y="2009"/>
                    <a:pt x="891" y="2785"/>
                  </a:cubicBezTo>
                  <a:cubicBezTo>
                    <a:pt x="1553" y="3538"/>
                    <a:pt x="2557" y="3927"/>
                    <a:pt x="3516" y="4246"/>
                  </a:cubicBezTo>
                  <a:cubicBezTo>
                    <a:pt x="3982" y="4395"/>
                    <a:pt x="4463" y="4544"/>
                    <a:pt x="4947" y="4544"/>
                  </a:cubicBezTo>
                  <a:cubicBezTo>
                    <a:pt x="5056" y="4544"/>
                    <a:pt x="5164" y="4537"/>
                    <a:pt x="5273" y="4520"/>
                  </a:cubicBezTo>
                  <a:cubicBezTo>
                    <a:pt x="5867" y="4429"/>
                    <a:pt x="6460" y="3972"/>
                    <a:pt x="6506" y="3379"/>
                  </a:cubicBezTo>
                  <a:cubicBezTo>
                    <a:pt x="6506" y="3356"/>
                    <a:pt x="6506" y="3333"/>
                    <a:pt x="6506" y="3333"/>
                  </a:cubicBezTo>
                  <a:cubicBezTo>
                    <a:pt x="6186" y="3630"/>
                    <a:pt x="5707" y="3721"/>
                    <a:pt x="5251" y="3721"/>
                  </a:cubicBezTo>
                  <a:cubicBezTo>
                    <a:pt x="4132" y="3698"/>
                    <a:pt x="3082" y="3219"/>
                    <a:pt x="2146" y="2648"/>
                  </a:cubicBezTo>
                  <a:cubicBezTo>
                    <a:pt x="1667" y="2374"/>
                    <a:pt x="1188" y="2055"/>
                    <a:pt x="868" y="1598"/>
                  </a:cubicBezTo>
                  <a:cubicBezTo>
                    <a:pt x="571" y="1142"/>
                    <a:pt x="434" y="526"/>
                    <a:pt x="640" y="252"/>
                  </a:cubicBezTo>
                  <a:cubicBezTo>
                    <a:pt x="640" y="160"/>
                    <a:pt x="663" y="92"/>
                    <a:pt x="6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" name="Google Shape;923;p56"/>
            <p:cNvSpPr/>
            <p:nvPr/>
          </p:nvSpPr>
          <p:spPr>
            <a:xfrm>
              <a:off x="2908261" y="3140052"/>
              <a:ext cx="104756" cy="65708"/>
            </a:xfrm>
            <a:custGeom>
              <a:rect b="b" l="l" r="r" t="t"/>
              <a:pathLst>
                <a:path extrusionOk="0" h="2435" w="3882">
                  <a:moveTo>
                    <a:pt x="1" y="0"/>
                  </a:moveTo>
                  <a:cubicBezTo>
                    <a:pt x="1119" y="799"/>
                    <a:pt x="2306" y="1552"/>
                    <a:pt x="3493" y="2306"/>
                  </a:cubicBezTo>
                  <a:cubicBezTo>
                    <a:pt x="3582" y="2377"/>
                    <a:pt x="3699" y="2434"/>
                    <a:pt x="3800" y="2434"/>
                  </a:cubicBezTo>
                  <a:cubicBezTo>
                    <a:pt x="3829" y="2434"/>
                    <a:pt x="3856" y="2430"/>
                    <a:pt x="3881" y="2420"/>
                  </a:cubicBezTo>
                  <a:cubicBezTo>
                    <a:pt x="3858" y="1940"/>
                    <a:pt x="3470" y="1575"/>
                    <a:pt x="3082" y="1301"/>
                  </a:cubicBezTo>
                  <a:cubicBezTo>
                    <a:pt x="2169" y="639"/>
                    <a:pt x="1119" y="183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24" name="Google Shape;924;p56"/>
          <p:cNvGrpSpPr/>
          <p:nvPr/>
        </p:nvGrpSpPr>
        <p:grpSpPr>
          <a:xfrm flipH="1">
            <a:off x="117126" y="265805"/>
            <a:ext cx="436105" cy="547391"/>
            <a:chOff x="3474326" y="3626268"/>
            <a:chExt cx="436105" cy="547391"/>
          </a:xfrm>
        </p:grpSpPr>
        <p:sp>
          <p:nvSpPr>
            <p:cNvPr id="925" name="Google Shape;925;p56"/>
            <p:cNvSpPr/>
            <p:nvPr/>
          </p:nvSpPr>
          <p:spPr>
            <a:xfrm>
              <a:off x="3474326" y="3626268"/>
              <a:ext cx="436105" cy="547391"/>
            </a:xfrm>
            <a:custGeom>
              <a:rect b="b" l="l" r="r" t="t"/>
              <a:pathLst>
                <a:path extrusionOk="0" h="20285" w="16161">
                  <a:moveTo>
                    <a:pt x="15014" y="0"/>
                  </a:moveTo>
                  <a:cubicBezTo>
                    <a:pt x="14698" y="0"/>
                    <a:pt x="14368" y="114"/>
                    <a:pt x="14106" y="288"/>
                  </a:cubicBezTo>
                  <a:cubicBezTo>
                    <a:pt x="13307" y="790"/>
                    <a:pt x="12897" y="1703"/>
                    <a:pt x="12508" y="2548"/>
                  </a:cubicBezTo>
                  <a:cubicBezTo>
                    <a:pt x="12394" y="2822"/>
                    <a:pt x="12257" y="3118"/>
                    <a:pt x="12029" y="3301"/>
                  </a:cubicBezTo>
                  <a:cubicBezTo>
                    <a:pt x="11755" y="3506"/>
                    <a:pt x="11390" y="3552"/>
                    <a:pt x="11070" y="3666"/>
                  </a:cubicBezTo>
                  <a:cubicBezTo>
                    <a:pt x="10591" y="3872"/>
                    <a:pt x="10203" y="4282"/>
                    <a:pt x="10066" y="4785"/>
                  </a:cubicBezTo>
                  <a:cubicBezTo>
                    <a:pt x="9952" y="5173"/>
                    <a:pt x="9975" y="5629"/>
                    <a:pt x="9792" y="5994"/>
                  </a:cubicBezTo>
                  <a:cubicBezTo>
                    <a:pt x="9541" y="6519"/>
                    <a:pt x="8971" y="6816"/>
                    <a:pt x="8400" y="6953"/>
                  </a:cubicBezTo>
                  <a:cubicBezTo>
                    <a:pt x="7852" y="7090"/>
                    <a:pt x="7259" y="7113"/>
                    <a:pt x="6734" y="7295"/>
                  </a:cubicBezTo>
                  <a:cubicBezTo>
                    <a:pt x="5547" y="7729"/>
                    <a:pt x="4816" y="8870"/>
                    <a:pt x="4177" y="9943"/>
                  </a:cubicBezTo>
                  <a:cubicBezTo>
                    <a:pt x="3104" y="11701"/>
                    <a:pt x="2054" y="13458"/>
                    <a:pt x="982" y="15216"/>
                  </a:cubicBezTo>
                  <a:cubicBezTo>
                    <a:pt x="685" y="15718"/>
                    <a:pt x="365" y="16220"/>
                    <a:pt x="183" y="16791"/>
                  </a:cubicBezTo>
                  <a:cubicBezTo>
                    <a:pt x="23" y="17339"/>
                    <a:pt x="0" y="17978"/>
                    <a:pt x="251" y="18503"/>
                  </a:cubicBezTo>
                  <a:cubicBezTo>
                    <a:pt x="457" y="18913"/>
                    <a:pt x="776" y="19233"/>
                    <a:pt x="1141" y="19507"/>
                  </a:cubicBezTo>
                  <a:cubicBezTo>
                    <a:pt x="1621" y="19872"/>
                    <a:pt x="2146" y="20192"/>
                    <a:pt x="2739" y="20260"/>
                  </a:cubicBezTo>
                  <a:cubicBezTo>
                    <a:pt x="2852" y="20277"/>
                    <a:pt x="2964" y="20285"/>
                    <a:pt x="3076" y="20285"/>
                  </a:cubicBezTo>
                  <a:cubicBezTo>
                    <a:pt x="3732" y="20285"/>
                    <a:pt x="4361" y="20011"/>
                    <a:pt x="4908" y="19621"/>
                  </a:cubicBezTo>
                  <a:cubicBezTo>
                    <a:pt x="5524" y="19165"/>
                    <a:pt x="6003" y="18548"/>
                    <a:pt x="6483" y="17955"/>
                  </a:cubicBezTo>
                  <a:cubicBezTo>
                    <a:pt x="7738" y="16403"/>
                    <a:pt x="8993" y="14851"/>
                    <a:pt x="10249" y="13298"/>
                  </a:cubicBezTo>
                  <a:cubicBezTo>
                    <a:pt x="10774" y="12637"/>
                    <a:pt x="11299" y="11975"/>
                    <a:pt x="11550" y="11176"/>
                  </a:cubicBezTo>
                  <a:cubicBezTo>
                    <a:pt x="11824" y="10171"/>
                    <a:pt x="11641" y="9121"/>
                    <a:pt x="11436" y="8094"/>
                  </a:cubicBezTo>
                  <a:cubicBezTo>
                    <a:pt x="12303" y="7775"/>
                    <a:pt x="13056" y="7067"/>
                    <a:pt x="13444" y="6200"/>
                  </a:cubicBezTo>
                  <a:cubicBezTo>
                    <a:pt x="13695" y="5584"/>
                    <a:pt x="13787" y="4899"/>
                    <a:pt x="14106" y="4305"/>
                  </a:cubicBezTo>
                  <a:cubicBezTo>
                    <a:pt x="14403" y="3712"/>
                    <a:pt x="14928" y="3255"/>
                    <a:pt x="15362" y="2730"/>
                  </a:cubicBezTo>
                  <a:cubicBezTo>
                    <a:pt x="15795" y="2205"/>
                    <a:pt x="16161" y="1543"/>
                    <a:pt x="16046" y="881"/>
                  </a:cubicBezTo>
                  <a:cubicBezTo>
                    <a:pt x="16001" y="653"/>
                    <a:pt x="15909" y="425"/>
                    <a:pt x="15727" y="265"/>
                  </a:cubicBezTo>
                  <a:cubicBezTo>
                    <a:pt x="15530" y="79"/>
                    <a:pt x="15277" y="0"/>
                    <a:pt x="150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" name="Google Shape;926;p56"/>
            <p:cNvSpPr/>
            <p:nvPr/>
          </p:nvSpPr>
          <p:spPr>
            <a:xfrm>
              <a:off x="3495887" y="3856369"/>
              <a:ext cx="263023" cy="294352"/>
            </a:xfrm>
            <a:custGeom>
              <a:rect b="b" l="l" r="r" t="t"/>
              <a:pathLst>
                <a:path extrusionOk="0" h="10908" w="9747">
                  <a:moveTo>
                    <a:pt x="5318" y="1"/>
                  </a:moveTo>
                  <a:cubicBezTo>
                    <a:pt x="3561" y="2055"/>
                    <a:pt x="2054" y="4498"/>
                    <a:pt x="867" y="7054"/>
                  </a:cubicBezTo>
                  <a:cubicBezTo>
                    <a:pt x="411" y="8035"/>
                    <a:pt x="0" y="9245"/>
                    <a:pt x="616" y="10135"/>
                  </a:cubicBezTo>
                  <a:cubicBezTo>
                    <a:pt x="974" y="10665"/>
                    <a:pt x="1602" y="10908"/>
                    <a:pt x="2245" y="10908"/>
                  </a:cubicBezTo>
                  <a:cubicBezTo>
                    <a:pt x="2627" y="10908"/>
                    <a:pt x="3015" y="10822"/>
                    <a:pt x="3355" y="10660"/>
                  </a:cubicBezTo>
                  <a:cubicBezTo>
                    <a:pt x="4291" y="10250"/>
                    <a:pt x="4953" y="9405"/>
                    <a:pt x="5592" y="8606"/>
                  </a:cubicBezTo>
                  <a:cubicBezTo>
                    <a:pt x="6985" y="6871"/>
                    <a:pt x="8354" y="5114"/>
                    <a:pt x="9747" y="3356"/>
                  </a:cubicBezTo>
                  <a:cubicBezTo>
                    <a:pt x="8879" y="3105"/>
                    <a:pt x="7966" y="2854"/>
                    <a:pt x="7350" y="2192"/>
                  </a:cubicBezTo>
                  <a:cubicBezTo>
                    <a:pt x="6642" y="1462"/>
                    <a:pt x="6300" y="275"/>
                    <a:pt x="531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7" name="Google Shape;927;p56"/>
            <p:cNvSpPr/>
            <p:nvPr/>
          </p:nvSpPr>
          <p:spPr>
            <a:xfrm>
              <a:off x="3731169" y="3626268"/>
              <a:ext cx="179261" cy="217823"/>
            </a:xfrm>
            <a:custGeom>
              <a:rect b="b" l="l" r="r" t="t"/>
              <a:pathLst>
                <a:path extrusionOk="0" h="8072" w="6643">
                  <a:moveTo>
                    <a:pt x="5496" y="0"/>
                  </a:moveTo>
                  <a:cubicBezTo>
                    <a:pt x="5180" y="0"/>
                    <a:pt x="4850" y="114"/>
                    <a:pt x="4588" y="288"/>
                  </a:cubicBezTo>
                  <a:cubicBezTo>
                    <a:pt x="3789" y="790"/>
                    <a:pt x="3379" y="1703"/>
                    <a:pt x="2990" y="2548"/>
                  </a:cubicBezTo>
                  <a:cubicBezTo>
                    <a:pt x="2876" y="2822"/>
                    <a:pt x="2739" y="3118"/>
                    <a:pt x="2511" y="3301"/>
                  </a:cubicBezTo>
                  <a:cubicBezTo>
                    <a:pt x="2237" y="3506"/>
                    <a:pt x="1872" y="3552"/>
                    <a:pt x="1552" y="3666"/>
                  </a:cubicBezTo>
                  <a:cubicBezTo>
                    <a:pt x="1073" y="3872"/>
                    <a:pt x="685" y="4282"/>
                    <a:pt x="548" y="4785"/>
                  </a:cubicBezTo>
                  <a:cubicBezTo>
                    <a:pt x="434" y="5173"/>
                    <a:pt x="457" y="5629"/>
                    <a:pt x="274" y="6017"/>
                  </a:cubicBezTo>
                  <a:cubicBezTo>
                    <a:pt x="206" y="6131"/>
                    <a:pt x="114" y="6268"/>
                    <a:pt x="0" y="6360"/>
                  </a:cubicBezTo>
                  <a:cubicBezTo>
                    <a:pt x="388" y="7113"/>
                    <a:pt x="1050" y="7706"/>
                    <a:pt x="1826" y="8003"/>
                  </a:cubicBezTo>
                  <a:cubicBezTo>
                    <a:pt x="1895" y="8026"/>
                    <a:pt x="1941" y="8049"/>
                    <a:pt x="1986" y="8071"/>
                  </a:cubicBezTo>
                  <a:cubicBezTo>
                    <a:pt x="2831" y="7729"/>
                    <a:pt x="3561" y="7044"/>
                    <a:pt x="3926" y="6200"/>
                  </a:cubicBezTo>
                  <a:cubicBezTo>
                    <a:pt x="4177" y="5584"/>
                    <a:pt x="4269" y="4899"/>
                    <a:pt x="4588" y="4305"/>
                  </a:cubicBezTo>
                  <a:cubicBezTo>
                    <a:pt x="4885" y="3712"/>
                    <a:pt x="5410" y="3255"/>
                    <a:pt x="5844" y="2730"/>
                  </a:cubicBezTo>
                  <a:cubicBezTo>
                    <a:pt x="6277" y="2205"/>
                    <a:pt x="6643" y="1543"/>
                    <a:pt x="6528" y="881"/>
                  </a:cubicBezTo>
                  <a:cubicBezTo>
                    <a:pt x="6483" y="653"/>
                    <a:pt x="6391" y="425"/>
                    <a:pt x="6209" y="265"/>
                  </a:cubicBezTo>
                  <a:cubicBezTo>
                    <a:pt x="6012" y="79"/>
                    <a:pt x="5759" y="0"/>
                    <a:pt x="54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28" name="Google Shape;928;p56"/>
          <p:cNvGrpSpPr/>
          <p:nvPr/>
        </p:nvGrpSpPr>
        <p:grpSpPr>
          <a:xfrm flipH="1">
            <a:off x="7067279" y="154928"/>
            <a:ext cx="409454" cy="384000"/>
            <a:chOff x="3089978" y="4184399"/>
            <a:chExt cx="388071" cy="363947"/>
          </a:xfrm>
        </p:grpSpPr>
        <p:sp>
          <p:nvSpPr>
            <p:cNvPr id="929" name="Google Shape;929;p56"/>
            <p:cNvSpPr/>
            <p:nvPr/>
          </p:nvSpPr>
          <p:spPr>
            <a:xfrm>
              <a:off x="3089978" y="4184399"/>
              <a:ext cx="388071" cy="363947"/>
            </a:xfrm>
            <a:custGeom>
              <a:rect b="b" l="l" r="r" t="t"/>
              <a:pathLst>
                <a:path extrusionOk="0" h="13487" w="14381">
                  <a:moveTo>
                    <a:pt x="2308" y="0"/>
                  </a:moveTo>
                  <a:cubicBezTo>
                    <a:pt x="1580" y="0"/>
                    <a:pt x="863" y="267"/>
                    <a:pt x="434" y="855"/>
                  </a:cubicBezTo>
                  <a:cubicBezTo>
                    <a:pt x="92" y="1312"/>
                    <a:pt x="0" y="1905"/>
                    <a:pt x="46" y="2499"/>
                  </a:cubicBezTo>
                  <a:cubicBezTo>
                    <a:pt x="206" y="4097"/>
                    <a:pt x="1507" y="5306"/>
                    <a:pt x="2716" y="6379"/>
                  </a:cubicBezTo>
                  <a:cubicBezTo>
                    <a:pt x="4953" y="8319"/>
                    <a:pt x="7190" y="10282"/>
                    <a:pt x="9404" y="12245"/>
                  </a:cubicBezTo>
                  <a:cubicBezTo>
                    <a:pt x="9747" y="12542"/>
                    <a:pt x="10409" y="12976"/>
                    <a:pt x="11093" y="13249"/>
                  </a:cubicBezTo>
                  <a:cubicBezTo>
                    <a:pt x="11453" y="13400"/>
                    <a:pt x="11849" y="13486"/>
                    <a:pt x="12234" y="13486"/>
                  </a:cubicBezTo>
                  <a:cubicBezTo>
                    <a:pt x="12607" y="13486"/>
                    <a:pt x="12971" y="13406"/>
                    <a:pt x="13285" y="13227"/>
                  </a:cubicBezTo>
                  <a:cubicBezTo>
                    <a:pt x="13992" y="12839"/>
                    <a:pt x="14380" y="12017"/>
                    <a:pt x="14380" y="11218"/>
                  </a:cubicBezTo>
                  <a:cubicBezTo>
                    <a:pt x="14380" y="10419"/>
                    <a:pt x="14038" y="9643"/>
                    <a:pt x="13558" y="9004"/>
                  </a:cubicBezTo>
                  <a:cubicBezTo>
                    <a:pt x="13102" y="8365"/>
                    <a:pt x="12486" y="7817"/>
                    <a:pt x="11892" y="7292"/>
                  </a:cubicBezTo>
                  <a:cubicBezTo>
                    <a:pt x="9861" y="5489"/>
                    <a:pt x="7829" y="3663"/>
                    <a:pt x="5798" y="1860"/>
                  </a:cubicBezTo>
                  <a:cubicBezTo>
                    <a:pt x="5022" y="1175"/>
                    <a:pt x="4223" y="467"/>
                    <a:pt x="3241" y="148"/>
                  </a:cubicBezTo>
                  <a:cubicBezTo>
                    <a:pt x="2944" y="51"/>
                    <a:pt x="2625" y="0"/>
                    <a:pt x="2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" name="Google Shape;930;p56"/>
            <p:cNvSpPr/>
            <p:nvPr/>
          </p:nvSpPr>
          <p:spPr>
            <a:xfrm>
              <a:off x="3168208" y="4252428"/>
              <a:ext cx="225460" cy="223004"/>
            </a:xfrm>
            <a:custGeom>
              <a:rect b="b" l="l" r="r" t="t"/>
              <a:pathLst>
                <a:path extrusionOk="0" h="8264" w="8355">
                  <a:moveTo>
                    <a:pt x="3629" y="1"/>
                  </a:moveTo>
                  <a:cubicBezTo>
                    <a:pt x="2465" y="1370"/>
                    <a:pt x="1255" y="2717"/>
                    <a:pt x="0" y="4018"/>
                  </a:cubicBezTo>
                  <a:cubicBezTo>
                    <a:pt x="1621" y="5433"/>
                    <a:pt x="3218" y="6848"/>
                    <a:pt x="4839" y="8263"/>
                  </a:cubicBezTo>
                  <a:cubicBezTo>
                    <a:pt x="5957" y="6848"/>
                    <a:pt x="7144" y="5501"/>
                    <a:pt x="8354" y="4200"/>
                  </a:cubicBezTo>
                  <a:cubicBezTo>
                    <a:pt x="6779" y="2808"/>
                    <a:pt x="5204" y="1393"/>
                    <a:pt x="362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" name="Google Shape;931;p56"/>
            <p:cNvSpPr/>
            <p:nvPr/>
          </p:nvSpPr>
          <p:spPr>
            <a:xfrm>
              <a:off x="3202074" y="4297385"/>
              <a:ext cx="155865" cy="132469"/>
            </a:xfrm>
            <a:custGeom>
              <a:rect b="b" l="l" r="r" t="t"/>
              <a:pathLst>
                <a:path extrusionOk="0" h="4909" w="5776">
                  <a:moveTo>
                    <a:pt x="1941" y="1"/>
                  </a:moveTo>
                  <a:cubicBezTo>
                    <a:pt x="1872" y="1"/>
                    <a:pt x="1804" y="46"/>
                    <a:pt x="1826" y="115"/>
                  </a:cubicBezTo>
                  <a:cubicBezTo>
                    <a:pt x="1826" y="183"/>
                    <a:pt x="1872" y="252"/>
                    <a:pt x="1941" y="252"/>
                  </a:cubicBezTo>
                  <a:lnTo>
                    <a:pt x="2534" y="252"/>
                  </a:lnTo>
                  <a:cubicBezTo>
                    <a:pt x="2603" y="252"/>
                    <a:pt x="2648" y="183"/>
                    <a:pt x="2648" y="115"/>
                  </a:cubicBezTo>
                  <a:cubicBezTo>
                    <a:pt x="2648" y="46"/>
                    <a:pt x="2603" y="1"/>
                    <a:pt x="2534" y="1"/>
                  </a:cubicBezTo>
                  <a:close/>
                  <a:moveTo>
                    <a:pt x="2511" y="845"/>
                  </a:moveTo>
                  <a:cubicBezTo>
                    <a:pt x="2443" y="845"/>
                    <a:pt x="2374" y="914"/>
                    <a:pt x="2374" y="982"/>
                  </a:cubicBezTo>
                  <a:cubicBezTo>
                    <a:pt x="2374" y="1051"/>
                    <a:pt x="2443" y="1096"/>
                    <a:pt x="2511" y="1096"/>
                  </a:cubicBezTo>
                  <a:lnTo>
                    <a:pt x="3150" y="1096"/>
                  </a:lnTo>
                  <a:cubicBezTo>
                    <a:pt x="3219" y="1096"/>
                    <a:pt x="3264" y="1028"/>
                    <a:pt x="3264" y="960"/>
                  </a:cubicBezTo>
                  <a:cubicBezTo>
                    <a:pt x="3264" y="891"/>
                    <a:pt x="3219" y="845"/>
                    <a:pt x="3150" y="845"/>
                  </a:cubicBezTo>
                  <a:close/>
                  <a:moveTo>
                    <a:pt x="4474" y="1576"/>
                  </a:moveTo>
                  <a:lnTo>
                    <a:pt x="3789" y="1667"/>
                  </a:lnTo>
                  <a:cubicBezTo>
                    <a:pt x="3721" y="1667"/>
                    <a:pt x="3675" y="1736"/>
                    <a:pt x="3698" y="1804"/>
                  </a:cubicBezTo>
                  <a:cubicBezTo>
                    <a:pt x="3698" y="1873"/>
                    <a:pt x="3744" y="1918"/>
                    <a:pt x="3812" y="1918"/>
                  </a:cubicBezTo>
                  <a:lnTo>
                    <a:pt x="3835" y="1918"/>
                  </a:lnTo>
                  <a:lnTo>
                    <a:pt x="4497" y="1827"/>
                  </a:lnTo>
                  <a:cubicBezTo>
                    <a:pt x="4565" y="1827"/>
                    <a:pt x="4611" y="1758"/>
                    <a:pt x="4611" y="1690"/>
                  </a:cubicBezTo>
                  <a:cubicBezTo>
                    <a:pt x="4588" y="1621"/>
                    <a:pt x="4543" y="1576"/>
                    <a:pt x="4474" y="1576"/>
                  </a:cubicBezTo>
                  <a:close/>
                  <a:moveTo>
                    <a:pt x="2100" y="1690"/>
                  </a:moveTo>
                  <a:cubicBezTo>
                    <a:pt x="1849" y="1713"/>
                    <a:pt x="1621" y="1736"/>
                    <a:pt x="1393" y="1781"/>
                  </a:cubicBezTo>
                  <a:cubicBezTo>
                    <a:pt x="1324" y="1804"/>
                    <a:pt x="1279" y="1873"/>
                    <a:pt x="1301" y="1941"/>
                  </a:cubicBezTo>
                  <a:cubicBezTo>
                    <a:pt x="1301" y="2009"/>
                    <a:pt x="1370" y="2055"/>
                    <a:pt x="1416" y="2055"/>
                  </a:cubicBezTo>
                  <a:cubicBezTo>
                    <a:pt x="1416" y="2055"/>
                    <a:pt x="1438" y="2032"/>
                    <a:pt x="1438" y="2032"/>
                  </a:cubicBezTo>
                  <a:cubicBezTo>
                    <a:pt x="1667" y="1987"/>
                    <a:pt x="1895" y="1964"/>
                    <a:pt x="2100" y="1941"/>
                  </a:cubicBezTo>
                  <a:cubicBezTo>
                    <a:pt x="2169" y="1941"/>
                    <a:pt x="2237" y="1895"/>
                    <a:pt x="2237" y="1827"/>
                  </a:cubicBezTo>
                  <a:cubicBezTo>
                    <a:pt x="2214" y="1736"/>
                    <a:pt x="2169" y="1690"/>
                    <a:pt x="2100" y="1690"/>
                  </a:cubicBezTo>
                  <a:close/>
                  <a:moveTo>
                    <a:pt x="822" y="2032"/>
                  </a:moveTo>
                  <a:lnTo>
                    <a:pt x="115" y="2055"/>
                  </a:lnTo>
                  <a:cubicBezTo>
                    <a:pt x="46" y="2055"/>
                    <a:pt x="0" y="2101"/>
                    <a:pt x="0" y="2169"/>
                  </a:cubicBezTo>
                  <a:cubicBezTo>
                    <a:pt x="0" y="2238"/>
                    <a:pt x="46" y="2306"/>
                    <a:pt x="137" y="2306"/>
                  </a:cubicBezTo>
                  <a:lnTo>
                    <a:pt x="822" y="2283"/>
                  </a:lnTo>
                  <a:lnTo>
                    <a:pt x="822" y="2032"/>
                  </a:lnTo>
                  <a:close/>
                  <a:moveTo>
                    <a:pt x="1712" y="2740"/>
                  </a:moveTo>
                  <a:cubicBezTo>
                    <a:pt x="1644" y="2740"/>
                    <a:pt x="1575" y="2808"/>
                    <a:pt x="1575" y="2877"/>
                  </a:cubicBezTo>
                  <a:cubicBezTo>
                    <a:pt x="1575" y="2945"/>
                    <a:pt x="1621" y="2991"/>
                    <a:pt x="1690" y="2991"/>
                  </a:cubicBezTo>
                  <a:lnTo>
                    <a:pt x="2511" y="3037"/>
                  </a:lnTo>
                  <a:lnTo>
                    <a:pt x="2534" y="3037"/>
                  </a:lnTo>
                  <a:cubicBezTo>
                    <a:pt x="2603" y="3037"/>
                    <a:pt x="2648" y="2991"/>
                    <a:pt x="2648" y="2922"/>
                  </a:cubicBezTo>
                  <a:cubicBezTo>
                    <a:pt x="2648" y="2854"/>
                    <a:pt x="2603" y="2786"/>
                    <a:pt x="2534" y="2786"/>
                  </a:cubicBezTo>
                  <a:lnTo>
                    <a:pt x="1712" y="2740"/>
                  </a:lnTo>
                  <a:close/>
                  <a:moveTo>
                    <a:pt x="5651" y="2711"/>
                  </a:moveTo>
                  <a:cubicBezTo>
                    <a:pt x="5640" y="2711"/>
                    <a:pt x="5628" y="2713"/>
                    <a:pt x="5615" y="2717"/>
                  </a:cubicBezTo>
                  <a:cubicBezTo>
                    <a:pt x="5364" y="2763"/>
                    <a:pt x="5136" y="2786"/>
                    <a:pt x="4885" y="2808"/>
                  </a:cubicBezTo>
                  <a:cubicBezTo>
                    <a:pt x="4817" y="2808"/>
                    <a:pt x="4771" y="2877"/>
                    <a:pt x="4771" y="2945"/>
                  </a:cubicBezTo>
                  <a:cubicBezTo>
                    <a:pt x="4771" y="3014"/>
                    <a:pt x="4817" y="3059"/>
                    <a:pt x="4885" y="3059"/>
                  </a:cubicBezTo>
                  <a:lnTo>
                    <a:pt x="4908" y="3059"/>
                  </a:lnTo>
                  <a:cubicBezTo>
                    <a:pt x="5159" y="3037"/>
                    <a:pt x="5410" y="3014"/>
                    <a:pt x="5661" y="2968"/>
                  </a:cubicBezTo>
                  <a:cubicBezTo>
                    <a:pt x="5730" y="2945"/>
                    <a:pt x="5775" y="2877"/>
                    <a:pt x="5752" y="2808"/>
                  </a:cubicBezTo>
                  <a:cubicBezTo>
                    <a:pt x="5752" y="2752"/>
                    <a:pt x="5706" y="2711"/>
                    <a:pt x="5651" y="2711"/>
                  </a:cubicBezTo>
                  <a:close/>
                  <a:moveTo>
                    <a:pt x="4086" y="3265"/>
                  </a:moveTo>
                  <a:lnTo>
                    <a:pt x="3356" y="3311"/>
                  </a:lnTo>
                  <a:cubicBezTo>
                    <a:pt x="3287" y="3311"/>
                    <a:pt x="3219" y="3379"/>
                    <a:pt x="3242" y="3447"/>
                  </a:cubicBezTo>
                  <a:cubicBezTo>
                    <a:pt x="3242" y="3516"/>
                    <a:pt x="3287" y="3562"/>
                    <a:pt x="3356" y="3562"/>
                  </a:cubicBezTo>
                  <a:lnTo>
                    <a:pt x="4109" y="3516"/>
                  </a:lnTo>
                  <a:cubicBezTo>
                    <a:pt x="4177" y="3516"/>
                    <a:pt x="4223" y="3470"/>
                    <a:pt x="4223" y="3402"/>
                  </a:cubicBezTo>
                  <a:cubicBezTo>
                    <a:pt x="4223" y="3333"/>
                    <a:pt x="4155" y="3265"/>
                    <a:pt x="4086" y="3265"/>
                  </a:cubicBezTo>
                  <a:close/>
                  <a:moveTo>
                    <a:pt x="1758" y="3904"/>
                  </a:moveTo>
                  <a:cubicBezTo>
                    <a:pt x="1690" y="3904"/>
                    <a:pt x="1621" y="3972"/>
                    <a:pt x="1621" y="4041"/>
                  </a:cubicBezTo>
                  <a:cubicBezTo>
                    <a:pt x="1621" y="4109"/>
                    <a:pt x="1667" y="4178"/>
                    <a:pt x="1735" y="4178"/>
                  </a:cubicBezTo>
                  <a:lnTo>
                    <a:pt x="2625" y="4201"/>
                  </a:lnTo>
                  <a:cubicBezTo>
                    <a:pt x="2694" y="4201"/>
                    <a:pt x="2739" y="4132"/>
                    <a:pt x="2739" y="4064"/>
                  </a:cubicBezTo>
                  <a:cubicBezTo>
                    <a:pt x="2739" y="3995"/>
                    <a:pt x="2694" y="3950"/>
                    <a:pt x="2625" y="3950"/>
                  </a:cubicBezTo>
                  <a:lnTo>
                    <a:pt x="1758" y="3904"/>
                  </a:lnTo>
                  <a:close/>
                  <a:moveTo>
                    <a:pt x="4155" y="4634"/>
                  </a:moveTo>
                  <a:lnTo>
                    <a:pt x="3287" y="4657"/>
                  </a:lnTo>
                  <a:cubicBezTo>
                    <a:pt x="3219" y="4657"/>
                    <a:pt x="3150" y="4703"/>
                    <a:pt x="3150" y="4771"/>
                  </a:cubicBezTo>
                  <a:cubicBezTo>
                    <a:pt x="3150" y="4863"/>
                    <a:pt x="3219" y="4908"/>
                    <a:pt x="3287" y="4908"/>
                  </a:cubicBezTo>
                  <a:lnTo>
                    <a:pt x="4155" y="4885"/>
                  </a:lnTo>
                  <a:cubicBezTo>
                    <a:pt x="4223" y="4885"/>
                    <a:pt x="4292" y="4817"/>
                    <a:pt x="4292" y="4749"/>
                  </a:cubicBezTo>
                  <a:cubicBezTo>
                    <a:pt x="4292" y="4680"/>
                    <a:pt x="4223" y="4634"/>
                    <a:pt x="4155" y="4634"/>
                  </a:cubicBezTo>
                  <a:close/>
                </a:path>
              </a:pathLst>
            </a:custGeom>
            <a:solidFill>
              <a:schemeClr val="dk1">
                <a:alpha val="297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2" name="Google Shape;932;p56"/>
          <p:cNvSpPr/>
          <p:nvPr/>
        </p:nvSpPr>
        <p:spPr>
          <a:xfrm flipH="1" rot="3650503">
            <a:off x="3784623" y="4296820"/>
            <a:ext cx="1206069" cy="993679"/>
          </a:xfrm>
          <a:custGeom>
            <a:rect b="b" l="l" r="r" t="t"/>
            <a:pathLst>
              <a:path extrusionOk="0" h="29503" w="35809">
                <a:moveTo>
                  <a:pt x="15987" y="1"/>
                </a:moveTo>
                <a:cubicBezTo>
                  <a:pt x="15307" y="1"/>
                  <a:pt x="14281" y="3232"/>
                  <a:pt x="14368" y="6973"/>
                </a:cubicBezTo>
                <a:cubicBezTo>
                  <a:pt x="14458" y="10828"/>
                  <a:pt x="15190" y="13875"/>
                  <a:pt x="15404" y="14690"/>
                </a:cubicBezTo>
                <a:cubicBezTo>
                  <a:pt x="14257" y="15585"/>
                  <a:pt x="13139" y="16472"/>
                  <a:pt x="12154" y="17278"/>
                </a:cubicBezTo>
                <a:cubicBezTo>
                  <a:pt x="12377" y="15499"/>
                  <a:pt x="13438" y="6337"/>
                  <a:pt x="11926" y="5049"/>
                </a:cubicBezTo>
                <a:cubicBezTo>
                  <a:pt x="11844" y="4980"/>
                  <a:pt x="11771" y="4947"/>
                  <a:pt x="11706" y="4947"/>
                </a:cubicBezTo>
                <a:cubicBezTo>
                  <a:pt x="10531" y="4947"/>
                  <a:pt x="11858" y="15586"/>
                  <a:pt x="12085" y="17335"/>
                </a:cubicBezTo>
                <a:cubicBezTo>
                  <a:pt x="11392" y="17902"/>
                  <a:pt x="10768" y="18428"/>
                  <a:pt x="10252" y="18884"/>
                </a:cubicBezTo>
                <a:cubicBezTo>
                  <a:pt x="9784" y="19295"/>
                  <a:pt x="9290" y="19737"/>
                  <a:pt x="8781" y="20197"/>
                </a:cubicBezTo>
                <a:cubicBezTo>
                  <a:pt x="8837" y="19388"/>
                  <a:pt x="8963" y="17101"/>
                  <a:pt x="8739" y="15321"/>
                </a:cubicBezTo>
                <a:cubicBezTo>
                  <a:pt x="8461" y="13121"/>
                  <a:pt x="8054" y="9892"/>
                  <a:pt x="7037" y="8882"/>
                </a:cubicBezTo>
                <a:cubicBezTo>
                  <a:pt x="6947" y="8793"/>
                  <a:pt x="6865" y="8751"/>
                  <a:pt x="6789" y="8751"/>
                </a:cubicBezTo>
                <a:cubicBezTo>
                  <a:pt x="6001" y="8751"/>
                  <a:pt x="5945" y="13255"/>
                  <a:pt x="6706" y="16066"/>
                </a:cubicBezTo>
                <a:cubicBezTo>
                  <a:pt x="7376" y="18540"/>
                  <a:pt x="8293" y="19896"/>
                  <a:pt x="8628" y="20336"/>
                </a:cubicBezTo>
                <a:cubicBezTo>
                  <a:pt x="7462" y="21390"/>
                  <a:pt x="6232" y="22525"/>
                  <a:pt x="5096" y="23580"/>
                </a:cubicBezTo>
                <a:cubicBezTo>
                  <a:pt x="4742" y="21933"/>
                  <a:pt x="2590" y="12171"/>
                  <a:pt x="1305" y="11870"/>
                </a:cubicBezTo>
                <a:cubicBezTo>
                  <a:pt x="1249" y="11856"/>
                  <a:pt x="1196" y="11850"/>
                  <a:pt x="1148" y="11850"/>
                </a:cubicBezTo>
                <a:cubicBezTo>
                  <a:pt x="0" y="11850"/>
                  <a:pt x="1144" y="15497"/>
                  <a:pt x="2010" y="18541"/>
                </a:cubicBezTo>
                <a:cubicBezTo>
                  <a:pt x="2773" y="21225"/>
                  <a:pt x="4488" y="23142"/>
                  <a:pt x="5000" y="23669"/>
                </a:cubicBezTo>
                <a:cubicBezTo>
                  <a:pt x="2665" y="25843"/>
                  <a:pt x="761" y="27656"/>
                  <a:pt x="729" y="27687"/>
                </a:cubicBezTo>
                <a:cubicBezTo>
                  <a:pt x="645" y="27766"/>
                  <a:pt x="643" y="27898"/>
                  <a:pt x="722" y="27982"/>
                </a:cubicBezTo>
                <a:cubicBezTo>
                  <a:pt x="763" y="28024"/>
                  <a:pt x="818" y="28046"/>
                  <a:pt x="873" y="28046"/>
                </a:cubicBezTo>
                <a:cubicBezTo>
                  <a:pt x="924" y="28046"/>
                  <a:pt x="976" y="28027"/>
                  <a:pt x="1015" y="27989"/>
                </a:cubicBezTo>
                <a:cubicBezTo>
                  <a:pt x="1044" y="27961"/>
                  <a:pt x="2508" y="26567"/>
                  <a:pt x="4438" y="24762"/>
                </a:cubicBezTo>
                <a:cubicBezTo>
                  <a:pt x="4937" y="25299"/>
                  <a:pt x="7022" y="27416"/>
                  <a:pt x="9822" y="28442"/>
                </a:cubicBezTo>
                <a:cubicBezTo>
                  <a:pt x="11569" y="29082"/>
                  <a:pt x="13043" y="29502"/>
                  <a:pt x="13944" y="29502"/>
                </a:cubicBezTo>
                <a:cubicBezTo>
                  <a:pt x="14706" y="29502"/>
                  <a:pt x="15060" y="29202"/>
                  <a:pt x="14824" y="28481"/>
                </a:cubicBezTo>
                <a:cubicBezTo>
                  <a:pt x="14353" y="27037"/>
                  <a:pt x="5935" y="25011"/>
                  <a:pt x="4525" y="24682"/>
                </a:cubicBezTo>
                <a:cubicBezTo>
                  <a:pt x="5736" y="23550"/>
                  <a:pt x="7122" y="22265"/>
                  <a:pt x="8453" y="21056"/>
                </a:cubicBezTo>
                <a:cubicBezTo>
                  <a:pt x="9028" y="21495"/>
                  <a:pt x="11038" y="22939"/>
                  <a:pt x="13519" y="23705"/>
                </a:cubicBezTo>
                <a:cubicBezTo>
                  <a:pt x="14917" y="24137"/>
                  <a:pt x="16280" y="24373"/>
                  <a:pt x="17219" y="24373"/>
                </a:cubicBezTo>
                <a:cubicBezTo>
                  <a:pt x="18262" y="24373"/>
                  <a:pt x="18784" y="24082"/>
                  <a:pt x="18253" y="23442"/>
                </a:cubicBezTo>
                <a:cubicBezTo>
                  <a:pt x="17346" y="22351"/>
                  <a:pt x="10041" y="21192"/>
                  <a:pt x="8551" y="20966"/>
                </a:cubicBezTo>
                <a:cubicBezTo>
                  <a:pt x="9238" y="20343"/>
                  <a:pt x="9907" y="19742"/>
                  <a:pt x="10527" y="19194"/>
                </a:cubicBezTo>
                <a:cubicBezTo>
                  <a:pt x="11026" y="18755"/>
                  <a:pt x="11626" y="18249"/>
                  <a:pt x="12292" y="17703"/>
                </a:cubicBezTo>
                <a:cubicBezTo>
                  <a:pt x="13223" y="18361"/>
                  <a:pt x="17658" y="21405"/>
                  <a:pt x="20039" y="21405"/>
                </a:cubicBezTo>
                <a:cubicBezTo>
                  <a:pt x="20668" y="21405"/>
                  <a:pt x="21154" y="21192"/>
                  <a:pt x="21393" y="20666"/>
                </a:cubicBezTo>
                <a:cubicBezTo>
                  <a:pt x="22518" y="18195"/>
                  <a:pt x="14163" y="17671"/>
                  <a:pt x="12429" y="17590"/>
                </a:cubicBezTo>
                <a:cubicBezTo>
                  <a:pt x="13473" y="16737"/>
                  <a:pt x="14669" y="15789"/>
                  <a:pt x="15889" y="14839"/>
                </a:cubicBezTo>
                <a:cubicBezTo>
                  <a:pt x="16572" y="15469"/>
                  <a:pt x="21288" y="19753"/>
                  <a:pt x="23143" y="19753"/>
                </a:cubicBezTo>
                <a:cubicBezTo>
                  <a:pt x="23456" y="19753"/>
                  <a:pt x="23687" y="19631"/>
                  <a:pt x="23804" y="19349"/>
                </a:cubicBezTo>
                <a:cubicBezTo>
                  <a:pt x="24607" y="17414"/>
                  <a:pt x="17037" y="15122"/>
                  <a:pt x="15939" y="14801"/>
                </a:cubicBezTo>
                <a:cubicBezTo>
                  <a:pt x="16884" y="14064"/>
                  <a:pt x="17842" y="13326"/>
                  <a:pt x="18753" y="12632"/>
                </a:cubicBezTo>
                <a:cubicBezTo>
                  <a:pt x="19677" y="13167"/>
                  <a:pt x="23672" y="15409"/>
                  <a:pt x="25766" y="15409"/>
                </a:cubicBezTo>
                <a:cubicBezTo>
                  <a:pt x="26368" y="15409"/>
                  <a:pt x="26812" y="15224"/>
                  <a:pt x="26983" y="14760"/>
                </a:cubicBezTo>
                <a:cubicBezTo>
                  <a:pt x="27726" y="12728"/>
                  <a:pt x="20565" y="12536"/>
                  <a:pt x="18900" y="12519"/>
                </a:cubicBezTo>
                <a:cubicBezTo>
                  <a:pt x="19594" y="11990"/>
                  <a:pt x="20257" y="11488"/>
                  <a:pt x="20864" y="11030"/>
                </a:cubicBezTo>
                <a:cubicBezTo>
                  <a:pt x="21653" y="11329"/>
                  <a:pt x="24365" y="12297"/>
                  <a:pt x="26536" y="12297"/>
                </a:cubicBezTo>
                <a:cubicBezTo>
                  <a:pt x="27567" y="12297"/>
                  <a:pt x="28476" y="12079"/>
                  <a:pt x="29000" y="11468"/>
                </a:cubicBezTo>
                <a:cubicBezTo>
                  <a:pt x="29730" y="10616"/>
                  <a:pt x="28546" y="10360"/>
                  <a:pt x="26858" y="10360"/>
                </a:cubicBezTo>
                <a:cubicBezTo>
                  <a:pt x="24844" y="10360"/>
                  <a:pt x="22113" y="10725"/>
                  <a:pt x="21068" y="10877"/>
                </a:cubicBezTo>
                <a:cubicBezTo>
                  <a:pt x="22154" y="10058"/>
                  <a:pt x="23038" y="9398"/>
                  <a:pt x="23557" y="9010"/>
                </a:cubicBezTo>
                <a:cubicBezTo>
                  <a:pt x="24913" y="8524"/>
                  <a:pt x="28112" y="7282"/>
                  <a:pt x="30457" y="5643"/>
                </a:cubicBezTo>
                <a:cubicBezTo>
                  <a:pt x="33505" y="3511"/>
                  <a:pt x="35808" y="1748"/>
                  <a:pt x="34285" y="1564"/>
                </a:cubicBezTo>
                <a:cubicBezTo>
                  <a:pt x="34255" y="1560"/>
                  <a:pt x="34222" y="1558"/>
                  <a:pt x="34187" y="1558"/>
                </a:cubicBezTo>
                <a:cubicBezTo>
                  <a:pt x="32630" y="1558"/>
                  <a:pt x="26873" y="5224"/>
                  <a:pt x="23715" y="8376"/>
                </a:cubicBezTo>
                <a:cubicBezTo>
                  <a:pt x="23400" y="8610"/>
                  <a:pt x="22367" y="9377"/>
                  <a:pt x="20979" y="10423"/>
                </a:cubicBezTo>
                <a:cubicBezTo>
                  <a:pt x="22252" y="8480"/>
                  <a:pt x="26568" y="1726"/>
                  <a:pt x="25050" y="1726"/>
                </a:cubicBezTo>
                <a:cubicBezTo>
                  <a:pt x="24989" y="1726"/>
                  <a:pt x="24920" y="1736"/>
                  <a:pt x="24840" y="1758"/>
                </a:cubicBezTo>
                <a:cubicBezTo>
                  <a:pt x="22704" y="2355"/>
                  <a:pt x="21055" y="9093"/>
                  <a:pt x="20705" y="10630"/>
                </a:cubicBezTo>
                <a:cubicBezTo>
                  <a:pt x="19973" y="11182"/>
                  <a:pt x="19154" y="11802"/>
                  <a:pt x="18298" y="12456"/>
                </a:cubicBezTo>
                <a:cubicBezTo>
                  <a:pt x="18846" y="10632"/>
                  <a:pt x="21322" y="2040"/>
                  <a:pt x="19462" y="1752"/>
                </a:cubicBezTo>
                <a:cubicBezTo>
                  <a:pt x="19433" y="1747"/>
                  <a:pt x="19404" y="1745"/>
                  <a:pt x="19376" y="1745"/>
                </a:cubicBezTo>
                <a:cubicBezTo>
                  <a:pt x="17577" y="1745"/>
                  <a:pt x="18076" y="10917"/>
                  <a:pt x="18179" y="12548"/>
                </a:cubicBezTo>
                <a:cubicBezTo>
                  <a:pt x="17325" y="13200"/>
                  <a:pt x="16438" y="13884"/>
                  <a:pt x="15563" y="14566"/>
                </a:cubicBezTo>
                <a:cubicBezTo>
                  <a:pt x="15836" y="13622"/>
                  <a:pt x="16579" y="10903"/>
                  <a:pt x="16774" y="8720"/>
                </a:cubicBezTo>
                <a:cubicBezTo>
                  <a:pt x="17014" y="6033"/>
                  <a:pt x="16925" y="2211"/>
                  <a:pt x="16353" y="444"/>
                </a:cubicBezTo>
                <a:cubicBezTo>
                  <a:pt x="16255" y="140"/>
                  <a:pt x="16128" y="1"/>
                  <a:pt x="15987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3" name="Google Shape;933;p56"/>
          <p:cNvSpPr/>
          <p:nvPr/>
        </p:nvSpPr>
        <p:spPr>
          <a:xfrm flipH="1">
            <a:off x="425031" y="170525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4" name="Google Shape;934;p56"/>
          <p:cNvSpPr/>
          <p:nvPr/>
        </p:nvSpPr>
        <p:spPr>
          <a:xfrm>
            <a:off x="7031338" y="4685775"/>
            <a:ext cx="111775" cy="105400"/>
          </a:xfrm>
          <a:custGeom>
            <a:rect b="b" l="l" r="r" t="t"/>
            <a:pathLst>
              <a:path extrusionOk="0" h="4216" w="4471">
                <a:moveTo>
                  <a:pt x="2432" y="1"/>
                </a:moveTo>
                <a:cubicBezTo>
                  <a:pt x="2379" y="1"/>
                  <a:pt x="2332" y="37"/>
                  <a:pt x="2320" y="92"/>
                </a:cubicBezTo>
                <a:lnTo>
                  <a:pt x="1960" y="1746"/>
                </a:lnTo>
                <a:cubicBezTo>
                  <a:pt x="1364" y="1561"/>
                  <a:pt x="761" y="1402"/>
                  <a:pt x="152" y="1271"/>
                </a:cubicBezTo>
                <a:cubicBezTo>
                  <a:pt x="143" y="1269"/>
                  <a:pt x="135" y="1268"/>
                  <a:pt x="126" y="1268"/>
                </a:cubicBezTo>
                <a:cubicBezTo>
                  <a:pt x="73" y="1268"/>
                  <a:pt x="26" y="1305"/>
                  <a:pt x="15" y="1359"/>
                </a:cubicBezTo>
                <a:cubicBezTo>
                  <a:pt x="1" y="1422"/>
                  <a:pt x="40" y="1482"/>
                  <a:pt x="103" y="1496"/>
                </a:cubicBezTo>
                <a:cubicBezTo>
                  <a:pt x="712" y="1627"/>
                  <a:pt x="1315" y="1787"/>
                  <a:pt x="1911" y="1972"/>
                </a:cubicBezTo>
                <a:lnTo>
                  <a:pt x="1454" y="4076"/>
                </a:lnTo>
                <a:cubicBezTo>
                  <a:pt x="1440" y="4137"/>
                  <a:pt x="1481" y="4199"/>
                  <a:pt x="1543" y="4213"/>
                </a:cubicBezTo>
                <a:cubicBezTo>
                  <a:pt x="1551" y="4215"/>
                  <a:pt x="1559" y="4215"/>
                  <a:pt x="1567" y="4215"/>
                </a:cubicBezTo>
                <a:cubicBezTo>
                  <a:pt x="1620" y="4215"/>
                  <a:pt x="1668" y="4178"/>
                  <a:pt x="1681" y="4125"/>
                </a:cubicBezTo>
                <a:lnTo>
                  <a:pt x="2132" y="2041"/>
                </a:lnTo>
                <a:cubicBezTo>
                  <a:pt x="2867" y="2278"/>
                  <a:pt x="3589" y="2554"/>
                  <a:pt x="4292" y="2870"/>
                </a:cubicBezTo>
                <a:cubicBezTo>
                  <a:pt x="4307" y="2876"/>
                  <a:pt x="4323" y="2880"/>
                  <a:pt x="4338" y="2880"/>
                </a:cubicBezTo>
                <a:cubicBezTo>
                  <a:pt x="4382" y="2880"/>
                  <a:pt x="4425" y="2854"/>
                  <a:pt x="4443" y="2812"/>
                </a:cubicBezTo>
                <a:cubicBezTo>
                  <a:pt x="4470" y="2754"/>
                  <a:pt x="4443" y="2685"/>
                  <a:pt x="4385" y="2660"/>
                </a:cubicBezTo>
                <a:cubicBezTo>
                  <a:pt x="3669" y="2337"/>
                  <a:pt x="2931" y="2056"/>
                  <a:pt x="2182" y="1815"/>
                </a:cubicBezTo>
                <a:lnTo>
                  <a:pt x="2546" y="140"/>
                </a:lnTo>
                <a:cubicBezTo>
                  <a:pt x="2559" y="78"/>
                  <a:pt x="2519" y="16"/>
                  <a:pt x="2457" y="3"/>
                </a:cubicBezTo>
                <a:cubicBezTo>
                  <a:pt x="2448" y="1"/>
                  <a:pt x="2440" y="1"/>
                  <a:pt x="243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5" name="Google Shape;935;p56"/>
          <p:cNvSpPr/>
          <p:nvPr/>
        </p:nvSpPr>
        <p:spPr>
          <a:xfrm rot="5735881">
            <a:off x="2315396" y="4734802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6" name="Google Shape;936;p56"/>
          <p:cNvSpPr/>
          <p:nvPr/>
        </p:nvSpPr>
        <p:spPr>
          <a:xfrm rot="-9486283">
            <a:off x="8595512" y="832578"/>
            <a:ext cx="189667" cy="156092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7" name="Google Shape;937;p56"/>
          <p:cNvSpPr/>
          <p:nvPr/>
        </p:nvSpPr>
        <p:spPr>
          <a:xfrm>
            <a:off x="5455150" y="48706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8" name="Google Shape;938;p56"/>
          <p:cNvSpPr/>
          <p:nvPr/>
        </p:nvSpPr>
        <p:spPr>
          <a:xfrm flipH="1">
            <a:off x="2785060" y="21115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LANK_1_1_1_1_1_1"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57"/>
          <p:cNvSpPr txBox="1"/>
          <p:nvPr>
            <p:ph hasCustomPrompt="1" type="title"/>
          </p:nvPr>
        </p:nvSpPr>
        <p:spPr>
          <a:xfrm>
            <a:off x="2960450" y="1378250"/>
            <a:ext cx="32232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41" name="Google Shape;941;p57"/>
          <p:cNvSpPr txBox="1"/>
          <p:nvPr>
            <p:ph idx="1" type="subTitle"/>
          </p:nvPr>
        </p:nvSpPr>
        <p:spPr>
          <a:xfrm>
            <a:off x="2960450" y="2206550"/>
            <a:ext cx="3223200" cy="50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2" name="Google Shape;942;p57"/>
          <p:cNvSpPr txBox="1"/>
          <p:nvPr>
            <p:ph hasCustomPrompt="1" idx="2" type="title"/>
          </p:nvPr>
        </p:nvSpPr>
        <p:spPr>
          <a:xfrm>
            <a:off x="1284000" y="3032875"/>
            <a:ext cx="31911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43" name="Google Shape;943;p57"/>
          <p:cNvSpPr txBox="1"/>
          <p:nvPr>
            <p:ph idx="3" type="subTitle"/>
          </p:nvPr>
        </p:nvSpPr>
        <p:spPr>
          <a:xfrm>
            <a:off x="1284000" y="3861175"/>
            <a:ext cx="3191100" cy="50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4" name="Google Shape;944;p57"/>
          <p:cNvSpPr txBox="1"/>
          <p:nvPr>
            <p:ph hasCustomPrompt="1" idx="4" type="title"/>
          </p:nvPr>
        </p:nvSpPr>
        <p:spPr>
          <a:xfrm>
            <a:off x="4668900" y="3032875"/>
            <a:ext cx="31911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45" name="Google Shape;945;p57"/>
          <p:cNvSpPr txBox="1"/>
          <p:nvPr>
            <p:ph idx="5" type="subTitle"/>
          </p:nvPr>
        </p:nvSpPr>
        <p:spPr>
          <a:xfrm>
            <a:off x="4668900" y="3861175"/>
            <a:ext cx="3191100" cy="50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6" name="Google Shape;946;p57"/>
          <p:cNvSpPr txBox="1"/>
          <p:nvPr>
            <p:ph idx="6"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947" name="Google Shape;947;p57"/>
          <p:cNvSpPr/>
          <p:nvPr/>
        </p:nvSpPr>
        <p:spPr>
          <a:xfrm>
            <a:off x="8135475" y="14844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48" name="Google Shape;948;p57"/>
          <p:cNvGrpSpPr/>
          <p:nvPr/>
        </p:nvGrpSpPr>
        <p:grpSpPr>
          <a:xfrm>
            <a:off x="8154826" y="3096390"/>
            <a:ext cx="1299652" cy="2651951"/>
            <a:chOff x="8154826" y="3096390"/>
            <a:chExt cx="1299652" cy="2651951"/>
          </a:xfrm>
        </p:grpSpPr>
        <p:sp>
          <p:nvSpPr>
            <p:cNvPr id="949" name="Google Shape;949;p57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0" name="Google Shape;950;p57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1" name="Google Shape;951;p57"/>
          <p:cNvSpPr/>
          <p:nvPr/>
        </p:nvSpPr>
        <p:spPr>
          <a:xfrm rot="-252784">
            <a:off x="8387283" y="1616981"/>
            <a:ext cx="904227" cy="1339718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52" name="Google Shape;952;p57"/>
          <p:cNvGrpSpPr/>
          <p:nvPr/>
        </p:nvGrpSpPr>
        <p:grpSpPr>
          <a:xfrm>
            <a:off x="-1029378" y="3466543"/>
            <a:ext cx="1962493" cy="2073383"/>
            <a:chOff x="-1029378" y="3466543"/>
            <a:chExt cx="1962493" cy="2073383"/>
          </a:xfrm>
        </p:grpSpPr>
        <p:sp>
          <p:nvSpPr>
            <p:cNvPr id="953" name="Google Shape;953;p57"/>
            <p:cNvSpPr/>
            <p:nvPr/>
          </p:nvSpPr>
          <p:spPr>
            <a:xfrm rot="783234">
              <a:off x="-897830" y="4006315"/>
              <a:ext cx="1699397" cy="1359253"/>
            </a:xfrm>
            <a:custGeom>
              <a:rect b="b" l="l" r="r" t="t"/>
              <a:pathLst>
                <a:path extrusionOk="0" h="50371" w="62976">
                  <a:moveTo>
                    <a:pt x="58341" y="1"/>
                  </a:moveTo>
                  <a:cubicBezTo>
                    <a:pt x="58190" y="1"/>
                    <a:pt x="58038" y="12"/>
                    <a:pt x="57886" y="34"/>
                  </a:cubicBezTo>
                  <a:cubicBezTo>
                    <a:pt x="56174" y="285"/>
                    <a:pt x="54964" y="1860"/>
                    <a:pt x="54371" y="3481"/>
                  </a:cubicBezTo>
                  <a:cubicBezTo>
                    <a:pt x="53503" y="5832"/>
                    <a:pt x="53595" y="8388"/>
                    <a:pt x="53435" y="10899"/>
                  </a:cubicBezTo>
                  <a:cubicBezTo>
                    <a:pt x="53275" y="13387"/>
                    <a:pt x="52750" y="16034"/>
                    <a:pt x="50992" y="17815"/>
                  </a:cubicBezTo>
                  <a:cubicBezTo>
                    <a:pt x="48984" y="19892"/>
                    <a:pt x="45857" y="20303"/>
                    <a:pt x="43255" y="21558"/>
                  </a:cubicBezTo>
                  <a:cubicBezTo>
                    <a:pt x="41109" y="22585"/>
                    <a:pt x="39283" y="24252"/>
                    <a:pt x="38051" y="26283"/>
                  </a:cubicBezTo>
                  <a:cubicBezTo>
                    <a:pt x="36270" y="29205"/>
                    <a:pt x="35745" y="32857"/>
                    <a:pt x="33600" y="35550"/>
                  </a:cubicBezTo>
                  <a:cubicBezTo>
                    <a:pt x="31751" y="37878"/>
                    <a:pt x="28829" y="39248"/>
                    <a:pt x="25862" y="39544"/>
                  </a:cubicBezTo>
                  <a:cubicBezTo>
                    <a:pt x="23762" y="39773"/>
                    <a:pt x="21616" y="39499"/>
                    <a:pt x="19539" y="39887"/>
                  </a:cubicBezTo>
                  <a:cubicBezTo>
                    <a:pt x="16047" y="40549"/>
                    <a:pt x="13194" y="42968"/>
                    <a:pt x="10341" y="45091"/>
                  </a:cubicBezTo>
                  <a:cubicBezTo>
                    <a:pt x="7671" y="47061"/>
                    <a:pt x="4608" y="48914"/>
                    <a:pt x="878" y="48914"/>
                  </a:cubicBezTo>
                  <a:cubicBezTo>
                    <a:pt x="589" y="48914"/>
                    <a:pt x="297" y="48903"/>
                    <a:pt x="1" y="48880"/>
                  </a:cubicBezTo>
                  <a:lnTo>
                    <a:pt x="1" y="48880"/>
                  </a:lnTo>
                  <a:cubicBezTo>
                    <a:pt x="1602" y="49874"/>
                    <a:pt x="3492" y="50371"/>
                    <a:pt x="5384" y="50371"/>
                  </a:cubicBezTo>
                  <a:cubicBezTo>
                    <a:pt x="7402" y="50371"/>
                    <a:pt x="9421" y="49806"/>
                    <a:pt x="11094" y="48675"/>
                  </a:cubicBezTo>
                  <a:cubicBezTo>
                    <a:pt x="12281" y="47853"/>
                    <a:pt x="13308" y="46803"/>
                    <a:pt x="14563" y="46072"/>
                  </a:cubicBezTo>
                  <a:cubicBezTo>
                    <a:pt x="16350" y="45060"/>
                    <a:pt x="18397" y="44844"/>
                    <a:pt x="20484" y="44844"/>
                  </a:cubicBezTo>
                  <a:cubicBezTo>
                    <a:pt x="21784" y="44844"/>
                    <a:pt x="23100" y="44928"/>
                    <a:pt x="24378" y="44954"/>
                  </a:cubicBezTo>
                  <a:cubicBezTo>
                    <a:pt x="24588" y="44958"/>
                    <a:pt x="24798" y="44959"/>
                    <a:pt x="25009" y="44959"/>
                  </a:cubicBezTo>
                  <a:cubicBezTo>
                    <a:pt x="28796" y="44959"/>
                    <a:pt x="32604" y="44364"/>
                    <a:pt x="36042" y="42786"/>
                  </a:cubicBezTo>
                  <a:cubicBezTo>
                    <a:pt x="39694" y="41119"/>
                    <a:pt x="42867" y="38312"/>
                    <a:pt x="44556" y="34705"/>
                  </a:cubicBezTo>
                  <a:cubicBezTo>
                    <a:pt x="45514" y="32674"/>
                    <a:pt x="46062" y="30323"/>
                    <a:pt x="47683" y="28771"/>
                  </a:cubicBezTo>
                  <a:cubicBezTo>
                    <a:pt x="49486" y="27059"/>
                    <a:pt x="52179" y="26739"/>
                    <a:pt x="54462" y="25712"/>
                  </a:cubicBezTo>
                  <a:cubicBezTo>
                    <a:pt x="57680" y="24252"/>
                    <a:pt x="60054" y="21261"/>
                    <a:pt x="61355" y="17975"/>
                  </a:cubicBezTo>
                  <a:cubicBezTo>
                    <a:pt x="62656" y="14688"/>
                    <a:pt x="62976" y="11081"/>
                    <a:pt x="62953" y="7543"/>
                  </a:cubicBezTo>
                  <a:cubicBezTo>
                    <a:pt x="62953" y="5832"/>
                    <a:pt x="62839" y="4051"/>
                    <a:pt x="62040" y="2522"/>
                  </a:cubicBezTo>
                  <a:cubicBezTo>
                    <a:pt x="61312" y="1129"/>
                    <a:pt x="59884" y="1"/>
                    <a:pt x="5834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4" name="Google Shape;954;p57"/>
            <p:cNvSpPr/>
            <p:nvPr/>
          </p:nvSpPr>
          <p:spPr>
            <a:xfrm rot="1607863">
              <a:off x="-2808" y="3477367"/>
              <a:ext cx="449022" cy="1683379"/>
            </a:xfrm>
            <a:custGeom>
              <a:rect b="b" l="l" r="r" t="t"/>
              <a:pathLst>
                <a:path extrusionOk="0" h="62387" w="16641">
                  <a:moveTo>
                    <a:pt x="5438" y="1"/>
                  </a:moveTo>
                  <a:cubicBezTo>
                    <a:pt x="5170" y="1"/>
                    <a:pt x="4901" y="24"/>
                    <a:pt x="4634" y="73"/>
                  </a:cubicBezTo>
                  <a:cubicBezTo>
                    <a:pt x="2831" y="415"/>
                    <a:pt x="1393" y="1853"/>
                    <a:pt x="708" y="3543"/>
                  </a:cubicBezTo>
                  <a:cubicBezTo>
                    <a:pt x="0" y="5232"/>
                    <a:pt x="0" y="7103"/>
                    <a:pt x="274" y="8906"/>
                  </a:cubicBezTo>
                  <a:cubicBezTo>
                    <a:pt x="959" y="13152"/>
                    <a:pt x="3173" y="16964"/>
                    <a:pt x="4839" y="20913"/>
                  </a:cubicBezTo>
                  <a:cubicBezTo>
                    <a:pt x="6483" y="24884"/>
                    <a:pt x="7579" y="29472"/>
                    <a:pt x="5912" y="33421"/>
                  </a:cubicBezTo>
                  <a:cubicBezTo>
                    <a:pt x="5136" y="35224"/>
                    <a:pt x="3858" y="36776"/>
                    <a:pt x="3196" y="38602"/>
                  </a:cubicBezTo>
                  <a:cubicBezTo>
                    <a:pt x="2078" y="41752"/>
                    <a:pt x="2945" y="45267"/>
                    <a:pt x="3972" y="48440"/>
                  </a:cubicBezTo>
                  <a:cubicBezTo>
                    <a:pt x="4520" y="50083"/>
                    <a:pt x="5091" y="51727"/>
                    <a:pt x="5227" y="53461"/>
                  </a:cubicBezTo>
                  <a:cubicBezTo>
                    <a:pt x="5433" y="56566"/>
                    <a:pt x="4109" y="59556"/>
                    <a:pt x="2831" y="62386"/>
                  </a:cubicBezTo>
                  <a:cubicBezTo>
                    <a:pt x="7738" y="57889"/>
                    <a:pt x="9975" y="51110"/>
                    <a:pt x="9359" y="44560"/>
                  </a:cubicBezTo>
                  <a:cubicBezTo>
                    <a:pt x="9199" y="42802"/>
                    <a:pt x="8834" y="40999"/>
                    <a:pt x="9222" y="39264"/>
                  </a:cubicBezTo>
                  <a:cubicBezTo>
                    <a:pt x="9633" y="37392"/>
                    <a:pt x="10843" y="35817"/>
                    <a:pt x="11824" y="34174"/>
                  </a:cubicBezTo>
                  <a:cubicBezTo>
                    <a:pt x="16640" y="26117"/>
                    <a:pt x="15887" y="15777"/>
                    <a:pt x="12577" y="7012"/>
                  </a:cubicBezTo>
                  <a:cubicBezTo>
                    <a:pt x="11915" y="5209"/>
                    <a:pt x="11116" y="3406"/>
                    <a:pt x="9793" y="2036"/>
                  </a:cubicBezTo>
                  <a:cubicBezTo>
                    <a:pt x="8658" y="842"/>
                    <a:pt x="7053" y="1"/>
                    <a:pt x="543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55" name="Google Shape;955;p57"/>
          <p:cNvGrpSpPr/>
          <p:nvPr/>
        </p:nvGrpSpPr>
        <p:grpSpPr>
          <a:xfrm>
            <a:off x="-117729" y="1733810"/>
            <a:ext cx="874530" cy="1481072"/>
            <a:chOff x="-117729" y="1733810"/>
            <a:chExt cx="874530" cy="1481072"/>
          </a:xfrm>
        </p:grpSpPr>
        <p:sp>
          <p:nvSpPr>
            <p:cNvPr id="956" name="Google Shape;956;p57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7" name="Google Shape;957;p57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8" name="Google Shape;958;p57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9" name="Google Shape;959;p57"/>
          <p:cNvSpPr/>
          <p:nvPr/>
        </p:nvSpPr>
        <p:spPr>
          <a:xfrm flipH="1">
            <a:off x="3198968" y="305926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0" name="Google Shape;960;p57"/>
          <p:cNvSpPr/>
          <p:nvPr/>
        </p:nvSpPr>
        <p:spPr>
          <a:xfrm flipH="1">
            <a:off x="5914460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1" name="Google Shape;961;p57"/>
          <p:cNvSpPr/>
          <p:nvPr/>
        </p:nvSpPr>
        <p:spPr>
          <a:xfrm rot="-2700000">
            <a:off x="8464830" y="648414"/>
            <a:ext cx="122997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2" name="Google Shape;962;p57"/>
          <p:cNvSpPr/>
          <p:nvPr/>
        </p:nvSpPr>
        <p:spPr>
          <a:xfrm flipH="1">
            <a:off x="3549635" y="48333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3" name="Google Shape;963;p57"/>
          <p:cNvSpPr/>
          <p:nvPr/>
        </p:nvSpPr>
        <p:spPr>
          <a:xfrm>
            <a:off x="5932975" y="4843202"/>
            <a:ext cx="93021" cy="11342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4" name="Google Shape;964;p57"/>
          <p:cNvSpPr/>
          <p:nvPr/>
        </p:nvSpPr>
        <p:spPr>
          <a:xfrm>
            <a:off x="597062" y="3646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1">
  <p:cSld name="MAIN_POINT_1_1">
    <p:spTree>
      <p:nvGrpSpPr>
        <p:cNvPr id="965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58"/>
          <p:cNvSpPr/>
          <p:nvPr/>
        </p:nvSpPr>
        <p:spPr>
          <a:xfrm rot="-488958">
            <a:off x="-390493" y="777521"/>
            <a:ext cx="7287505" cy="5016153"/>
          </a:xfrm>
          <a:custGeom>
            <a:rect b="b" l="l" r="r" t="t"/>
            <a:pathLst>
              <a:path extrusionOk="0" h="56370" w="75902">
                <a:moveTo>
                  <a:pt x="34210" y="4754"/>
                </a:moveTo>
                <a:cubicBezTo>
                  <a:pt x="34180" y="4754"/>
                  <a:pt x="34149" y="4757"/>
                  <a:pt x="34119" y="4763"/>
                </a:cubicBezTo>
                <a:cubicBezTo>
                  <a:pt x="33859" y="4819"/>
                  <a:pt x="33712" y="5122"/>
                  <a:pt x="33743" y="5386"/>
                </a:cubicBezTo>
                <a:cubicBezTo>
                  <a:pt x="33774" y="5650"/>
                  <a:pt x="33938" y="5878"/>
                  <a:pt x="34109" y="6081"/>
                </a:cubicBezTo>
                <a:cubicBezTo>
                  <a:pt x="34820" y="6920"/>
                  <a:pt x="35754" y="7539"/>
                  <a:pt x="36726" y="8054"/>
                </a:cubicBezTo>
                <a:cubicBezTo>
                  <a:pt x="39204" y="9367"/>
                  <a:pt x="42008" y="10042"/>
                  <a:pt x="44811" y="10042"/>
                </a:cubicBezTo>
                <a:cubicBezTo>
                  <a:pt x="46256" y="10042"/>
                  <a:pt x="47700" y="9862"/>
                  <a:pt x="49099" y="9498"/>
                </a:cubicBezTo>
                <a:cubicBezTo>
                  <a:pt x="49076" y="9452"/>
                  <a:pt x="49327" y="9323"/>
                  <a:pt x="49578" y="9195"/>
                </a:cubicBezTo>
                <a:cubicBezTo>
                  <a:pt x="49645" y="9161"/>
                  <a:pt x="49718" y="9121"/>
                  <a:pt x="49750" y="9053"/>
                </a:cubicBezTo>
                <a:cubicBezTo>
                  <a:pt x="49837" y="8856"/>
                  <a:pt x="49553" y="8740"/>
                  <a:pt x="49323" y="8740"/>
                </a:cubicBezTo>
                <a:cubicBezTo>
                  <a:pt x="49301" y="8740"/>
                  <a:pt x="49279" y="8741"/>
                  <a:pt x="49258" y="8743"/>
                </a:cubicBezTo>
                <a:cubicBezTo>
                  <a:pt x="48068" y="8869"/>
                  <a:pt x="46867" y="8951"/>
                  <a:pt x="45669" y="8951"/>
                </a:cubicBezTo>
                <a:cubicBezTo>
                  <a:pt x="44304" y="8951"/>
                  <a:pt x="42942" y="8845"/>
                  <a:pt x="41604" y="8576"/>
                </a:cubicBezTo>
                <a:cubicBezTo>
                  <a:pt x="39091" y="8073"/>
                  <a:pt x="36653" y="6966"/>
                  <a:pt x="34854" y="5141"/>
                </a:cubicBezTo>
                <a:cubicBezTo>
                  <a:pt x="34674" y="4959"/>
                  <a:pt x="34455" y="4754"/>
                  <a:pt x="34210" y="4754"/>
                </a:cubicBezTo>
                <a:close/>
                <a:moveTo>
                  <a:pt x="19996" y="1"/>
                </a:moveTo>
                <a:cubicBezTo>
                  <a:pt x="15265" y="1"/>
                  <a:pt x="10700" y="3241"/>
                  <a:pt x="8330" y="7457"/>
                </a:cubicBezTo>
                <a:cubicBezTo>
                  <a:pt x="5623" y="12274"/>
                  <a:pt x="5266" y="18058"/>
                  <a:pt x="5617" y="23573"/>
                </a:cubicBezTo>
                <a:cubicBezTo>
                  <a:pt x="5914" y="28226"/>
                  <a:pt x="6718" y="32983"/>
                  <a:pt x="9141" y="36967"/>
                </a:cubicBezTo>
                <a:cubicBezTo>
                  <a:pt x="11511" y="40864"/>
                  <a:pt x="15699" y="43898"/>
                  <a:pt x="20243" y="43898"/>
                </a:cubicBezTo>
                <a:cubicBezTo>
                  <a:pt x="20345" y="43898"/>
                  <a:pt x="20448" y="43896"/>
                  <a:pt x="20550" y="43893"/>
                </a:cubicBezTo>
                <a:cubicBezTo>
                  <a:pt x="22576" y="43831"/>
                  <a:pt x="24673" y="43195"/>
                  <a:pt x="26658" y="43195"/>
                </a:cubicBezTo>
                <a:cubicBezTo>
                  <a:pt x="27577" y="43195"/>
                  <a:pt x="28471" y="43331"/>
                  <a:pt x="29324" y="43724"/>
                </a:cubicBezTo>
                <a:cubicBezTo>
                  <a:pt x="32008" y="44962"/>
                  <a:pt x="33031" y="48171"/>
                  <a:pt x="34852" y="50499"/>
                </a:cubicBezTo>
                <a:cubicBezTo>
                  <a:pt x="37806" y="54275"/>
                  <a:pt x="42907" y="55664"/>
                  <a:pt x="47694" y="55930"/>
                </a:cubicBezTo>
                <a:cubicBezTo>
                  <a:pt x="48323" y="55965"/>
                  <a:pt x="48955" y="55984"/>
                  <a:pt x="49586" y="55984"/>
                </a:cubicBezTo>
                <a:cubicBezTo>
                  <a:pt x="51984" y="55984"/>
                  <a:pt x="54384" y="55705"/>
                  <a:pt x="56655" y="54951"/>
                </a:cubicBezTo>
                <a:cubicBezTo>
                  <a:pt x="63124" y="52800"/>
                  <a:pt x="67761" y="47089"/>
                  <a:pt x="71092" y="41140"/>
                </a:cubicBezTo>
                <a:cubicBezTo>
                  <a:pt x="73737" y="36414"/>
                  <a:pt x="75834" y="31210"/>
                  <a:pt x="75868" y="25794"/>
                </a:cubicBezTo>
                <a:cubicBezTo>
                  <a:pt x="75901" y="20379"/>
                  <a:pt x="73554" y="14724"/>
                  <a:pt x="68948" y="11876"/>
                </a:cubicBezTo>
                <a:cubicBezTo>
                  <a:pt x="65851" y="9962"/>
                  <a:pt x="62095" y="8928"/>
                  <a:pt x="58414" y="8928"/>
                </a:cubicBezTo>
                <a:cubicBezTo>
                  <a:pt x="56434" y="8928"/>
                  <a:pt x="54475" y="9227"/>
                  <a:pt x="52653" y="9848"/>
                </a:cubicBezTo>
                <a:cubicBezTo>
                  <a:pt x="50432" y="10605"/>
                  <a:pt x="48089" y="10977"/>
                  <a:pt x="45744" y="10977"/>
                </a:cubicBezTo>
                <a:cubicBezTo>
                  <a:pt x="41650" y="10977"/>
                  <a:pt x="37551" y="9845"/>
                  <a:pt x="34087" y="7657"/>
                </a:cubicBezTo>
                <a:cubicBezTo>
                  <a:pt x="30058" y="5111"/>
                  <a:pt x="26693" y="1161"/>
                  <a:pt x="22023" y="205"/>
                </a:cubicBezTo>
                <a:cubicBezTo>
                  <a:pt x="21348" y="67"/>
                  <a:pt x="20670" y="1"/>
                  <a:pt x="19996" y="1"/>
                </a:cubicBezTo>
                <a:close/>
                <a:moveTo>
                  <a:pt x="1819" y="23711"/>
                </a:moveTo>
                <a:cubicBezTo>
                  <a:pt x="1818" y="23711"/>
                  <a:pt x="1816" y="23711"/>
                  <a:pt x="1815" y="23711"/>
                </a:cubicBezTo>
                <a:cubicBezTo>
                  <a:pt x="915" y="23714"/>
                  <a:pt x="469" y="24802"/>
                  <a:pt x="355" y="25695"/>
                </a:cubicBezTo>
                <a:cubicBezTo>
                  <a:pt x="1" y="28460"/>
                  <a:pt x="547" y="31265"/>
                  <a:pt x="1335" y="33939"/>
                </a:cubicBezTo>
                <a:cubicBezTo>
                  <a:pt x="2696" y="38563"/>
                  <a:pt x="4970" y="43182"/>
                  <a:pt x="8962" y="45885"/>
                </a:cubicBezTo>
                <a:cubicBezTo>
                  <a:pt x="11639" y="47696"/>
                  <a:pt x="14905" y="48494"/>
                  <a:pt x="18147" y="48494"/>
                </a:cubicBezTo>
                <a:cubicBezTo>
                  <a:pt x="18608" y="48494"/>
                  <a:pt x="19068" y="48478"/>
                  <a:pt x="19527" y="48446"/>
                </a:cubicBezTo>
                <a:cubicBezTo>
                  <a:pt x="20483" y="48380"/>
                  <a:pt x="21466" y="48254"/>
                  <a:pt x="22427" y="48254"/>
                </a:cubicBezTo>
                <a:cubicBezTo>
                  <a:pt x="23316" y="48254"/>
                  <a:pt x="24186" y="48362"/>
                  <a:pt x="24996" y="48724"/>
                </a:cubicBezTo>
                <a:cubicBezTo>
                  <a:pt x="26816" y="49539"/>
                  <a:pt x="27863" y="51422"/>
                  <a:pt x="29227" y="52877"/>
                </a:cubicBezTo>
                <a:cubicBezTo>
                  <a:pt x="31281" y="55068"/>
                  <a:pt x="34261" y="56362"/>
                  <a:pt x="37264" y="56369"/>
                </a:cubicBezTo>
                <a:cubicBezTo>
                  <a:pt x="37272" y="56369"/>
                  <a:pt x="37281" y="56369"/>
                  <a:pt x="37289" y="56369"/>
                </a:cubicBezTo>
                <a:cubicBezTo>
                  <a:pt x="37658" y="56369"/>
                  <a:pt x="38043" y="56342"/>
                  <a:pt x="38359" y="56152"/>
                </a:cubicBezTo>
                <a:cubicBezTo>
                  <a:pt x="38682" y="55959"/>
                  <a:pt x="38901" y="55545"/>
                  <a:pt x="38757" y="55197"/>
                </a:cubicBezTo>
                <a:cubicBezTo>
                  <a:pt x="38492" y="54556"/>
                  <a:pt x="37605" y="54570"/>
                  <a:pt x="37050" y="54473"/>
                </a:cubicBezTo>
                <a:cubicBezTo>
                  <a:pt x="34795" y="54077"/>
                  <a:pt x="32717" y="52747"/>
                  <a:pt x="31414" y="50863"/>
                </a:cubicBezTo>
                <a:cubicBezTo>
                  <a:pt x="30632" y="49735"/>
                  <a:pt x="30106" y="48405"/>
                  <a:pt x="29097" y="47473"/>
                </a:cubicBezTo>
                <a:cubicBezTo>
                  <a:pt x="27840" y="46313"/>
                  <a:pt x="26036" y="45965"/>
                  <a:pt x="24317" y="45965"/>
                </a:cubicBezTo>
                <a:cubicBezTo>
                  <a:pt x="24252" y="45965"/>
                  <a:pt x="24187" y="45965"/>
                  <a:pt x="24122" y="45966"/>
                </a:cubicBezTo>
                <a:cubicBezTo>
                  <a:pt x="22617" y="45990"/>
                  <a:pt x="21114" y="46229"/>
                  <a:pt x="19612" y="46229"/>
                </a:cubicBezTo>
                <a:cubicBezTo>
                  <a:pt x="19343" y="46229"/>
                  <a:pt x="19074" y="46222"/>
                  <a:pt x="18805" y="46204"/>
                </a:cubicBezTo>
                <a:cubicBezTo>
                  <a:pt x="14851" y="45939"/>
                  <a:pt x="11295" y="43422"/>
                  <a:pt x="8999" y="40192"/>
                </a:cubicBezTo>
                <a:cubicBezTo>
                  <a:pt x="6704" y="36962"/>
                  <a:pt x="5517" y="33076"/>
                  <a:pt x="4707" y="29197"/>
                </a:cubicBezTo>
                <a:cubicBezTo>
                  <a:pt x="4371" y="27595"/>
                  <a:pt x="4071" y="25925"/>
                  <a:pt x="3128" y="24588"/>
                </a:cubicBezTo>
                <a:cubicBezTo>
                  <a:pt x="2813" y="24141"/>
                  <a:pt x="2365" y="23711"/>
                  <a:pt x="1819" y="23711"/>
                </a:cubicBezTo>
                <a:close/>
              </a:path>
            </a:pathLst>
          </a:custGeom>
          <a:solidFill>
            <a:srgbClr val="FFFCF2">
              <a:alpha val="4024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67" name="Google Shape;967;p58"/>
          <p:cNvGrpSpPr/>
          <p:nvPr/>
        </p:nvGrpSpPr>
        <p:grpSpPr>
          <a:xfrm flipH="1">
            <a:off x="197302" y="354630"/>
            <a:ext cx="436105" cy="547391"/>
            <a:chOff x="3474326" y="3626268"/>
            <a:chExt cx="436105" cy="547391"/>
          </a:xfrm>
        </p:grpSpPr>
        <p:sp>
          <p:nvSpPr>
            <p:cNvPr id="968" name="Google Shape;968;p58"/>
            <p:cNvSpPr/>
            <p:nvPr/>
          </p:nvSpPr>
          <p:spPr>
            <a:xfrm>
              <a:off x="3474326" y="3626268"/>
              <a:ext cx="436105" cy="547391"/>
            </a:xfrm>
            <a:custGeom>
              <a:rect b="b" l="l" r="r" t="t"/>
              <a:pathLst>
                <a:path extrusionOk="0" h="20285" w="16161">
                  <a:moveTo>
                    <a:pt x="15014" y="0"/>
                  </a:moveTo>
                  <a:cubicBezTo>
                    <a:pt x="14698" y="0"/>
                    <a:pt x="14368" y="114"/>
                    <a:pt x="14106" y="288"/>
                  </a:cubicBezTo>
                  <a:cubicBezTo>
                    <a:pt x="13307" y="790"/>
                    <a:pt x="12897" y="1703"/>
                    <a:pt x="12508" y="2548"/>
                  </a:cubicBezTo>
                  <a:cubicBezTo>
                    <a:pt x="12394" y="2822"/>
                    <a:pt x="12257" y="3118"/>
                    <a:pt x="12029" y="3301"/>
                  </a:cubicBezTo>
                  <a:cubicBezTo>
                    <a:pt x="11755" y="3506"/>
                    <a:pt x="11390" y="3552"/>
                    <a:pt x="11070" y="3666"/>
                  </a:cubicBezTo>
                  <a:cubicBezTo>
                    <a:pt x="10591" y="3872"/>
                    <a:pt x="10203" y="4282"/>
                    <a:pt x="10066" y="4785"/>
                  </a:cubicBezTo>
                  <a:cubicBezTo>
                    <a:pt x="9952" y="5173"/>
                    <a:pt x="9975" y="5629"/>
                    <a:pt x="9792" y="5994"/>
                  </a:cubicBezTo>
                  <a:cubicBezTo>
                    <a:pt x="9541" y="6519"/>
                    <a:pt x="8971" y="6816"/>
                    <a:pt x="8400" y="6953"/>
                  </a:cubicBezTo>
                  <a:cubicBezTo>
                    <a:pt x="7852" y="7090"/>
                    <a:pt x="7259" y="7113"/>
                    <a:pt x="6734" y="7295"/>
                  </a:cubicBezTo>
                  <a:cubicBezTo>
                    <a:pt x="5547" y="7729"/>
                    <a:pt x="4816" y="8870"/>
                    <a:pt x="4177" y="9943"/>
                  </a:cubicBezTo>
                  <a:cubicBezTo>
                    <a:pt x="3104" y="11701"/>
                    <a:pt x="2054" y="13458"/>
                    <a:pt x="982" y="15216"/>
                  </a:cubicBezTo>
                  <a:cubicBezTo>
                    <a:pt x="685" y="15718"/>
                    <a:pt x="365" y="16220"/>
                    <a:pt x="183" y="16791"/>
                  </a:cubicBezTo>
                  <a:cubicBezTo>
                    <a:pt x="23" y="17339"/>
                    <a:pt x="0" y="17978"/>
                    <a:pt x="251" y="18503"/>
                  </a:cubicBezTo>
                  <a:cubicBezTo>
                    <a:pt x="457" y="18913"/>
                    <a:pt x="776" y="19233"/>
                    <a:pt x="1141" y="19507"/>
                  </a:cubicBezTo>
                  <a:cubicBezTo>
                    <a:pt x="1621" y="19872"/>
                    <a:pt x="2146" y="20192"/>
                    <a:pt x="2739" y="20260"/>
                  </a:cubicBezTo>
                  <a:cubicBezTo>
                    <a:pt x="2852" y="20277"/>
                    <a:pt x="2964" y="20285"/>
                    <a:pt x="3076" y="20285"/>
                  </a:cubicBezTo>
                  <a:cubicBezTo>
                    <a:pt x="3732" y="20285"/>
                    <a:pt x="4361" y="20011"/>
                    <a:pt x="4908" y="19621"/>
                  </a:cubicBezTo>
                  <a:cubicBezTo>
                    <a:pt x="5524" y="19165"/>
                    <a:pt x="6003" y="18548"/>
                    <a:pt x="6483" y="17955"/>
                  </a:cubicBezTo>
                  <a:cubicBezTo>
                    <a:pt x="7738" y="16403"/>
                    <a:pt x="8993" y="14851"/>
                    <a:pt x="10249" y="13298"/>
                  </a:cubicBezTo>
                  <a:cubicBezTo>
                    <a:pt x="10774" y="12637"/>
                    <a:pt x="11299" y="11975"/>
                    <a:pt x="11550" y="11176"/>
                  </a:cubicBezTo>
                  <a:cubicBezTo>
                    <a:pt x="11824" y="10171"/>
                    <a:pt x="11641" y="9121"/>
                    <a:pt x="11436" y="8094"/>
                  </a:cubicBezTo>
                  <a:cubicBezTo>
                    <a:pt x="12303" y="7775"/>
                    <a:pt x="13056" y="7067"/>
                    <a:pt x="13444" y="6200"/>
                  </a:cubicBezTo>
                  <a:cubicBezTo>
                    <a:pt x="13695" y="5584"/>
                    <a:pt x="13787" y="4899"/>
                    <a:pt x="14106" y="4305"/>
                  </a:cubicBezTo>
                  <a:cubicBezTo>
                    <a:pt x="14403" y="3712"/>
                    <a:pt x="14928" y="3255"/>
                    <a:pt x="15362" y="2730"/>
                  </a:cubicBezTo>
                  <a:cubicBezTo>
                    <a:pt x="15795" y="2205"/>
                    <a:pt x="16161" y="1543"/>
                    <a:pt x="16046" y="881"/>
                  </a:cubicBezTo>
                  <a:cubicBezTo>
                    <a:pt x="16001" y="653"/>
                    <a:pt x="15909" y="425"/>
                    <a:pt x="15727" y="265"/>
                  </a:cubicBezTo>
                  <a:cubicBezTo>
                    <a:pt x="15530" y="79"/>
                    <a:pt x="15277" y="0"/>
                    <a:pt x="150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9" name="Google Shape;969;p58"/>
            <p:cNvSpPr/>
            <p:nvPr/>
          </p:nvSpPr>
          <p:spPr>
            <a:xfrm>
              <a:off x="3495887" y="3856369"/>
              <a:ext cx="263023" cy="294352"/>
            </a:xfrm>
            <a:custGeom>
              <a:rect b="b" l="l" r="r" t="t"/>
              <a:pathLst>
                <a:path extrusionOk="0" h="10908" w="9747">
                  <a:moveTo>
                    <a:pt x="5318" y="1"/>
                  </a:moveTo>
                  <a:cubicBezTo>
                    <a:pt x="3561" y="2055"/>
                    <a:pt x="2054" y="4498"/>
                    <a:pt x="867" y="7054"/>
                  </a:cubicBezTo>
                  <a:cubicBezTo>
                    <a:pt x="411" y="8035"/>
                    <a:pt x="0" y="9245"/>
                    <a:pt x="616" y="10135"/>
                  </a:cubicBezTo>
                  <a:cubicBezTo>
                    <a:pt x="974" y="10665"/>
                    <a:pt x="1602" y="10908"/>
                    <a:pt x="2245" y="10908"/>
                  </a:cubicBezTo>
                  <a:cubicBezTo>
                    <a:pt x="2627" y="10908"/>
                    <a:pt x="3015" y="10822"/>
                    <a:pt x="3355" y="10660"/>
                  </a:cubicBezTo>
                  <a:cubicBezTo>
                    <a:pt x="4291" y="10250"/>
                    <a:pt x="4953" y="9405"/>
                    <a:pt x="5592" y="8606"/>
                  </a:cubicBezTo>
                  <a:cubicBezTo>
                    <a:pt x="6985" y="6871"/>
                    <a:pt x="8354" y="5114"/>
                    <a:pt x="9747" y="3356"/>
                  </a:cubicBezTo>
                  <a:cubicBezTo>
                    <a:pt x="8879" y="3105"/>
                    <a:pt x="7966" y="2854"/>
                    <a:pt x="7350" y="2192"/>
                  </a:cubicBezTo>
                  <a:cubicBezTo>
                    <a:pt x="6642" y="1462"/>
                    <a:pt x="6300" y="275"/>
                    <a:pt x="531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0" name="Google Shape;970;p58"/>
            <p:cNvSpPr/>
            <p:nvPr/>
          </p:nvSpPr>
          <p:spPr>
            <a:xfrm>
              <a:off x="3731169" y="3626268"/>
              <a:ext cx="179261" cy="217823"/>
            </a:xfrm>
            <a:custGeom>
              <a:rect b="b" l="l" r="r" t="t"/>
              <a:pathLst>
                <a:path extrusionOk="0" h="8072" w="6643">
                  <a:moveTo>
                    <a:pt x="5496" y="0"/>
                  </a:moveTo>
                  <a:cubicBezTo>
                    <a:pt x="5180" y="0"/>
                    <a:pt x="4850" y="114"/>
                    <a:pt x="4588" y="288"/>
                  </a:cubicBezTo>
                  <a:cubicBezTo>
                    <a:pt x="3789" y="790"/>
                    <a:pt x="3379" y="1703"/>
                    <a:pt x="2990" y="2548"/>
                  </a:cubicBezTo>
                  <a:cubicBezTo>
                    <a:pt x="2876" y="2822"/>
                    <a:pt x="2739" y="3118"/>
                    <a:pt x="2511" y="3301"/>
                  </a:cubicBezTo>
                  <a:cubicBezTo>
                    <a:pt x="2237" y="3506"/>
                    <a:pt x="1872" y="3552"/>
                    <a:pt x="1552" y="3666"/>
                  </a:cubicBezTo>
                  <a:cubicBezTo>
                    <a:pt x="1073" y="3872"/>
                    <a:pt x="685" y="4282"/>
                    <a:pt x="548" y="4785"/>
                  </a:cubicBezTo>
                  <a:cubicBezTo>
                    <a:pt x="434" y="5173"/>
                    <a:pt x="457" y="5629"/>
                    <a:pt x="274" y="6017"/>
                  </a:cubicBezTo>
                  <a:cubicBezTo>
                    <a:pt x="206" y="6131"/>
                    <a:pt x="114" y="6268"/>
                    <a:pt x="0" y="6360"/>
                  </a:cubicBezTo>
                  <a:cubicBezTo>
                    <a:pt x="388" y="7113"/>
                    <a:pt x="1050" y="7706"/>
                    <a:pt x="1826" y="8003"/>
                  </a:cubicBezTo>
                  <a:cubicBezTo>
                    <a:pt x="1895" y="8026"/>
                    <a:pt x="1941" y="8049"/>
                    <a:pt x="1986" y="8071"/>
                  </a:cubicBezTo>
                  <a:cubicBezTo>
                    <a:pt x="2831" y="7729"/>
                    <a:pt x="3561" y="7044"/>
                    <a:pt x="3926" y="6200"/>
                  </a:cubicBezTo>
                  <a:cubicBezTo>
                    <a:pt x="4177" y="5584"/>
                    <a:pt x="4269" y="4899"/>
                    <a:pt x="4588" y="4305"/>
                  </a:cubicBezTo>
                  <a:cubicBezTo>
                    <a:pt x="4885" y="3712"/>
                    <a:pt x="5410" y="3255"/>
                    <a:pt x="5844" y="2730"/>
                  </a:cubicBezTo>
                  <a:cubicBezTo>
                    <a:pt x="6277" y="2205"/>
                    <a:pt x="6643" y="1543"/>
                    <a:pt x="6528" y="881"/>
                  </a:cubicBezTo>
                  <a:cubicBezTo>
                    <a:pt x="6483" y="653"/>
                    <a:pt x="6391" y="425"/>
                    <a:pt x="6209" y="265"/>
                  </a:cubicBezTo>
                  <a:cubicBezTo>
                    <a:pt x="6012" y="79"/>
                    <a:pt x="5759" y="0"/>
                    <a:pt x="54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71" name="Google Shape;971;p58"/>
          <p:cNvSpPr/>
          <p:nvPr/>
        </p:nvSpPr>
        <p:spPr>
          <a:xfrm>
            <a:off x="5312454" y="4728531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2" name="Google Shape;972;p58"/>
          <p:cNvSpPr/>
          <p:nvPr/>
        </p:nvSpPr>
        <p:spPr>
          <a:xfrm rot="3716763">
            <a:off x="8656524" y="1584600"/>
            <a:ext cx="111774" cy="105399"/>
          </a:xfrm>
          <a:custGeom>
            <a:rect b="b" l="l" r="r" t="t"/>
            <a:pathLst>
              <a:path extrusionOk="0" h="4216" w="4471">
                <a:moveTo>
                  <a:pt x="2432" y="1"/>
                </a:moveTo>
                <a:cubicBezTo>
                  <a:pt x="2379" y="1"/>
                  <a:pt x="2332" y="37"/>
                  <a:pt x="2320" y="92"/>
                </a:cubicBezTo>
                <a:lnTo>
                  <a:pt x="1960" y="1746"/>
                </a:lnTo>
                <a:cubicBezTo>
                  <a:pt x="1364" y="1561"/>
                  <a:pt x="761" y="1402"/>
                  <a:pt x="152" y="1271"/>
                </a:cubicBezTo>
                <a:cubicBezTo>
                  <a:pt x="143" y="1269"/>
                  <a:pt x="135" y="1268"/>
                  <a:pt x="126" y="1268"/>
                </a:cubicBezTo>
                <a:cubicBezTo>
                  <a:pt x="73" y="1268"/>
                  <a:pt x="26" y="1305"/>
                  <a:pt x="15" y="1359"/>
                </a:cubicBezTo>
                <a:cubicBezTo>
                  <a:pt x="1" y="1422"/>
                  <a:pt x="40" y="1482"/>
                  <a:pt x="103" y="1496"/>
                </a:cubicBezTo>
                <a:cubicBezTo>
                  <a:pt x="712" y="1627"/>
                  <a:pt x="1315" y="1787"/>
                  <a:pt x="1911" y="1972"/>
                </a:cubicBezTo>
                <a:lnTo>
                  <a:pt x="1454" y="4076"/>
                </a:lnTo>
                <a:cubicBezTo>
                  <a:pt x="1440" y="4137"/>
                  <a:pt x="1481" y="4199"/>
                  <a:pt x="1543" y="4213"/>
                </a:cubicBezTo>
                <a:cubicBezTo>
                  <a:pt x="1551" y="4215"/>
                  <a:pt x="1559" y="4215"/>
                  <a:pt x="1567" y="4215"/>
                </a:cubicBezTo>
                <a:cubicBezTo>
                  <a:pt x="1620" y="4215"/>
                  <a:pt x="1668" y="4178"/>
                  <a:pt x="1681" y="4125"/>
                </a:cubicBezTo>
                <a:lnTo>
                  <a:pt x="2132" y="2041"/>
                </a:lnTo>
                <a:cubicBezTo>
                  <a:pt x="2867" y="2278"/>
                  <a:pt x="3589" y="2554"/>
                  <a:pt x="4292" y="2870"/>
                </a:cubicBezTo>
                <a:cubicBezTo>
                  <a:pt x="4307" y="2876"/>
                  <a:pt x="4323" y="2880"/>
                  <a:pt x="4338" y="2880"/>
                </a:cubicBezTo>
                <a:cubicBezTo>
                  <a:pt x="4382" y="2880"/>
                  <a:pt x="4425" y="2854"/>
                  <a:pt x="4443" y="2812"/>
                </a:cubicBezTo>
                <a:cubicBezTo>
                  <a:pt x="4470" y="2754"/>
                  <a:pt x="4443" y="2685"/>
                  <a:pt x="4385" y="2660"/>
                </a:cubicBezTo>
                <a:cubicBezTo>
                  <a:pt x="3669" y="2337"/>
                  <a:pt x="2931" y="2056"/>
                  <a:pt x="2182" y="1815"/>
                </a:cubicBezTo>
                <a:lnTo>
                  <a:pt x="2546" y="140"/>
                </a:lnTo>
                <a:cubicBezTo>
                  <a:pt x="2559" y="78"/>
                  <a:pt x="2519" y="16"/>
                  <a:pt x="2457" y="3"/>
                </a:cubicBezTo>
                <a:cubicBezTo>
                  <a:pt x="2448" y="1"/>
                  <a:pt x="2440" y="1"/>
                  <a:pt x="243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3" name="Google Shape;973;p58"/>
          <p:cNvSpPr/>
          <p:nvPr/>
        </p:nvSpPr>
        <p:spPr>
          <a:xfrm rot="3432077">
            <a:off x="1471308" y="210596"/>
            <a:ext cx="241811" cy="131393"/>
          </a:xfrm>
          <a:custGeom>
            <a:rect b="b" l="l" r="r" t="t"/>
            <a:pathLst>
              <a:path extrusionOk="0" h="5669" w="10433">
                <a:moveTo>
                  <a:pt x="3622" y="2187"/>
                </a:moveTo>
                <a:cubicBezTo>
                  <a:pt x="4122" y="2187"/>
                  <a:pt x="4610" y="2289"/>
                  <a:pt x="5046" y="2496"/>
                </a:cubicBezTo>
                <a:cubicBezTo>
                  <a:pt x="5440" y="2683"/>
                  <a:pt x="5699" y="2904"/>
                  <a:pt x="5838" y="3172"/>
                </a:cubicBezTo>
                <a:cubicBezTo>
                  <a:pt x="5979" y="3446"/>
                  <a:pt x="6004" y="3802"/>
                  <a:pt x="5906" y="4173"/>
                </a:cubicBezTo>
                <a:cubicBezTo>
                  <a:pt x="5763" y="4715"/>
                  <a:pt x="5399" y="5162"/>
                  <a:pt x="4936" y="5368"/>
                </a:cubicBezTo>
                <a:cubicBezTo>
                  <a:pt x="4751" y="5450"/>
                  <a:pt x="4550" y="5490"/>
                  <a:pt x="4352" y="5490"/>
                </a:cubicBezTo>
                <a:cubicBezTo>
                  <a:pt x="4022" y="5490"/>
                  <a:pt x="3699" y="5380"/>
                  <a:pt x="3467" y="5171"/>
                </a:cubicBezTo>
                <a:cubicBezTo>
                  <a:pt x="3041" y="4788"/>
                  <a:pt x="2893" y="4104"/>
                  <a:pt x="3069" y="3341"/>
                </a:cubicBezTo>
                <a:cubicBezTo>
                  <a:pt x="3163" y="2932"/>
                  <a:pt x="3330" y="2544"/>
                  <a:pt x="3556" y="2188"/>
                </a:cubicBezTo>
                <a:cubicBezTo>
                  <a:pt x="3578" y="2187"/>
                  <a:pt x="3600" y="2187"/>
                  <a:pt x="3622" y="2187"/>
                </a:cubicBezTo>
                <a:close/>
                <a:moveTo>
                  <a:pt x="7372" y="1"/>
                </a:moveTo>
                <a:cubicBezTo>
                  <a:pt x="6895" y="1"/>
                  <a:pt x="6425" y="64"/>
                  <a:pt x="5976" y="193"/>
                </a:cubicBezTo>
                <a:cubicBezTo>
                  <a:pt x="4925" y="494"/>
                  <a:pt x="4027" y="1159"/>
                  <a:pt x="3458" y="2012"/>
                </a:cubicBezTo>
                <a:cubicBezTo>
                  <a:pt x="3026" y="2032"/>
                  <a:pt x="2588" y="2124"/>
                  <a:pt x="2163" y="2290"/>
                </a:cubicBezTo>
                <a:cubicBezTo>
                  <a:pt x="1166" y="2679"/>
                  <a:pt x="383" y="3422"/>
                  <a:pt x="19" y="4328"/>
                </a:cubicBezTo>
                <a:cubicBezTo>
                  <a:pt x="0" y="4373"/>
                  <a:pt x="22" y="4425"/>
                  <a:pt x="67" y="4444"/>
                </a:cubicBezTo>
                <a:cubicBezTo>
                  <a:pt x="78" y="4448"/>
                  <a:pt x="90" y="4450"/>
                  <a:pt x="101" y="4450"/>
                </a:cubicBezTo>
                <a:cubicBezTo>
                  <a:pt x="136" y="4450"/>
                  <a:pt x="169" y="4429"/>
                  <a:pt x="183" y="4394"/>
                </a:cubicBezTo>
                <a:cubicBezTo>
                  <a:pt x="530" y="3534"/>
                  <a:pt x="1276" y="2828"/>
                  <a:pt x="2228" y="2456"/>
                </a:cubicBezTo>
                <a:cubicBezTo>
                  <a:pt x="2594" y="2313"/>
                  <a:pt x="2969" y="2227"/>
                  <a:pt x="3341" y="2198"/>
                </a:cubicBezTo>
                <a:lnTo>
                  <a:pt x="3341" y="2198"/>
                </a:lnTo>
                <a:cubicBezTo>
                  <a:pt x="3136" y="2543"/>
                  <a:pt x="2985" y="2913"/>
                  <a:pt x="2896" y="3300"/>
                </a:cubicBezTo>
                <a:cubicBezTo>
                  <a:pt x="2705" y="4128"/>
                  <a:pt x="2874" y="4876"/>
                  <a:pt x="3348" y="5303"/>
                </a:cubicBezTo>
                <a:cubicBezTo>
                  <a:pt x="3612" y="5542"/>
                  <a:pt x="3980" y="5667"/>
                  <a:pt x="4353" y="5667"/>
                </a:cubicBezTo>
                <a:lnTo>
                  <a:pt x="4353" y="5668"/>
                </a:lnTo>
                <a:cubicBezTo>
                  <a:pt x="4576" y="5668"/>
                  <a:pt x="4801" y="5623"/>
                  <a:pt x="5009" y="5532"/>
                </a:cubicBezTo>
                <a:cubicBezTo>
                  <a:pt x="5521" y="5303"/>
                  <a:pt x="5921" y="4812"/>
                  <a:pt x="6078" y="4220"/>
                </a:cubicBezTo>
                <a:cubicBezTo>
                  <a:pt x="6188" y="3805"/>
                  <a:pt x="6158" y="3403"/>
                  <a:pt x="5996" y="3090"/>
                </a:cubicBezTo>
                <a:cubicBezTo>
                  <a:pt x="5839" y="2786"/>
                  <a:pt x="5553" y="2539"/>
                  <a:pt x="5123" y="2335"/>
                </a:cubicBezTo>
                <a:cubicBezTo>
                  <a:pt x="4678" y="2125"/>
                  <a:pt x="4185" y="2016"/>
                  <a:pt x="3676" y="2009"/>
                </a:cubicBezTo>
                <a:cubicBezTo>
                  <a:pt x="4224" y="1239"/>
                  <a:pt x="5056" y="641"/>
                  <a:pt x="6025" y="364"/>
                </a:cubicBezTo>
                <a:cubicBezTo>
                  <a:pt x="6458" y="240"/>
                  <a:pt x="6912" y="179"/>
                  <a:pt x="7373" y="179"/>
                </a:cubicBezTo>
                <a:cubicBezTo>
                  <a:pt x="8352" y="179"/>
                  <a:pt x="9365" y="454"/>
                  <a:pt x="10286" y="986"/>
                </a:cubicBezTo>
                <a:cubicBezTo>
                  <a:pt x="10300" y="994"/>
                  <a:pt x="10315" y="998"/>
                  <a:pt x="10330" y="998"/>
                </a:cubicBezTo>
                <a:cubicBezTo>
                  <a:pt x="10360" y="998"/>
                  <a:pt x="10391" y="982"/>
                  <a:pt x="10408" y="953"/>
                </a:cubicBezTo>
                <a:cubicBezTo>
                  <a:pt x="10432" y="912"/>
                  <a:pt x="10417" y="857"/>
                  <a:pt x="10374" y="832"/>
                </a:cubicBezTo>
                <a:cubicBezTo>
                  <a:pt x="9426" y="284"/>
                  <a:pt x="8382" y="1"/>
                  <a:pt x="737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4" name="Google Shape;974;p58"/>
          <p:cNvSpPr/>
          <p:nvPr/>
        </p:nvSpPr>
        <p:spPr>
          <a:xfrm flipH="1" rot="8517656">
            <a:off x="5948309" y="184278"/>
            <a:ext cx="150934" cy="184018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5" name="Google Shape;975;p58"/>
          <p:cNvSpPr/>
          <p:nvPr/>
        </p:nvSpPr>
        <p:spPr>
          <a:xfrm flipH="1">
            <a:off x="8609842" y="4589137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6" name="Google Shape;976;p58"/>
          <p:cNvSpPr/>
          <p:nvPr/>
        </p:nvSpPr>
        <p:spPr>
          <a:xfrm rot="-8570389">
            <a:off x="2222468" y="4718588"/>
            <a:ext cx="339781" cy="184628"/>
          </a:xfrm>
          <a:custGeom>
            <a:rect b="b" l="l" r="r" t="t"/>
            <a:pathLst>
              <a:path extrusionOk="0" h="5669" w="10433">
                <a:moveTo>
                  <a:pt x="3622" y="2187"/>
                </a:moveTo>
                <a:cubicBezTo>
                  <a:pt x="4122" y="2187"/>
                  <a:pt x="4610" y="2289"/>
                  <a:pt x="5046" y="2496"/>
                </a:cubicBezTo>
                <a:cubicBezTo>
                  <a:pt x="5440" y="2683"/>
                  <a:pt x="5699" y="2904"/>
                  <a:pt x="5838" y="3172"/>
                </a:cubicBezTo>
                <a:cubicBezTo>
                  <a:pt x="5979" y="3446"/>
                  <a:pt x="6004" y="3802"/>
                  <a:pt x="5906" y="4173"/>
                </a:cubicBezTo>
                <a:cubicBezTo>
                  <a:pt x="5763" y="4715"/>
                  <a:pt x="5399" y="5162"/>
                  <a:pt x="4936" y="5368"/>
                </a:cubicBezTo>
                <a:cubicBezTo>
                  <a:pt x="4751" y="5450"/>
                  <a:pt x="4550" y="5490"/>
                  <a:pt x="4352" y="5490"/>
                </a:cubicBezTo>
                <a:cubicBezTo>
                  <a:pt x="4022" y="5490"/>
                  <a:pt x="3699" y="5380"/>
                  <a:pt x="3467" y="5171"/>
                </a:cubicBezTo>
                <a:cubicBezTo>
                  <a:pt x="3041" y="4788"/>
                  <a:pt x="2893" y="4104"/>
                  <a:pt x="3069" y="3341"/>
                </a:cubicBezTo>
                <a:cubicBezTo>
                  <a:pt x="3163" y="2932"/>
                  <a:pt x="3330" y="2544"/>
                  <a:pt x="3556" y="2188"/>
                </a:cubicBezTo>
                <a:cubicBezTo>
                  <a:pt x="3578" y="2187"/>
                  <a:pt x="3600" y="2187"/>
                  <a:pt x="3622" y="2187"/>
                </a:cubicBezTo>
                <a:close/>
                <a:moveTo>
                  <a:pt x="7372" y="1"/>
                </a:moveTo>
                <a:cubicBezTo>
                  <a:pt x="6895" y="1"/>
                  <a:pt x="6425" y="64"/>
                  <a:pt x="5976" y="193"/>
                </a:cubicBezTo>
                <a:cubicBezTo>
                  <a:pt x="4925" y="494"/>
                  <a:pt x="4027" y="1159"/>
                  <a:pt x="3458" y="2012"/>
                </a:cubicBezTo>
                <a:cubicBezTo>
                  <a:pt x="3026" y="2032"/>
                  <a:pt x="2588" y="2124"/>
                  <a:pt x="2163" y="2290"/>
                </a:cubicBezTo>
                <a:cubicBezTo>
                  <a:pt x="1166" y="2679"/>
                  <a:pt x="383" y="3422"/>
                  <a:pt x="19" y="4328"/>
                </a:cubicBezTo>
                <a:cubicBezTo>
                  <a:pt x="0" y="4373"/>
                  <a:pt x="22" y="4425"/>
                  <a:pt x="67" y="4444"/>
                </a:cubicBezTo>
                <a:cubicBezTo>
                  <a:pt x="78" y="4448"/>
                  <a:pt x="90" y="4450"/>
                  <a:pt x="101" y="4450"/>
                </a:cubicBezTo>
                <a:cubicBezTo>
                  <a:pt x="136" y="4450"/>
                  <a:pt x="169" y="4429"/>
                  <a:pt x="183" y="4394"/>
                </a:cubicBezTo>
                <a:cubicBezTo>
                  <a:pt x="530" y="3534"/>
                  <a:pt x="1276" y="2828"/>
                  <a:pt x="2228" y="2456"/>
                </a:cubicBezTo>
                <a:cubicBezTo>
                  <a:pt x="2594" y="2313"/>
                  <a:pt x="2969" y="2227"/>
                  <a:pt x="3341" y="2198"/>
                </a:cubicBezTo>
                <a:lnTo>
                  <a:pt x="3341" y="2198"/>
                </a:lnTo>
                <a:cubicBezTo>
                  <a:pt x="3136" y="2543"/>
                  <a:pt x="2985" y="2913"/>
                  <a:pt x="2896" y="3300"/>
                </a:cubicBezTo>
                <a:cubicBezTo>
                  <a:pt x="2705" y="4128"/>
                  <a:pt x="2874" y="4876"/>
                  <a:pt x="3348" y="5303"/>
                </a:cubicBezTo>
                <a:cubicBezTo>
                  <a:pt x="3612" y="5542"/>
                  <a:pt x="3980" y="5667"/>
                  <a:pt x="4353" y="5667"/>
                </a:cubicBezTo>
                <a:lnTo>
                  <a:pt x="4353" y="5668"/>
                </a:lnTo>
                <a:cubicBezTo>
                  <a:pt x="4576" y="5668"/>
                  <a:pt x="4801" y="5623"/>
                  <a:pt x="5009" y="5532"/>
                </a:cubicBezTo>
                <a:cubicBezTo>
                  <a:pt x="5521" y="5303"/>
                  <a:pt x="5921" y="4812"/>
                  <a:pt x="6078" y="4220"/>
                </a:cubicBezTo>
                <a:cubicBezTo>
                  <a:pt x="6188" y="3805"/>
                  <a:pt x="6158" y="3403"/>
                  <a:pt x="5996" y="3090"/>
                </a:cubicBezTo>
                <a:cubicBezTo>
                  <a:pt x="5839" y="2786"/>
                  <a:pt x="5553" y="2539"/>
                  <a:pt x="5123" y="2335"/>
                </a:cubicBezTo>
                <a:cubicBezTo>
                  <a:pt x="4678" y="2125"/>
                  <a:pt x="4185" y="2016"/>
                  <a:pt x="3676" y="2009"/>
                </a:cubicBezTo>
                <a:cubicBezTo>
                  <a:pt x="4224" y="1239"/>
                  <a:pt x="5056" y="641"/>
                  <a:pt x="6025" y="364"/>
                </a:cubicBezTo>
                <a:cubicBezTo>
                  <a:pt x="6458" y="240"/>
                  <a:pt x="6912" y="179"/>
                  <a:pt x="7373" y="179"/>
                </a:cubicBezTo>
                <a:cubicBezTo>
                  <a:pt x="8352" y="179"/>
                  <a:pt x="9365" y="454"/>
                  <a:pt x="10286" y="986"/>
                </a:cubicBezTo>
                <a:cubicBezTo>
                  <a:pt x="10300" y="994"/>
                  <a:pt x="10315" y="998"/>
                  <a:pt x="10330" y="998"/>
                </a:cubicBezTo>
                <a:cubicBezTo>
                  <a:pt x="10360" y="998"/>
                  <a:pt x="10391" y="982"/>
                  <a:pt x="10408" y="953"/>
                </a:cubicBezTo>
                <a:cubicBezTo>
                  <a:pt x="10432" y="912"/>
                  <a:pt x="10417" y="857"/>
                  <a:pt x="10374" y="832"/>
                </a:cubicBezTo>
                <a:cubicBezTo>
                  <a:pt x="9426" y="284"/>
                  <a:pt x="8382" y="1"/>
                  <a:pt x="737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7" name="Google Shape;977;p58"/>
          <p:cNvSpPr/>
          <p:nvPr/>
        </p:nvSpPr>
        <p:spPr>
          <a:xfrm rot="3716845">
            <a:off x="612635" y="1853589"/>
            <a:ext cx="157128" cy="148166"/>
          </a:xfrm>
          <a:custGeom>
            <a:rect b="b" l="l" r="r" t="t"/>
            <a:pathLst>
              <a:path extrusionOk="0" h="4216" w="4471">
                <a:moveTo>
                  <a:pt x="2432" y="1"/>
                </a:moveTo>
                <a:cubicBezTo>
                  <a:pt x="2379" y="1"/>
                  <a:pt x="2332" y="37"/>
                  <a:pt x="2320" y="92"/>
                </a:cubicBezTo>
                <a:lnTo>
                  <a:pt x="1960" y="1746"/>
                </a:lnTo>
                <a:cubicBezTo>
                  <a:pt x="1364" y="1561"/>
                  <a:pt x="761" y="1402"/>
                  <a:pt x="152" y="1271"/>
                </a:cubicBezTo>
                <a:cubicBezTo>
                  <a:pt x="143" y="1269"/>
                  <a:pt x="135" y="1268"/>
                  <a:pt x="126" y="1268"/>
                </a:cubicBezTo>
                <a:cubicBezTo>
                  <a:pt x="73" y="1268"/>
                  <a:pt x="26" y="1305"/>
                  <a:pt x="15" y="1359"/>
                </a:cubicBezTo>
                <a:cubicBezTo>
                  <a:pt x="1" y="1422"/>
                  <a:pt x="40" y="1482"/>
                  <a:pt x="103" y="1496"/>
                </a:cubicBezTo>
                <a:cubicBezTo>
                  <a:pt x="712" y="1627"/>
                  <a:pt x="1315" y="1787"/>
                  <a:pt x="1911" y="1972"/>
                </a:cubicBezTo>
                <a:lnTo>
                  <a:pt x="1454" y="4076"/>
                </a:lnTo>
                <a:cubicBezTo>
                  <a:pt x="1440" y="4137"/>
                  <a:pt x="1481" y="4199"/>
                  <a:pt x="1543" y="4213"/>
                </a:cubicBezTo>
                <a:cubicBezTo>
                  <a:pt x="1551" y="4215"/>
                  <a:pt x="1559" y="4215"/>
                  <a:pt x="1567" y="4215"/>
                </a:cubicBezTo>
                <a:cubicBezTo>
                  <a:pt x="1620" y="4215"/>
                  <a:pt x="1668" y="4178"/>
                  <a:pt x="1681" y="4125"/>
                </a:cubicBezTo>
                <a:lnTo>
                  <a:pt x="2132" y="2041"/>
                </a:lnTo>
                <a:cubicBezTo>
                  <a:pt x="2867" y="2278"/>
                  <a:pt x="3589" y="2554"/>
                  <a:pt x="4292" y="2870"/>
                </a:cubicBezTo>
                <a:cubicBezTo>
                  <a:pt x="4307" y="2876"/>
                  <a:pt x="4323" y="2880"/>
                  <a:pt x="4338" y="2880"/>
                </a:cubicBezTo>
                <a:cubicBezTo>
                  <a:pt x="4382" y="2880"/>
                  <a:pt x="4425" y="2854"/>
                  <a:pt x="4443" y="2812"/>
                </a:cubicBezTo>
                <a:cubicBezTo>
                  <a:pt x="4470" y="2754"/>
                  <a:pt x="4443" y="2685"/>
                  <a:pt x="4385" y="2660"/>
                </a:cubicBezTo>
                <a:cubicBezTo>
                  <a:pt x="3669" y="2337"/>
                  <a:pt x="2931" y="2056"/>
                  <a:pt x="2182" y="1815"/>
                </a:cubicBezTo>
                <a:lnTo>
                  <a:pt x="2546" y="140"/>
                </a:lnTo>
                <a:cubicBezTo>
                  <a:pt x="2559" y="78"/>
                  <a:pt x="2519" y="16"/>
                  <a:pt x="2457" y="3"/>
                </a:cubicBezTo>
                <a:cubicBezTo>
                  <a:pt x="2448" y="1"/>
                  <a:pt x="2440" y="1"/>
                  <a:pt x="243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8" name="Google Shape;978;p58"/>
          <p:cNvSpPr/>
          <p:nvPr/>
        </p:nvSpPr>
        <p:spPr>
          <a:xfrm>
            <a:off x="289527" y="3283019"/>
            <a:ext cx="122989" cy="192024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9" name="Google Shape;979;p58"/>
          <p:cNvSpPr/>
          <p:nvPr/>
        </p:nvSpPr>
        <p:spPr>
          <a:xfrm rot="5735881">
            <a:off x="7001722" y="4811589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0" name="Google Shape;980;p58"/>
          <p:cNvSpPr/>
          <p:nvPr/>
        </p:nvSpPr>
        <p:spPr>
          <a:xfrm flipH="1" rot="1092080">
            <a:off x="-478693" y="3905381"/>
            <a:ext cx="1659432" cy="1367204"/>
          </a:xfrm>
          <a:custGeom>
            <a:rect b="b" l="l" r="r" t="t"/>
            <a:pathLst>
              <a:path extrusionOk="0" h="29503" w="35809">
                <a:moveTo>
                  <a:pt x="15987" y="1"/>
                </a:moveTo>
                <a:cubicBezTo>
                  <a:pt x="15307" y="1"/>
                  <a:pt x="14281" y="3232"/>
                  <a:pt x="14368" y="6973"/>
                </a:cubicBezTo>
                <a:cubicBezTo>
                  <a:pt x="14458" y="10828"/>
                  <a:pt x="15190" y="13875"/>
                  <a:pt x="15404" y="14690"/>
                </a:cubicBezTo>
                <a:cubicBezTo>
                  <a:pt x="14257" y="15585"/>
                  <a:pt x="13139" y="16472"/>
                  <a:pt x="12154" y="17278"/>
                </a:cubicBezTo>
                <a:cubicBezTo>
                  <a:pt x="12377" y="15499"/>
                  <a:pt x="13438" y="6337"/>
                  <a:pt x="11926" y="5049"/>
                </a:cubicBezTo>
                <a:cubicBezTo>
                  <a:pt x="11844" y="4980"/>
                  <a:pt x="11771" y="4947"/>
                  <a:pt x="11706" y="4947"/>
                </a:cubicBezTo>
                <a:cubicBezTo>
                  <a:pt x="10531" y="4947"/>
                  <a:pt x="11858" y="15586"/>
                  <a:pt x="12085" y="17335"/>
                </a:cubicBezTo>
                <a:cubicBezTo>
                  <a:pt x="11392" y="17902"/>
                  <a:pt x="10768" y="18428"/>
                  <a:pt x="10252" y="18884"/>
                </a:cubicBezTo>
                <a:cubicBezTo>
                  <a:pt x="9784" y="19295"/>
                  <a:pt x="9290" y="19737"/>
                  <a:pt x="8781" y="20197"/>
                </a:cubicBezTo>
                <a:cubicBezTo>
                  <a:pt x="8837" y="19388"/>
                  <a:pt x="8963" y="17101"/>
                  <a:pt x="8739" y="15321"/>
                </a:cubicBezTo>
                <a:cubicBezTo>
                  <a:pt x="8461" y="13121"/>
                  <a:pt x="8054" y="9892"/>
                  <a:pt x="7037" y="8882"/>
                </a:cubicBezTo>
                <a:cubicBezTo>
                  <a:pt x="6947" y="8793"/>
                  <a:pt x="6865" y="8751"/>
                  <a:pt x="6789" y="8751"/>
                </a:cubicBezTo>
                <a:cubicBezTo>
                  <a:pt x="6001" y="8751"/>
                  <a:pt x="5945" y="13255"/>
                  <a:pt x="6706" y="16066"/>
                </a:cubicBezTo>
                <a:cubicBezTo>
                  <a:pt x="7376" y="18540"/>
                  <a:pt x="8293" y="19896"/>
                  <a:pt x="8628" y="20336"/>
                </a:cubicBezTo>
                <a:cubicBezTo>
                  <a:pt x="7462" y="21390"/>
                  <a:pt x="6232" y="22525"/>
                  <a:pt x="5096" y="23580"/>
                </a:cubicBezTo>
                <a:cubicBezTo>
                  <a:pt x="4742" y="21933"/>
                  <a:pt x="2590" y="12171"/>
                  <a:pt x="1305" y="11870"/>
                </a:cubicBezTo>
                <a:cubicBezTo>
                  <a:pt x="1249" y="11856"/>
                  <a:pt x="1196" y="11850"/>
                  <a:pt x="1148" y="11850"/>
                </a:cubicBezTo>
                <a:cubicBezTo>
                  <a:pt x="0" y="11850"/>
                  <a:pt x="1144" y="15497"/>
                  <a:pt x="2010" y="18541"/>
                </a:cubicBezTo>
                <a:cubicBezTo>
                  <a:pt x="2773" y="21225"/>
                  <a:pt x="4488" y="23142"/>
                  <a:pt x="5000" y="23669"/>
                </a:cubicBezTo>
                <a:cubicBezTo>
                  <a:pt x="2665" y="25843"/>
                  <a:pt x="761" y="27656"/>
                  <a:pt x="729" y="27687"/>
                </a:cubicBezTo>
                <a:cubicBezTo>
                  <a:pt x="645" y="27766"/>
                  <a:pt x="643" y="27898"/>
                  <a:pt x="722" y="27982"/>
                </a:cubicBezTo>
                <a:cubicBezTo>
                  <a:pt x="763" y="28024"/>
                  <a:pt x="818" y="28046"/>
                  <a:pt x="873" y="28046"/>
                </a:cubicBezTo>
                <a:cubicBezTo>
                  <a:pt x="924" y="28046"/>
                  <a:pt x="976" y="28027"/>
                  <a:pt x="1015" y="27989"/>
                </a:cubicBezTo>
                <a:cubicBezTo>
                  <a:pt x="1044" y="27961"/>
                  <a:pt x="2508" y="26567"/>
                  <a:pt x="4438" y="24762"/>
                </a:cubicBezTo>
                <a:cubicBezTo>
                  <a:pt x="4937" y="25299"/>
                  <a:pt x="7022" y="27416"/>
                  <a:pt x="9822" y="28442"/>
                </a:cubicBezTo>
                <a:cubicBezTo>
                  <a:pt x="11569" y="29082"/>
                  <a:pt x="13043" y="29502"/>
                  <a:pt x="13944" y="29502"/>
                </a:cubicBezTo>
                <a:cubicBezTo>
                  <a:pt x="14706" y="29502"/>
                  <a:pt x="15060" y="29202"/>
                  <a:pt x="14824" y="28481"/>
                </a:cubicBezTo>
                <a:cubicBezTo>
                  <a:pt x="14353" y="27037"/>
                  <a:pt x="5935" y="25011"/>
                  <a:pt x="4525" y="24682"/>
                </a:cubicBezTo>
                <a:cubicBezTo>
                  <a:pt x="5736" y="23550"/>
                  <a:pt x="7122" y="22265"/>
                  <a:pt x="8453" y="21056"/>
                </a:cubicBezTo>
                <a:cubicBezTo>
                  <a:pt x="9028" y="21495"/>
                  <a:pt x="11038" y="22939"/>
                  <a:pt x="13519" y="23705"/>
                </a:cubicBezTo>
                <a:cubicBezTo>
                  <a:pt x="14917" y="24137"/>
                  <a:pt x="16280" y="24373"/>
                  <a:pt x="17219" y="24373"/>
                </a:cubicBezTo>
                <a:cubicBezTo>
                  <a:pt x="18262" y="24373"/>
                  <a:pt x="18784" y="24082"/>
                  <a:pt x="18253" y="23442"/>
                </a:cubicBezTo>
                <a:cubicBezTo>
                  <a:pt x="17346" y="22351"/>
                  <a:pt x="10041" y="21192"/>
                  <a:pt x="8551" y="20966"/>
                </a:cubicBezTo>
                <a:cubicBezTo>
                  <a:pt x="9238" y="20343"/>
                  <a:pt x="9907" y="19742"/>
                  <a:pt x="10527" y="19194"/>
                </a:cubicBezTo>
                <a:cubicBezTo>
                  <a:pt x="11026" y="18755"/>
                  <a:pt x="11626" y="18249"/>
                  <a:pt x="12292" y="17703"/>
                </a:cubicBezTo>
                <a:cubicBezTo>
                  <a:pt x="13223" y="18361"/>
                  <a:pt x="17658" y="21405"/>
                  <a:pt x="20039" y="21405"/>
                </a:cubicBezTo>
                <a:cubicBezTo>
                  <a:pt x="20668" y="21405"/>
                  <a:pt x="21154" y="21192"/>
                  <a:pt x="21393" y="20666"/>
                </a:cubicBezTo>
                <a:cubicBezTo>
                  <a:pt x="22518" y="18195"/>
                  <a:pt x="14163" y="17671"/>
                  <a:pt x="12429" y="17590"/>
                </a:cubicBezTo>
                <a:cubicBezTo>
                  <a:pt x="13473" y="16737"/>
                  <a:pt x="14669" y="15789"/>
                  <a:pt x="15889" y="14839"/>
                </a:cubicBezTo>
                <a:cubicBezTo>
                  <a:pt x="16572" y="15469"/>
                  <a:pt x="21288" y="19753"/>
                  <a:pt x="23143" y="19753"/>
                </a:cubicBezTo>
                <a:cubicBezTo>
                  <a:pt x="23456" y="19753"/>
                  <a:pt x="23687" y="19631"/>
                  <a:pt x="23804" y="19349"/>
                </a:cubicBezTo>
                <a:cubicBezTo>
                  <a:pt x="24607" y="17414"/>
                  <a:pt x="17037" y="15122"/>
                  <a:pt x="15939" y="14801"/>
                </a:cubicBezTo>
                <a:cubicBezTo>
                  <a:pt x="16884" y="14064"/>
                  <a:pt x="17842" y="13326"/>
                  <a:pt x="18753" y="12632"/>
                </a:cubicBezTo>
                <a:cubicBezTo>
                  <a:pt x="19677" y="13167"/>
                  <a:pt x="23672" y="15409"/>
                  <a:pt x="25766" y="15409"/>
                </a:cubicBezTo>
                <a:cubicBezTo>
                  <a:pt x="26368" y="15409"/>
                  <a:pt x="26812" y="15224"/>
                  <a:pt x="26983" y="14760"/>
                </a:cubicBezTo>
                <a:cubicBezTo>
                  <a:pt x="27726" y="12728"/>
                  <a:pt x="20565" y="12536"/>
                  <a:pt x="18900" y="12519"/>
                </a:cubicBezTo>
                <a:cubicBezTo>
                  <a:pt x="19594" y="11990"/>
                  <a:pt x="20257" y="11488"/>
                  <a:pt x="20864" y="11030"/>
                </a:cubicBezTo>
                <a:cubicBezTo>
                  <a:pt x="21653" y="11329"/>
                  <a:pt x="24365" y="12297"/>
                  <a:pt x="26536" y="12297"/>
                </a:cubicBezTo>
                <a:cubicBezTo>
                  <a:pt x="27567" y="12297"/>
                  <a:pt x="28476" y="12079"/>
                  <a:pt x="29000" y="11468"/>
                </a:cubicBezTo>
                <a:cubicBezTo>
                  <a:pt x="29730" y="10616"/>
                  <a:pt x="28546" y="10360"/>
                  <a:pt x="26858" y="10360"/>
                </a:cubicBezTo>
                <a:cubicBezTo>
                  <a:pt x="24844" y="10360"/>
                  <a:pt x="22113" y="10725"/>
                  <a:pt x="21068" y="10877"/>
                </a:cubicBezTo>
                <a:cubicBezTo>
                  <a:pt x="22154" y="10058"/>
                  <a:pt x="23038" y="9398"/>
                  <a:pt x="23557" y="9010"/>
                </a:cubicBezTo>
                <a:cubicBezTo>
                  <a:pt x="24913" y="8524"/>
                  <a:pt x="28112" y="7282"/>
                  <a:pt x="30457" y="5643"/>
                </a:cubicBezTo>
                <a:cubicBezTo>
                  <a:pt x="33505" y="3511"/>
                  <a:pt x="35808" y="1748"/>
                  <a:pt x="34285" y="1564"/>
                </a:cubicBezTo>
                <a:cubicBezTo>
                  <a:pt x="34255" y="1560"/>
                  <a:pt x="34222" y="1558"/>
                  <a:pt x="34187" y="1558"/>
                </a:cubicBezTo>
                <a:cubicBezTo>
                  <a:pt x="32630" y="1558"/>
                  <a:pt x="26873" y="5224"/>
                  <a:pt x="23715" y="8376"/>
                </a:cubicBezTo>
                <a:cubicBezTo>
                  <a:pt x="23400" y="8610"/>
                  <a:pt x="22367" y="9377"/>
                  <a:pt x="20979" y="10423"/>
                </a:cubicBezTo>
                <a:cubicBezTo>
                  <a:pt x="22252" y="8480"/>
                  <a:pt x="26568" y="1726"/>
                  <a:pt x="25050" y="1726"/>
                </a:cubicBezTo>
                <a:cubicBezTo>
                  <a:pt x="24989" y="1726"/>
                  <a:pt x="24920" y="1736"/>
                  <a:pt x="24840" y="1758"/>
                </a:cubicBezTo>
                <a:cubicBezTo>
                  <a:pt x="22704" y="2355"/>
                  <a:pt x="21055" y="9093"/>
                  <a:pt x="20705" y="10630"/>
                </a:cubicBezTo>
                <a:cubicBezTo>
                  <a:pt x="19973" y="11182"/>
                  <a:pt x="19154" y="11802"/>
                  <a:pt x="18298" y="12456"/>
                </a:cubicBezTo>
                <a:cubicBezTo>
                  <a:pt x="18846" y="10632"/>
                  <a:pt x="21322" y="2040"/>
                  <a:pt x="19462" y="1752"/>
                </a:cubicBezTo>
                <a:cubicBezTo>
                  <a:pt x="19433" y="1747"/>
                  <a:pt x="19404" y="1745"/>
                  <a:pt x="19376" y="1745"/>
                </a:cubicBezTo>
                <a:cubicBezTo>
                  <a:pt x="17577" y="1745"/>
                  <a:pt x="18076" y="10917"/>
                  <a:pt x="18179" y="12548"/>
                </a:cubicBezTo>
                <a:cubicBezTo>
                  <a:pt x="17325" y="13200"/>
                  <a:pt x="16438" y="13884"/>
                  <a:pt x="15563" y="14566"/>
                </a:cubicBezTo>
                <a:cubicBezTo>
                  <a:pt x="15836" y="13622"/>
                  <a:pt x="16579" y="10903"/>
                  <a:pt x="16774" y="8720"/>
                </a:cubicBezTo>
                <a:cubicBezTo>
                  <a:pt x="17014" y="6033"/>
                  <a:pt x="16925" y="2211"/>
                  <a:pt x="16353" y="444"/>
                </a:cubicBezTo>
                <a:cubicBezTo>
                  <a:pt x="16255" y="140"/>
                  <a:pt x="16128" y="1"/>
                  <a:pt x="15987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81" name="Google Shape;981;p58"/>
          <p:cNvGrpSpPr/>
          <p:nvPr/>
        </p:nvGrpSpPr>
        <p:grpSpPr>
          <a:xfrm rot="3596809">
            <a:off x="849980" y="4502798"/>
            <a:ext cx="868381" cy="1192518"/>
            <a:chOff x="3708300" y="1072800"/>
            <a:chExt cx="776725" cy="1066650"/>
          </a:xfrm>
        </p:grpSpPr>
        <p:sp>
          <p:nvSpPr>
            <p:cNvPr id="982" name="Google Shape;982;p58"/>
            <p:cNvSpPr/>
            <p:nvPr/>
          </p:nvSpPr>
          <p:spPr>
            <a:xfrm>
              <a:off x="3708300" y="1072800"/>
              <a:ext cx="776725" cy="1066650"/>
            </a:xfrm>
            <a:custGeom>
              <a:rect b="b" l="l" r="r" t="t"/>
              <a:pathLst>
                <a:path extrusionOk="0" h="42666" w="31069">
                  <a:moveTo>
                    <a:pt x="6830" y="1"/>
                  </a:moveTo>
                  <a:cubicBezTo>
                    <a:pt x="6707" y="1"/>
                    <a:pt x="6583" y="16"/>
                    <a:pt x="6456" y="50"/>
                  </a:cubicBezTo>
                  <a:cubicBezTo>
                    <a:pt x="5911" y="196"/>
                    <a:pt x="5497" y="669"/>
                    <a:pt x="5316" y="1177"/>
                  </a:cubicBezTo>
                  <a:cubicBezTo>
                    <a:pt x="5136" y="1688"/>
                    <a:pt x="5146" y="2228"/>
                    <a:pt x="5193" y="2751"/>
                  </a:cubicBezTo>
                  <a:cubicBezTo>
                    <a:pt x="5586" y="7042"/>
                    <a:pt x="8098" y="10770"/>
                    <a:pt x="10542" y="14321"/>
                  </a:cubicBezTo>
                  <a:cubicBezTo>
                    <a:pt x="9110" y="12451"/>
                    <a:pt x="7163" y="10945"/>
                    <a:pt x="4924" y="9980"/>
                  </a:cubicBezTo>
                  <a:cubicBezTo>
                    <a:pt x="4448" y="9775"/>
                    <a:pt x="3902" y="9600"/>
                    <a:pt x="3379" y="9600"/>
                  </a:cubicBezTo>
                  <a:cubicBezTo>
                    <a:pt x="3041" y="9600"/>
                    <a:pt x="2713" y="9673"/>
                    <a:pt x="2420" y="9858"/>
                  </a:cubicBezTo>
                  <a:cubicBezTo>
                    <a:pt x="1545" y="10409"/>
                    <a:pt x="1529" y="11597"/>
                    <a:pt x="1774" y="12523"/>
                  </a:cubicBezTo>
                  <a:cubicBezTo>
                    <a:pt x="2284" y="14472"/>
                    <a:pt x="3466" y="16190"/>
                    <a:pt x="4900" y="17646"/>
                  </a:cubicBezTo>
                  <a:cubicBezTo>
                    <a:pt x="6328" y="19099"/>
                    <a:pt x="8011" y="20316"/>
                    <a:pt x="9684" y="21521"/>
                  </a:cubicBezTo>
                  <a:cubicBezTo>
                    <a:pt x="8181" y="20795"/>
                    <a:pt x="6644" y="20055"/>
                    <a:pt x="4962" y="19720"/>
                  </a:cubicBezTo>
                  <a:cubicBezTo>
                    <a:pt x="4387" y="19606"/>
                    <a:pt x="3568" y="19384"/>
                    <a:pt x="2816" y="19384"/>
                  </a:cubicBezTo>
                  <a:cubicBezTo>
                    <a:pt x="2247" y="19384"/>
                    <a:pt x="1717" y="19512"/>
                    <a:pt x="1361" y="19910"/>
                  </a:cubicBezTo>
                  <a:cubicBezTo>
                    <a:pt x="0" y="21434"/>
                    <a:pt x="2318" y="23978"/>
                    <a:pt x="3407" y="24892"/>
                  </a:cubicBezTo>
                  <a:cubicBezTo>
                    <a:pt x="4591" y="25885"/>
                    <a:pt x="5945" y="26683"/>
                    <a:pt x="7129" y="27646"/>
                  </a:cubicBezTo>
                  <a:cubicBezTo>
                    <a:pt x="7866" y="28238"/>
                    <a:pt x="8703" y="28751"/>
                    <a:pt x="9480" y="29300"/>
                  </a:cubicBezTo>
                  <a:cubicBezTo>
                    <a:pt x="9908" y="29601"/>
                    <a:pt x="11356" y="30272"/>
                    <a:pt x="11520" y="30735"/>
                  </a:cubicBezTo>
                  <a:cubicBezTo>
                    <a:pt x="10718" y="30464"/>
                    <a:pt x="9895" y="30188"/>
                    <a:pt x="9034" y="30188"/>
                  </a:cubicBezTo>
                  <a:cubicBezTo>
                    <a:pt x="9011" y="30188"/>
                    <a:pt x="8989" y="30188"/>
                    <a:pt x="8966" y="30188"/>
                  </a:cubicBezTo>
                  <a:cubicBezTo>
                    <a:pt x="7503" y="30214"/>
                    <a:pt x="7381" y="31517"/>
                    <a:pt x="7779" y="32554"/>
                  </a:cubicBezTo>
                  <a:cubicBezTo>
                    <a:pt x="8158" y="33540"/>
                    <a:pt x="9313" y="34213"/>
                    <a:pt x="10199" y="34761"/>
                  </a:cubicBezTo>
                  <a:cubicBezTo>
                    <a:pt x="14401" y="37351"/>
                    <a:pt x="18718" y="39810"/>
                    <a:pt x="22860" y="42522"/>
                  </a:cubicBezTo>
                  <a:cubicBezTo>
                    <a:pt x="22939" y="42568"/>
                    <a:pt x="23012" y="42617"/>
                    <a:pt x="23087" y="42665"/>
                  </a:cubicBezTo>
                  <a:cubicBezTo>
                    <a:pt x="23091" y="42664"/>
                    <a:pt x="23120" y="42620"/>
                    <a:pt x="23163" y="42537"/>
                  </a:cubicBezTo>
                  <a:cubicBezTo>
                    <a:pt x="23567" y="41812"/>
                    <a:pt x="25460" y="38170"/>
                    <a:pt x="25630" y="37787"/>
                  </a:cubicBezTo>
                  <a:cubicBezTo>
                    <a:pt x="26395" y="36067"/>
                    <a:pt x="27045" y="34304"/>
                    <a:pt x="27576" y="32516"/>
                  </a:cubicBezTo>
                  <a:cubicBezTo>
                    <a:pt x="28200" y="30419"/>
                    <a:pt x="31069" y="24490"/>
                    <a:pt x="28106" y="23241"/>
                  </a:cubicBezTo>
                  <a:lnTo>
                    <a:pt x="28105" y="23241"/>
                  </a:lnTo>
                  <a:cubicBezTo>
                    <a:pt x="27861" y="23137"/>
                    <a:pt x="27601" y="23090"/>
                    <a:pt x="27336" y="23090"/>
                  </a:cubicBezTo>
                  <a:cubicBezTo>
                    <a:pt x="26562" y="23090"/>
                    <a:pt x="25749" y="23492"/>
                    <a:pt x="25199" y="24059"/>
                  </a:cubicBezTo>
                  <a:cubicBezTo>
                    <a:pt x="24457" y="24819"/>
                    <a:pt x="24084" y="25814"/>
                    <a:pt x="23726" y="26778"/>
                  </a:cubicBezTo>
                  <a:cubicBezTo>
                    <a:pt x="24043" y="25919"/>
                    <a:pt x="23891" y="24633"/>
                    <a:pt x="23991" y="23727"/>
                  </a:cubicBezTo>
                  <a:cubicBezTo>
                    <a:pt x="24115" y="22592"/>
                    <a:pt x="24261" y="21459"/>
                    <a:pt x="24394" y="20323"/>
                  </a:cubicBezTo>
                  <a:cubicBezTo>
                    <a:pt x="24648" y="18135"/>
                    <a:pt x="24866" y="15939"/>
                    <a:pt x="24779" y="13752"/>
                  </a:cubicBezTo>
                  <a:cubicBezTo>
                    <a:pt x="24740" y="12670"/>
                    <a:pt x="24822" y="10582"/>
                    <a:pt x="24158" y="9343"/>
                  </a:cubicBezTo>
                  <a:cubicBezTo>
                    <a:pt x="23943" y="8948"/>
                    <a:pt x="23651" y="8639"/>
                    <a:pt x="23253" y="8480"/>
                  </a:cubicBezTo>
                  <a:cubicBezTo>
                    <a:pt x="23053" y="8400"/>
                    <a:pt x="22860" y="8364"/>
                    <a:pt x="22674" y="8364"/>
                  </a:cubicBezTo>
                  <a:cubicBezTo>
                    <a:pt x="21476" y="8364"/>
                    <a:pt x="20582" y="9872"/>
                    <a:pt x="20081" y="10780"/>
                  </a:cubicBezTo>
                  <a:cubicBezTo>
                    <a:pt x="19353" y="12109"/>
                    <a:pt x="19148" y="13337"/>
                    <a:pt x="18967" y="14655"/>
                  </a:cubicBezTo>
                  <a:cubicBezTo>
                    <a:pt x="19271" y="12310"/>
                    <a:pt x="19377" y="9955"/>
                    <a:pt x="19286" y="7612"/>
                  </a:cubicBezTo>
                  <a:cubicBezTo>
                    <a:pt x="19211" y="5571"/>
                    <a:pt x="18961" y="3466"/>
                    <a:pt x="17833" y="1770"/>
                  </a:cubicBezTo>
                  <a:cubicBezTo>
                    <a:pt x="17666" y="1518"/>
                    <a:pt x="17433" y="1252"/>
                    <a:pt x="17108" y="1252"/>
                  </a:cubicBezTo>
                  <a:cubicBezTo>
                    <a:pt x="16896" y="1252"/>
                    <a:pt x="16698" y="1371"/>
                    <a:pt x="16527" y="1495"/>
                  </a:cubicBezTo>
                  <a:cubicBezTo>
                    <a:pt x="15130" y="2518"/>
                    <a:pt x="14559" y="4230"/>
                    <a:pt x="14250" y="5840"/>
                  </a:cubicBezTo>
                  <a:cubicBezTo>
                    <a:pt x="13882" y="7743"/>
                    <a:pt x="13757" y="9675"/>
                    <a:pt x="13874" y="11580"/>
                  </a:cubicBezTo>
                  <a:cubicBezTo>
                    <a:pt x="12343" y="7957"/>
                    <a:pt x="11366" y="4185"/>
                    <a:pt x="8707" y="1114"/>
                  </a:cubicBezTo>
                  <a:cubicBezTo>
                    <a:pt x="8230" y="560"/>
                    <a:pt x="7567" y="1"/>
                    <a:pt x="683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3" name="Google Shape;983;p58"/>
            <p:cNvSpPr/>
            <p:nvPr/>
          </p:nvSpPr>
          <p:spPr>
            <a:xfrm>
              <a:off x="3808850" y="1173650"/>
              <a:ext cx="565500" cy="965800"/>
            </a:xfrm>
            <a:custGeom>
              <a:rect b="b" l="l" r="r" t="t"/>
              <a:pathLst>
                <a:path extrusionOk="0" h="38632" w="22620">
                  <a:moveTo>
                    <a:pt x="3964" y="0"/>
                  </a:moveTo>
                  <a:cubicBezTo>
                    <a:pt x="3939" y="0"/>
                    <a:pt x="3913" y="6"/>
                    <a:pt x="3889" y="19"/>
                  </a:cubicBezTo>
                  <a:cubicBezTo>
                    <a:pt x="3822" y="58"/>
                    <a:pt x="3795" y="143"/>
                    <a:pt x="3832" y="204"/>
                  </a:cubicBezTo>
                  <a:cubicBezTo>
                    <a:pt x="7240" y="5902"/>
                    <a:pt x="9536" y="12032"/>
                    <a:pt x="11335" y="17279"/>
                  </a:cubicBezTo>
                  <a:cubicBezTo>
                    <a:pt x="11591" y="18016"/>
                    <a:pt x="11853" y="18753"/>
                    <a:pt x="12120" y="19490"/>
                  </a:cubicBezTo>
                  <a:cubicBezTo>
                    <a:pt x="8736" y="15289"/>
                    <a:pt x="4748" y="11561"/>
                    <a:pt x="248" y="8406"/>
                  </a:cubicBezTo>
                  <a:cubicBezTo>
                    <a:pt x="225" y="8389"/>
                    <a:pt x="197" y="8381"/>
                    <a:pt x="169" y="8381"/>
                  </a:cubicBezTo>
                  <a:cubicBezTo>
                    <a:pt x="125" y="8381"/>
                    <a:pt x="79" y="8401"/>
                    <a:pt x="48" y="8440"/>
                  </a:cubicBezTo>
                  <a:cubicBezTo>
                    <a:pt x="1" y="8498"/>
                    <a:pt x="10" y="8581"/>
                    <a:pt x="69" y="8623"/>
                  </a:cubicBezTo>
                  <a:cubicBezTo>
                    <a:pt x="4791" y="11932"/>
                    <a:pt x="8947" y="15870"/>
                    <a:pt x="12427" y="20330"/>
                  </a:cubicBezTo>
                  <a:cubicBezTo>
                    <a:pt x="12932" y="21704"/>
                    <a:pt x="13449" y="23065"/>
                    <a:pt x="13958" y="24404"/>
                  </a:cubicBezTo>
                  <a:cubicBezTo>
                    <a:pt x="12552" y="22980"/>
                    <a:pt x="10613" y="22023"/>
                    <a:pt x="8577" y="21104"/>
                  </a:cubicBezTo>
                  <a:cubicBezTo>
                    <a:pt x="6125" y="20000"/>
                    <a:pt x="3709" y="18958"/>
                    <a:pt x="1095" y="18392"/>
                  </a:cubicBezTo>
                  <a:cubicBezTo>
                    <a:pt x="1085" y="18390"/>
                    <a:pt x="1076" y="18389"/>
                    <a:pt x="1066" y="18389"/>
                  </a:cubicBezTo>
                  <a:cubicBezTo>
                    <a:pt x="1001" y="18389"/>
                    <a:pt x="939" y="18430"/>
                    <a:pt x="918" y="18493"/>
                  </a:cubicBezTo>
                  <a:cubicBezTo>
                    <a:pt x="900" y="18564"/>
                    <a:pt x="941" y="18638"/>
                    <a:pt x="1017" y="18653"/>
                  </a:cubicBezTo>
                  <a:cubicBezTo>
                    <a:pt x="3603" y="19213"/>
                    <a:pt x="6006" y="20246"/>
                    <a:pt x="8444" y="21348"/>
                  </a:cubicBezTo>
                  <a:cubicBezTo>
                    <a:pt x="10703" y="22369"/>
                    <a:pt x="12847" y="23430"/>
                    <a:pt x="14239" y="25136"/>
                  </a:cubicBezTo>
                  <a:cubicBezTo>
                    <a:pt x="15358" y="28062"/>
                    <a:pt x="16501" y="31077"/>
                    <a:pt x="17480" y="34112"/>
                  </a:cubicBezTo>
                  <a:cubicBezTo>
                    <a:pt x="14416" y="31413"/>
                    <a:pt x="10677" y="29343"/>
                    <a:pt x="6642" y="28111"/>
                  </a:cubicBezTo>
                  <a:cubicBezTo>
                    <a:pt x="6628" y="28107"/>
                    <a:pt x="6614" y="28105"/>
                    <a:pt x="6600" y="28105"/>
                  </a:cubicBezTo>
                  <a:cubicBezTo>
                    <a:pt x="6538" y="28105"/>
                    <a:pt x="6481" y="28142"/>
                    <a:pt x="6458" y="28199"/>
                  </a:cubicBezTo>
                  <a:cubicBezTo>
                    <a:pt x="6430" y="28270"/>
                    <a:pt x="6465" y="28346"/>
                    <a:pt x="6543" y="28369"/>
                  </a:cubicBezTo>
                  <a:cubicBezTo>
                    <a:pt x="10672" y="29626"/>
                    <a:pt x="14492" y="31774"/>
                    <a:pt x="17585" y="34578"/>
                  </a:cubicBezTo>
                  <a:cubicBezTo>
                    <a:pt x="17598" y="34591"/>
                    <a:pt x="17616" y="34600"/>
                    <a:pt x="17638" y="34603"/>
                  </a:cubicBezTo>
                  <a:cubicBezTo>
                    <a:pt x="18048" y="35891"/>
                    <a:pt x="18453" y="37187"/>
                    <a:pt x="18838" y="38488"/>
                  </a:cubicBezTo>
                  <a:cubicBezTo>
                    <a:pt x="18917" y="38534"/>
                    <a:pt x="18991" y="38583"/>
                    <a:pt x="19065" y="38631"/>
                  </a:cubicBezTo>
                  <a:cubicBezTo>
                    <a:pt x="19069" y="38630"/>
                    <a:pt x="19098" y="38586"/>
                    <a:pt x="19142" y="38503"/>
                  </a:cubicBezTo>
                  <a:cubicBezTo>
                    <a:pt x="18731" y="37122"/>
                    <a:pt x="18305" y="35743"/>
                    <a:pt x="17867" y="34376"/>
                  </a:cubicBezTo>
                  <a:cubicBezTo>
                    <a:pt x="19151" y="30246"/>
                    <a:pt x="20738" y="26146"/>
                    <a:pt x="22588" y="22190"/>
                  </a:cubicBezTo>
                  <a:cubicBezTo>
                    <a:pt x="22619" y="22119"/>
                    <a:pt x="22588" y="22043"/>
                    <a:pt x="22517" y="22017"/>
                  </a:cubicBezTo>
                  <a:cubicBezTo>
                    <a:pt x="22500" y="22011"/>
                    <a:pt x="22482" y="22008"/>
                    <a:pt x="22465" y="22008"/>
                  </a:cubicBezTo>
                  <a:cubicBezTo>
                    <a:pt x="22407" y="22008"/>
                    <a:pt x="22353" y="22039"/>
                    <a:pt x="22328" y="22091"/>
                  </a:cubicBezTo>
                  <a:cubicBezTo>
                    <a:pt x="20532" y="25935"/>
                    <a:pt x="18986" y="29910"/>
                    <a:pt x="17720" y="33918"/>
                  </a:cubicBezTo>
                  <a:cubicBezTo>
                    <a:pt x="16785" y="31028"/>
                    <a:pt x="15703" y="28161"/>
                    <a:pt x="14637" y="25374"/>
                  </a:cubicBezTo>
                  <a:cubicBezTo>
                    <a:pt x="14657" y="25352"/>
                    <a:pt x="14674" y="25327"/>
                    <a:pt x="14680" y="25298"/>
                  </a:cubicBezTo>
                  <a:cubicBezTo>
                    <a:pt x="15570" y="20077"/>
                    <a:pt x="16496" y="14679"/>
                    <a:pt x="19105" y="9803"/>
                  </a:cubicBezTo>
                  <a:cubicBezTo>
                    <a:pt x="19138" y="9739"/>
                    <a:pt x="19114" y="9658"/>
                    <a:pt x="19042" y="9627"/>
                  </a:cubicBezTo>
                  <a:cubicBezTo>
                    <a:pt x="19024" y="9618"/>
                    <a:pt x="19004" y="9614"/>
                    <a:pt x="18984" y="9614"/>
                  </a:cubicBezTo>
                  <a:cubicBezTo>
                    <a:pt x="18931" y="9614"/>
                    <a:pt x="18877" y="9644"/>
                    <a:pt x="18851" y="9695"/>
                  </a:cubicBezTo>
                  <a:cubicBezTo>
                    <a:pt x="16280" y="14497"/>
                    <a:pt x="15338" y="19780"/>
                    <a:pt x="14460" y="24911"/>
                  </a:cubicBezTo>
                  <a:cubicBezTo>
                    <a:pt x="14431" y="24831"/>
                    <a:pt x="14401" y="24755"/>
                    <a:pt x="14373" y="24679"/>
                  </a:cubicBezTo>
                  <a:cubicBezTo>
                    <a:pt x="13808" y="23207"/>
                    <a:pt x="13238" y="21707"/>
                    <a:pt x="12684" y="20197"/>
                  </a:cubicBezTo>
                  <a:cubicBezTo>
                    <a:pt x="12586" y="19613"/>
                    <a:pt x="10621" y="7583"/>
                    <a:pt x="13058" y="1023"/>
                  </a:cubicBezTo>
                  <a:cubicBezTo>
                    <a:pt x="13086" y="954"/>
                    <a:pt x="13046" y="877"/>
                    <a:pt x="12970" y="856"/>
                  </a:cubicBezTo>
                  <a:cubicBezTo>
                    <a:pt x="12958" y="853"/>
                    <a:pt x="12945" y="851"/>
                    <a:pt x="12932" y="851"/>
                  </a:cubicBezTo>
                  <a:cubicBezTo>
                    <a:pt x="12871" y="851"/>
                    <a:pt x="12810" y="889"/>
                    <a:pt x="12790" y="947"/>
                  </a:cubicBezTo>
                  <a:cubicBezTo>
                    <a:pt x="10783" y="6347"/>
                    <a:pt x="11725" y="15380"/>
                    <a:pt x="12196" y="18859"/>
                  </a:cubicBezTo>
                  <a:cubicBezTo>
                    <a:pt x="11997" y="18299"/>
                    <a:pt x="11798" y="17744"/>
                    <a:pt x="11608" y="17185"/>
                  </a:cubicBezTo>
                  <a:cubicBezTo>
                    <a:pt x="9804" y="11925"/>
                    <a:pt x="7503" y="5781"/>
                    <a:pt x="4083" y="62"/>
                  </a:cubicBezTo>
                  <a:cubicBezTo>
                    <a:pt x="4058" y="22"/>
                    <a:pt x="4012" y="0"/>
                    <a:pt x="396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84" name="Google Shape;984;p58"/>
          <p:cNvSpPr txBox="1"/>
          <p:nvPr>
            <p:ph type="title"/>
          </p:nvPr>
        </p:nvSpPr>
        <p:spPr>
          <a:xfrm>
            <a:off x="713225" y="2402950"/>
            <a:ext cx="6088500" cy="2196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 1">
  <p:cSld name="BIG_NUMBER_1_1">
    <p:spTree>
      <p:nvGrpSpPr>
        <p:cNvPr id="985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59"/>
          <p:cNvSpPr txBox="1"/>
          <p:nvPr>
            <p:ph hasCustomPrompt="1" type="title"/>
          </p:nvPr>
        </p:nvSpPr>
        <p:spPr>
          <a:xfrm>
            <a:off x="747450" y="1616550"/>
            <a:ext cx="4937100" cy="1237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87" name="Google Shape;987;p59"/>
          <p:cNvSpPr txBox="1"/>
          <p:nvPr>
            <p:ph idx="1" type="subTitle"/>
          </p:nvPr>
        </p:nvSpPr>
        <p:spPr>
          <a:xfrm>
            <a:off x="747450" y="2854050"/>
            <a:ext cx="4937100" cy="67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988" name="Google Shape;988;p59"/>
          <p:cNvSpPr/>
          <p:nvPr/>
        </p:nvSpPr>
        <p:spPr>
          <a:xfrm flipH="1" rot="-2700000">
            <a:off x="5795344" y="4135188"/>
            <a:ext cx="790196" cy="1637653"/>
          </a:xfrm>
          <a:custGeom>
            <a:rect b="b" l="l" r="r" t="t"/>
            <a:pathLst>
              <a:path extrusionOk="0" h="33862" w="16339">
                <a:moveTo>
                  <a:pt x="3138" y="679"/>
                </a:moveTo>
                <a:cubicBezTo>
                  <a:pt x="3139" y="680"/>
                  <a:pt x="3140" y="681"/>
                  <a:pt x="3141" y="683"/>
                </a:cubicBezTo>
                <a:cubicBezTo>
                  <a:pt x="3186" y="742"/>
                  <a:pt x="3227" y="795"/>
                  <a:pt x="3248" y="831"/>
                </a:cubicBezTo>
                <a:cubicBezTo>
                  <a:pt x="3407" y="1099"/>
                  <a:pt x="3540" y="1341"/>
                  <a:pt x="3657" y="1573"/>
                </a:cubicBezTo>
                <a:cubicBezTo>
                  <a:pt x="3938" y="2126"/>
                  <a:pt x="4138" y="2632"/>
                  <a:pt x="4269" y="3119"/>
                </a:cubicBezTo>
                <a:cubicBezTo>
                  <a:pt x="4361" y="3464"/>
                  <a:pt x="4397" y="3813"/>
                  <a:pt x="4380" y="4187"/>
                </a:cubicBezTo>
                <a:cubicBezTo>
                  <a:pt x="4363" y="4563"/>
                  <a:pt x="4287" y="4944"/>
                  <a:pt x="4214" y="5313"/>
                </a:cubicBezTo>
                <a:cubicBezTo>
                  <a:pt x="4153" y="5623"/>
                  <a:pt x="4090" y="5945"/>
                  <a:pt x="4060" y="6266"/>
                </a:cubicBezTo>
                <a:cubicBezTo>
                  <a:pt x="4005" y="6842"/>
                  <a:pt x="4054" y="7397"/>
                  <a:pt x="4105" y="7934"/>
                </a:cubicBezTo>
                <a:cubicBezTo>
                  <a:pt x="3799" y="7054"/>
                  <a:pt x="3602" y="6203"/>
                  <a:pt x="3529" y="5403"/>
                </a:cubicBezTo>
                <a:cubicBezTo>
                  <a:pt x="3496" y="5035"/>
                  <a:pt x="3544" y="4655"/>
                  <a:pt x="3590" y="4287"/>
                </a:cubicBezTo>
                <a:cubicBezTo>
                  <a:pt x="3665" y="3698"/>
                  <a:pt x="3742" y="3088"/>
                  <a:pt x="3503" y="2473"/>
                </a:cubicBezTo>
                <a:cubicBezTo>
                  <a:pt x="3485" y="2427"/>
                  <a:pt x="3441" y="2399"/>
                  <a:pt x="3395" y="2399"/>
                </a:cubicBezTo>
                <a:cubicBezTo>
                  <a:pt x="3381" y="2399"/>
                  <a:pt x="3367" y="2402"/>
                  <a:pt x="3353" y="2407"/>
                </a:cubicBezTo>
                <a:cubicBezTo>
                  <a:pt x="3294" y="2430"/>
                  <a:pt x="3264" y="2497"/>
                  <a:pt x="3287" y="2557"/>
                </a:cubicBezTo>
                <a:cubicBezTo>
                  <a:pt x="3505" y="3117"/>
                  <a:pt x="3435" y="3671"/>
                  <a:pt x="3360" y="4258"/>
                </a:cubicBezTo>
                <a:cubicBezTo>
                  <a:pt x="3313" y="4637"/>
                  <a:pt x="3263" y="5031"/>
                  <a:pt x="3298" y="5424"/>
                </a:cubicBezTo>
                <a:cubicBezTo>
                  <a:pt x="3370" y="6218"/>
                  <a:pt x="3559" y="7058"/>
                  <a:pt x="3856" y="7927"/>
                </a:cubicBezTo>
                <a:cubicBezTo>
                  <a:pt x="3839" y="7903"/>
                  <a:pt x="3824" y="7877"/>
                  <a:pt x="3808" y="7853"/>
                </a:cubicBezTo>
                <a:cubicBezTo>
                  <a:pt x="3714" y="7709"/>
                  <a:pt x="3620" y="7566"/>
                  <a:pt x="3532" y="7421"/>
                </a:cubicBezTo>
                <a:cubicBezTo>
                  <a:pt x="2833" y="6265"/>
                  <a:pt x="2586" y="4936"/>
                  <a:pt x="2753" y="3237"/>
                </a:cubicBezTo>
                <a:cubicBezTo>
                  <a:pt x="2794" y="2821"/>
                  <a:pt x="2870" y="2399"/>
                  <a:pt x="2942" y="1991"/>
                </a:cubicBezTo>
                <a:cubicBezTo>
                  <a:pt x="3018" y="1561"/>
                  <a:pt x="3097" y="1123"/>
                  <a:pt x="3138" y="679"/>
                </a:cubicBezTo>
                <a:close/>
                <a:moveTo>
                  <a:pt x="588" y="8057"/>
                </a:moveTo>
                <a:lnTo>
                  <a:pt x="588" y="8057"/>
                </a:lnTo>
                <a:cubicBezTo>
                  <a:pt x="854" y="8178"/>
                  <a:pt x="1125" y="8269"/>
                  <a:pt x="1183" y="8285"/>
                </a:cubicBezTo>
                <a:cubicBezTo>
                  <a:pt x="1356" y="8333"/>
                  <a:pt x="1527" y="8372"/>
                  <a:pt x="1696" y="8412"/>
                </a:cubicBezTo>
                <a:cubicBezTo>
                  <a:pt x="2086" y="8501"/>
                  <a:pt x="2455" y="8587"/>
                  <a:pt x="2818" y="8769"/>
                </a:cubicBezTo>
                <a:cubicBezTo>
                  <a:pt x="3170" y="8945"/>
                  <a:pt x="3489" y="9183"/>
                  <a:pt x="3792" y="9496"/>
                </a:cubicBezTo>
                <a:cubicBezTo>
                  <a:pt x="4167" y="9884"/>
                  <a:pt x="4466" y="10326"/>
                  <a:pt x="4818" y="10864"/>
                </a:cubicBezTo>
                <a:cubicBezTo>
                  <a:pt x="4890" y="10974"/>
                  <a:pt x="4956" y="11087"/>
                  <a:pt x="5026" y="11198"/>
                </a:cubicBezTo>
                <a:cubicBezTo>
                  <a:pt x="5100" y="11365"/>
                  <a:pt x="5177" y="11533"/>
                  <a:pt x="5264" y="11704"/>
                </a:cubicBezTo>
                <a:cubicBezTo>
                  <a:pt x="5038" y="11509"/>
                  <a:pt x="4788" y="11337"/>
                  <a:pt x="4544" y="11168"/>
                </a:cubicBezTo>
                <a:lnTo>
                  <a:pt x="4437" y="11094"/>
                </a:lnTo>
                <a:cubicBezTo>
                  <a:pt x="3560" y="10486"/>
                  <a:pt x="2720" y="9808"/>
                  <a:pt x="1941" y="9082"/>
                </a:cubicBezTo>
                <a:cubicBezTo>
                  <a:pt x="1918" y="9061"/>
                  <a:pt x="1890" y="9051"/>
                  <a:pt x="1862" y="9051"/>
                </a:cubicBezTo>
                <a:cubicBezTo>
                  <a:pt x="1830" y="9051"/>
                  <a:pt x="1799" y="9064"/>
                  <a:pt x="1776" y="9088"/>
                </a:cubicBezTo>
                <a:cubicBezTo>
                  <a:pt x="1733" y="9134"/>
                  <a:pt x="1735" y="9208"/>
                  <a:pt x="1782" y="9252"/>
                </a:cubicBezTo>
                <a:cubicBezTo>
                  <a:pt x="2571" y="9986"/>
                  <a:pt x="3418" y="10670"/>
                  <a:pt x="4305" y="11285"/>
                </a:cubicBezTo>
                <a:lnTo>
                  <a:pt x="4412" y="11359"/>
                </a:lnTo>
                <a:cubicBezTo>
                  <a:pt x="4728" y="11577"/>
                  <a:pt x="5050" y="11801"/>
                  <a:pt x="5315" y="12070"/>
                </a:cubicBezTo>
                <a:cubicBezTo>
                  <a:pt x="5280" y="12052"/>
                  <a:pt x="5250" y="12035"/>
                  <a:pt x="5224" y="12022"/>
                </a:cubicBezTo>
                <a:cubicBezTo>
                  <a:pt x="4784" y="11759"/>
                  <a:pt x="4313" y="11567"/>
                  <a:pt x="3856" y="11381"/>
                </a:cubicBezTo>
                <a:cubicBezTo>
                  <a:pt x="2985" y="11026"/>
                  <a:pt x="2161" y="10691"/>
                  <a:pt x="1552" y="9906"/>
                </a:cubicBezTo>
                <a:cubicBezTo>
                  <a:pt x="1245" y="9509"/>
                  <a:pt x="1042" y="9056"/>
                  <a:pt x="826" y="8575"/>
                </a:cubicBezTo>
                <a:cubicBezTo>
                  <a:pt x="749" y="8404"/>
                  <a:pt x="672" y="8230"/>
                  <a:pt x="588" y="8057"/>
                </a:cubicBezTo>
                <a:close/>
                <a:moveTo>
                  <a:pt x="7516" y="5870"/>
                </a:moveTo>
                <a:cubicBezTo>
                  <a:pt x="7784" y="6765"/>
                  <a:pt x="8028" y="7737"/>
                  <a:pt x="7966" y="8690"/>
                </a:cubicBezTo>
                <a:cubicBezTo>
                  <a:pt x="7917" y="9470"/>
                  <a:pt x="7666" y="10263"/>
                  <a:pt x="7240" y="10987"/>
                </a:cubicBezTo>
                <a:cubicBezTo>
                  <a:pt x="7148" y="11146"/>
                  <a:pt x="7051" y="11297"/>
                  <a:pt x="6957" y="11446"/>
                </a:cubicBezTo>
                <a:cubicBezTo>
                  <a:pt x="6831" y="11646"/>
                  <a:pt x="6708" y="11843"/>
                  <a:pt x="6597" y="12046"/>
                </a:cubicBezTo>
                <a:cubicBezTo>
                  <a:pt x="6674" y="11191"/>
                  <a:pt x="6834" y="10460"/>
                  <a:pt x="7098" y="9745"/>
                </a:cubicBezTo>
                <a:cubicBezTo>
                  <a:pt x="7384" y="8966"/>
                  <a:pt x="7647" y="8139"/>
                  <a:pt x="7447" y="7345"/>
                </a:cubicBezTo>
                <a:cubicBezTo>
                  <a:pt x="7434" y="7291"/>
                  <a:pt x="7385" y="7257"/>
                  <a:pt x="7333" y="7257"/>
                </a:cubicBezTo>
                <a:cubicBezTo>
                  <a:pt x="7324" y="7257"/>
                  <a:pt x="7315" y="7258"/>
                  <a:pt x="7306" y="7260"/>
                </a:cubicBezTo>
                <a:cubicBezTo>
                  <a:pt x="7245" y="7276"/>
                  <a:pt x="7207" y="7339"/>
                  <a:pt x="7223" y="7400"/>
                </a:cubicBezTo>
                <a:cubicBezTo>
                  <a:pt x="7407" y="8132"/>
                  <a:pt x="7166" y="8889"/>
                  <a:pt x="6881" y="9665"/>
                </a:cubicBezTo>
                <a:cubicBezTo>
                  <a:pt x="6568" y="10512"/>
                  <a:pt x="6397" y="11380"/>
                  <a:pt x="6334" y="12439"/>
                </a:cubicBezTo>
                <a:cubicBezTo>
                  <a:pt x="6234" y="11910"/>
                  <a:pt x="6138" y="11368"/>
                  <a:pt x="6129" y="10833"/>
                </a:cubicBezTo>
                <a:cubicBezTo>
                  <a:pt x="6111" y="9916"/>
                  <a:pt x="6216" y="9125"/>
                  <a:pt x="6449" y="8414"/>
                </a:cubicBezTo>
                <a:cubicBezTo>
                  <a:pt x="6590" y="7987"/>
                  <a:pt x="6787" y="7567"/>
                  <a:pt x="6976" y="7160"/>
                </a:cubicBezTo>
                <a:cubicBezTo>
                  <a:pt x="7171" y="6744"/>
                  <a:pt x="7370" y="6317"/>
                  <a:pt x="7516" y="5870"/>
                </a:cubicBezTo>
                <a:close/>
                <a:moveTo>
                  <a:pt x="11531" y="10010"/>
                </a:moveTo>
                <a:lnTo>
                  <a:pt x="11531" y="10010"/>
                </a:lnTo>
                <a:cubicBezTo>
                  <a:pt x="11517" y="10747"/>
                  <a:pt x="11471" y="11487"/>
                  <a:pt x="11394" y="12218"/>
                </a:cubicBezTo>
                <a:cubicBezTo>
                  <a:pt x="11322" y="12900"/>
                  <a:pt x="11232" y="13463"/>
                  <a:pt x="11022" y="13992"/>
                </a:cubicBezTo>
                <a:cubicBezTo>
                  <a:pt x="10748" y="14682"/>
                  <a:pt x="10269" y="15281"/>
                  <a:pt x="9881" y="15724"/>
                </a:cubicBezTo>
                <a:cubicBezTo>
                  <a:pt x="9590" y="16058"/>
                  <a:pt x="9267" y="16401"/>
                  <a:pt x="8877" y="16652"/>
                </a:cubicBezTo>
                <a:cubicBezTo>
                  <a:pt x="8834" y="16680"/>
                  <a:pt x="8799" y="16698"/>
                  <a:pt x="8769" y="16713"/>
                </a:cubicBezTo>
                <a:cubicBezTo>
                  <a:pt x="8886" y="16452"/>
                  <a:pt x="8994" y="16189"/>
                  <a:pt x="9094" y="15930"/>
                </a:cubicBezTo>
                <a:cubicBezTo>
                  <a:pt x="9269" y="15484"/>
                  <a:pt x="9450" y="15020"/>
                  <a:pt x="9699" y="14594"/>
                </a:cubicBezTo>
                <a:lnTo>
                  <a:pt x="9857" y="14327"/>
                </a:lnTo>
                <a:cubicBezTo>
                  <a:pt x="10217" y="13725"/>
                  <a:pt x="10589" y="13103"/>
                  <a:pt x="10684" y="12382"/>
                </a:cubicBezTo>
                <a:cubicBezTo>
                  <a:pt x="10692" y="12318"/>
                  <a:pt x="10647" y="12260"/>
                  <a:pt x="10584" y="12251"/>
                </a:cubicBezTo>
                <a:cubicBezTo>
                  <a:pt x="10579" y="12251"/>
                  <a:pt x="10574" y="12250"/>
                  <a:pt x="10570" y="12250"/>
                </a:cubicBezTo>
                <a:cubicBezTo>
                  <a:pt x="10512" y="12250"/>
                  <a:pt x="10462" y="12293"/>
                  <a:pt x="10454" y="12351"/>
                </a:cubicBezTo>
                <a:cubicBezTo>
                  <a:pt x="10366" y="13025"/>
                  <a:pt x="10007" y="13627"/>
                  <a:pt x="9659" y="14209"/>
                </a:cubicBezTo>
                <a:lnTo>
                  <a:pt x="9499" y="14477"/>
                </a:lnTo>
                <a:cubicBezTo>
                  <a:pt x="9240" y="14919"/>
                  <a:pt x="9057" y="15391"/>
                  <a:pt x="8878" y="15847"/>
                </a:cubicBezTo>
                <a:cubicBezTo>
                  <a:pt x="8785" y="16086"/>
                  <a:pt x="8686" y="16329"/>
                  <a:pt x="8580" y="16571"/>
                </a:cubicBezTo>
                <a:cubicBezTo>
                  <a:pt x="8573" y="16477"/>
                  <a:pt x="8573" y="16367"/>
                  <a:pt x="8573" y="16285"/>
                </a:cubicBezTo>
                <a:lnTo>
                  <a:pt x="8573" y="16167"/>
                </a:lnTo>
                <a:cubicBezTo>
                  <a:pt x="8564" y="15208"/>
                  <a:pt x="8784" y="14252"/>
                  <a:pt x="9209" y="13404"/>
                </a:cubicBezTo>
                <a:cubicBezTo>
                  <a:pt x="9500" y="12824"/>
                  <a:pt x="9890" y="12285"/>
                  <a:pt x="10265" y="11763"/>
                </a:cubicBezTo>
                <a:lnTo>
                  <a:pt x="11531" y="10010"/>
                </a:lnTo>
                <a:close/>
                <a:moveTo>
                  <a:pt x="1994" y="14108"/>
                </a:moveTo>
                <a:lnTo>
                  <a:pt x="1994" y="14108"/>
                </a:lnTo>
                <a:cubicBezTo>
                  <a:pt x="2699" y="14402"/>
                  <a:pt x="3454" y="14559"/>
                  <a:pt x="4187" y="14713"/>
                </a:cubicBezTo>
                <a:cubicBezTo>
                  <a:pt x="4586" y="14796"/>
                  <a:pt x="5001" y="14883"/>
                  <a:pt x="5397" y="14990"/>
                </a:cubicBezTo>
                <a:cubicBezTo>
                  <a:pt x="6409" y="15262"/>
                  <a:pt x="7164" y="15653"/>
                  <a:pt x="7703" y="16186"/>
                </a:cubicBezTo>
                <a:lnTo>
                  <a:pt x="7703" y="16187"/>
                </a:lnTo>
                <a:cubicBezTo>
                  <a:pt x="7845" y="16326"/>
                  <a:pt x="7960" y="16486"/>
                  <a:pt x="8069" y="16657"/>
                </a:cubicBezTo>
                <a:cubicBezTo>
                  <a:pt x="7841" y="16541"/>
                  <a:pt x="7592" y="16458"/>
                  <a:pt x="7344" y="16391"/>
                </a:cubicBezTo>
                <a:cubicBezTo>
                  <a:pt x="7042" y="16310"/>
                  <a:pt x="6736" y="16237"/>
                  <a:pt x="6428" y="16165"/>
                </a:cubicBezTo>
                <a:cubicBezTo>
                  <a:pt x="5419" y="15927"/>
                  <a:pt x="4375" y="15682"/>
                  <a:pt x="3533" y="15088"/>
                </a:cubicBezTo>
                <a:cubicBezTo>
                  <a:pt x="3513" y="15074"/>
                  <a:pt x="3490" y="15067"/>
                  <a:pt x="3467" y="15067"/>
                </a:cubicBezTo>
                <a:cubicBezTo>
                  <a:pt x="3430" y="15067"/>
                  <a:pt x="3394" y="15085"/>
                  <a:pt x="3372" y="15117"/>
                </a:cubicBezTo>
                <a:cubicBezTo>
                  <a:pt x="3335" y="15170"/>
                  <a:pt x="3348" y="15241"/>
                  <a:pt x="3400" y="15279"/>
                </a:cubicBezTo>
                <a:cubicBezTo>
                  <a:pt x="4279" y="15897"/>
                  <a:pt x="5345" y="16147"/>
                  <a:pt x="6375" y="16391"/>
                </a:cubicBezTo>
                <a:cubicBezTo>
                  <a:pt x="6680" y="16462"/>
                  <a:pt x="6984" y="16534"/>
                  <a:pt x="7283" y="16615"/>
                </a:cubicBezTo>
                <a:cubicBezTo>
                  <a:pt x="7651" y="16713"/>
                  <a:pt x="8060" y="16848"/>
                  <a:pt x="8342" y="17132"/>
                </a:cubicBezTo>
                <a:cubicBezTo>
                  <a:pt x="8241" y="17139"/>
                  <a:pt x="8140" y="17147"/>
                  <a:pt x="8040" y="17155"/>
                </a:cubicBezTo>
                <a:cubicBezTo>
                  <a:pt x="7694" y="17181"/>
                  <a:pt x="7335" y="17209"/>
                  <a:pt x="6985" y="17209"/>
                </a:cubicBezTo>
                <a:cubicBezTo>
                  <a:pt x="6978" y="17209"/>
                  <a:pt x="6970" y="17209"/>
                  <a:pt x="6963" y="17209"/>
                </a:cubicBezTo>
                <a:cubicBezTo>
                  <a:pt x="5720" y="17205"/>
                  <a:pt x="4611" y="16487"/>
                  <a:pt x="3492" y="15689"/>
                </a:cubicBezTo>
                <a:cubicBezTo>
                  <a:pt x="2865" y="15243"/>
                  <a:pt x="2242" y="14754"/>
                  <a:pt x="1994" y="14108"/>
                </a:cubicBezTo>
                <a:close/>
                <a:moveTo>
                  <a:pt x="13245" y="14791"/>
                </a:moveTo>
                <a:cubicBezTo>
                  <a:pt x="13570" y="16232"/>
                  <a:pt x="13590" y="17442"/>
                  <a:pt x="13307" y="18485"/>
                </a:cubicBezTo>
                <a:cubicBezTo>
                  <a:pt x="12953" y="19783"/>
                  <a:pt x="12118" y="20632"/>
                  <a:pt x="11179" y="21456"/>
                </a:cubicBezTo>
                <a:cubicBezTo>
                  <a:pt x="11744" y="20102"/>
                  <a:pt x="12209" y="18699"/>
                  <a:pt x="12552" y="17274"/>
                </a:cubicBezTo>
                <a:cubicBezTo>
                  <a:pt x="12567" y="17211"/>
                  <a:pt x="12528" y="17150"/>
                  <a:pt x="12466" y="17134"/>
                </a:cubicBezTo>
                <a:cubicBezTo>
                  <a:pt x="12457" y="17132"/>
                  <a:pt x="12448" y="17131"/>
                  <a:pt x="12439" y="17131"/>
                </a:cubicBezTo>
                <a:cubicBezTo>
                  <a:pt x="12387" y="17131"/>
                  <a:pt x="12339" y="17167"/>
                  <a:pt x="12327" y="17220"/>
                </a:cubicBezTo>
                <a:cubicBezTo>
                  <a:pt x="11986" y="18641"/>
                  <a:pt x="11522" y="20039"/>
                  <a:pt x="10957" y="21390"/>
                </a:cubicBezTo>
                <a:cubicBezTo>
                  <a:pt x="10954" y="21368"/>
                  <a:pt x="10953" y="21346"/>
                  <a:pt x="10951" y="21324"/>
                </a:cubicBezTo>
                <a:cubicBezTo>
                  <a:pt x="10867" y="20317"/>
                  <a:pt x="10789" y="19366"/>
                  <a:pt x="11082" y="18421"/>
                </a:cubicBezTo>
                <a:cubicBezTo>
                  <a:pt x="11371" y="17489"/>
                  <a:pt x="11857" y="16635"/>
                  <a:pt x="12330" y="15839"/>
                </a:cubicBezTo>
                <a:cubicBezTo>
                  <a:pt x="12579" y="15419"/>
                  <a:pt x="12856" y="14998"/>
                  <a:pt x="13245" y="14791"/>
                </a:cubicBezTo>
                <a:close/>
                <a:moveTo>
                  <a:pt x="3318" y="18297"/>
                </a:moveTo>
                <a:cubicBezTo>
                  <a:pt x="4575" y="18392"/>
                  <a:pt x="5974" y="18556"/>
                  <a:pt x="7238" y="19055"/>
                </a:cubicBezTo>
                <a:cubicBezTo>
                  <a:pt x="7989" y="19351"/>
                  <a:pt x="8646" y="19751"/>
                  <a:pt x="9191" y="20244"/>
                </a:cubicBezTo>
                <a:cubicBezTo>
                  <a:pt x="9566" y="20583"/>
                  <a:pt x="9854" y="21029"/>
                  <a:pt x="10123" y="21482"/>
                </a:cubicBezTo>
                <a:cubicBezTo>
                  <a:pt x="8872" y="20585"/>
                  <a:pt x="7446" y="19916"/>
                  <a:pt x="5961" y="19531"/>
                </a:cubicBezTo>
                <a:cubicBezTo>
                  <a:pt x="5951" y="19528"/>
                  <a:pt x="5942" y="19527"/>
                  <a:pt x="5932" y="19527"/>
                </a:cubicBezTo>
                <a:cubicBezTo>
                  <a:pt x="5881" y="19527"/>
                  <a:pt x="5833" y="19562"/>
                  <a:pt x="5819" y="19614"/>
                </a:cubicBezTo>
                <a:cubicBezTo>
                  <a:pt x="5803" y="19677"/>
                  <a:pt x="5840" y="19740"/>
                  <a:pt x="5903" y="19756"/>
                </a:cubicBezTo>
                <a:cubicBezTo>
                  <a:pt x="7404" y="20144"/>
                  <a:pt x="8842" y="20831"/>
                  <a:pt x="10096" y="21750"/>
                </a:cubicBezTo>
                <a:cubicBezTo>
                  <a:pt x="9752" y="21648"/>
                  <a:pt x="9413" y="21604"/>
                  <a:pt x="9064" y="21562"/>
                </a:cubicBezTo>
                <a:cubicBezTo>
                  <a:pt x="8901" y="21542"/>
                  <a:pt x="8733" y="21522"/>
                  <a:pt x="8557" y="21496"/>
                </a:cubicBezTo>
                <a:cubicBezTo>
                  <a:pt x="7823" y="21383"/>
                  <a:pt x="7101" y="21166"/>
                  <a:pt x="6412" y="20852"/>
                </a:cubicBezTo>
                <a:cubicBezTo>
                  <a:pt x="5727" y="20538"/>
                  <a:pt x="5090" y="20134"/>
                  <a:pt x="4520" y="19651"/>
                </a:cubicBezTo>
                <a:cubicBezTo>
                  <a:pt x="4241" y="19416"/>
                  <a:pt x="3979" y="19161"/>
                  <a:pt x="3737" y="18892"/>
                </a:cubicBezTo>
                <a:cubicBezTo>
                  <a:pt x="3711" y="18862"/>
                  <a:pt x="3633" y="18748"/>
                  <a:pt x="3558" y="18639"/>
                </a:cubicBezTo>
                <a:cubicBezTo>
                  <a:pt x="3461" y="18498"/>
                  <a:pt x="3384" y="18386"/>
                  <a:pt x="3318" y="18297"/>
                </a:cubicBezTo>
                <a:close/>
                <a:moveTo>
                  <a:pt x="12167" y="21170"/>
                </a:moveTo>
                <a:cubicBezTo>
                  <a:pt x="12636" y="21170"/>
                  <a:pt x="13092" y="21416"/>
                  <a:pt x="13480" y="21660"/>
                </a:cubicBezTo>
                <a:cubicBezTo>
                  <a:pt x="14352" y="22209"/>
                  <a:pt x="15143" y="22874"/>
                  <a:pt x="15832" y="23638"/>
                </a:cubicBezTo>
                <a:cubicBezTo>
                  <a:pt x="15041" y="23633"/>
                  <a:pt x="14231" y="23614"/>
                  <a:pt x="13452" y="23468"/>
                </a:cubicBezTo>
                <a:cubicBezTo>
                  <a:pt x="12894" y="23364"/>
                  <a:pt x="12482" y="23215"/>
                  <a:pt x="12156" y="22997"/>
                </a:cubicBezTo>
                <a:cubicBezTo>
                  <a:pt x="11761" y="22731"/>
                  <a:pt x="11457" y="22344"/>
                  <a:pt x="11167" y="21962"/>
                </a:cubicBezTo>
                <a:lnTo>
                  <a:pt x="11167" y="21962"/>
                </a:lnTo>
                <a:cubicBezTo>
                  <a:pt x="12205" y="22032"/>
                  <a:pt x="13217" y="22342"/>
                  <a:pt x="14116" y="22873"/>
                </a:cubicBezTo>
                <a:cubicBezTo>
                  <a:pt x="14135" y="22884"/>
                  <a:pt x="14155" y="22888"/>
                  <a:pt x="14175" y="22888"/>
                </a:cubicBezTo>
                <a:cubicBezTo>
                  <a:pt x="14182" y="22888"/>
                  <a:pt x="14189" y="22888"/>
                  <a:pt x="14196" y="22886"/>
                </a:cubicBezTo>
                <a:cubicBezTo>
                  <a:pt x="14228" y="22881"/>
                  <a:pt x="14258" y="22862"/>
                  <a:pt x="14275" y="22832"/>
                </a:cubicBezTo>
                <a:cubicBezTo>
                  <a:pt x="14308" y="22776"/>
                  <a:pt x="14289" y="22706"/>
                  <a:pt x="14235" y="22673"/>
                </a:cubicBezTo>
                <a:cubicBezTo>
                  <a:pt x="13345" y="22149"/>
                  <a:pt x="12347" y="21833"/>
                  <a:pt x="11323" y="21743"/>
                </a:cubicBezTo>
                <a:cubicBezTo>
                  <a:pt x="11503" y="21586"/>
                  <a:pt x="11679" y="21427"/>
                  <a:pt x="11850" y="21266"/>
                </a:cubicBezTo>
                <a:cubicBezTo>
                  <a:pt x="11853" y="21266"/>
                  <a:pt x="11856" y="21266"/>
                  <a:pt x="11860" y="21266"/>
                </a:cubicBezTo>
                <a:cubicBezTo>
                  <a:pt x="11913" y="21266"/>
                  <a:pt x="11965" y="21240"/>
                  <a:pt x="11994" y="21190"/>
                </a:cubicBezTo>
                <a:cubicBezTo>
                  <a:pt x="11999" y="21186"/>
                  <a:pt x="12022" y="21176"/>
                  <a:pt x="12076" y="21173"/>
                </a:cubicBezTo>
                <a:cubicBezTo>
                  <a:pt x="12106" y="21171"/>
                  <a:pt x="12137" y="21170"/>
                  <a:pt x="12167" y="21170"/>
                </a:cubicBezTo>
                <a:close/>
                <a:moveTo>
                  <a:pt x="10385" y="24577"/>
                </a:moveTo>
                <a:cubicBezTo>
                  <a:pt x="10620" y="24577"/>
                  <a:pt x="10851" y="24590"/>
                  <a:pt x="11079" y="24617"/>
                </a:cubicBezTo>
                <a:cubicBezTo>
                  <a:pt x="9975" y="24796"/>
                  <a:pt x="8979" y="25350"/>
                  <a:pt x="8016" y="25891"/>
                </a:cubicBezTo>
                <a:cubicBezTo>
                  <a:pt x="7512" y="26174"/>
                  <a:pt x="6991" y="26466"/>
                  <a:pt x="6462" y="26699"/>
                </a:cubicBezTo>
                <a:cubicBezTo>
                  <a:pt x="6404" y="26725"/>
                  <a:pt x="6377" y="26793"/>
                  <a:pt x="6403" y="26852"/>
                </a:cubicBezTo>
                <a:cubicBezTo>
                  <a:pt x="6422" y="26896"/>
                  <a:pt x="6465" y="26921"/>
                  <a:pt x="6509" y="26921"/>
                </a:cubicBezTo>
                <a:cubicBezTo>
                  <a:pt x="6516" y="26921"/>
                  <a:pt x="6523" y="26921"/>
                  <a:pt x="6529" y="26920"/>
                </a:cubicBezTo>
                <a:cubicBezTo>
                  <a:pt x="6539" y="26917"/>
                  <a:pt x="6548" y="26915"/>
                  <a:pt x="6556" y="26911"/>
                </a:cubicBezTo>
                <a:cubicBezTo>
                  <a:pt x="7094" y="26674"/>
                  <a:pt x="7621" y="26378"/>
                  <a:pt x="8130" y="26092"/>
                </a:cubicBezTo>
                <a:cubicBezTo>
                  <a:pt x="9075" y="25562"/>
                  <a:pt x="10053" y="25018"/>
                  <a:pt x="11117" y="24846"/>
                </a:cubicBezTo>
                <a:lnTo>
                  <a:pt x="11117" y="24846"/>
                </a:lnTo>
                <a:cubicBezTo>
                  <a:pt x="10801" y="25169"/>
                  <a:pt x="10435" y="25499"/>
                  <a:pt x="9986" y="25767"/>
                </a:cubicBezTo>
                <a:cubicBezTo>
                  <a:pt x="9318" y="26167"/>
                  <a:pt x="8606" y="26505"/>
                  <a:pt x="7871" y="26775"/>
                </a:cubicBezTo>
                <a:cubicBezTo>
                  <a:pt x="7681" y="26843"/>
                  <a:pt x="6308" y="27230"/>
                  <a:pt x="5851" y="27332"/>
                </a:cubicBezTo>
                <a:cubicBezTo>
                  <a:pt x="5866" y="26605"/>
                  <a:pt x="6484" y="26007"/>
                  <a:pt x="6765" y="25772"/>
                </a:cubicBezTo>
                <a:cubicBezTo>
                  <a:pt x="7377" y="25261"/>
                  <a:pt x="8127" y="24902"/>
                  <a:pt x="8932" y="24735"/>
                </a:cubicBezTo>
                <a:cubicBezTo>
                  <a:pt x="9450" y="24628"/>
                  <a:pt x="9927" y="24577"/>
                  <a:pt x="10385" y="24577"/>
                </a:cubicBezTo>
                <a:close/>
                <a:moveTo>
                  <a:pt x="3017" y="0"/>
                </a:moveTo>
                <a:cubicBezTo>
                  <a:pt x="2930" y="0"/>
                  <a:pt x="2862" y="69"/>
                  <a:pt x="2859" y="154"/>
                </a:cubicBezTo>
                <a:lnTo>
                  <a:pt x="2859" y="156"/>
                </a:lnTo>
                <a:cubicBezTo>
                  <a:pt x="2849" y="752"/>
                  <a:pt x="2742" y="1354"/>
                  <a:pt x="2639" y="1936"/>
                </a:cubicBezTo>
                <a:cubicBezTo>
                  <a:pt x="2565" y="2350"/>
                  <a:pt x="2488" y="2778"/>
                  <a:pt x="2446" y="3206"/>
                </a:cubicBezTo>
                <a:cubicBezTo>
                  <a:pt x="2272" y="4975"/>
                  <a:pt x="2533" y="6365"/>
                  <a:pt x="3269" y="7580"/>
                </a:cubicBezTo>
                <a:cubicBezTo>
                  <a:pt x="3358" y="7729"/>
                  <a:pt x="3454" y="7876"/>
                  <a:pt x="3551" y="8022"/>
                </a:cubicBezTo>
                <a:cubicBezTo>
                  <a:pt x="3817" y="8428"/>
                  <a:pt x="4069" y="8812"/>
                  <a:pt x="4196" y="9252"/>
                </a:cubicBezTo>
                <a:cubicBezTo>
                  <a:pt x="4215" y="9318"/>
                  <a:pt x="4276" y="9361"/>
                  <a:pt x="4344" y="9361"/>
                </a:cubicBezTo>
                <a:cubicBezTo>
                  <a:pt x="4345" y="9361"/>
                  <a:pt x="4345" y="9361"/>
                  <a:pt x="4346" y="9361"/>
                </a:cubicBezTo>
                <a:cubicBezTo>
                  <a:pt x="4378" y="9452"/>
                  <a:pt x="4411" y="9546"/>
                  <a:pt x="4441" y="9637"/>
                </a:cubicBezTo>
                <a:cubicBezTo>
                  <a:pt x="4472" y="9725"/>
                  <a:pt x="4502" y="9813"/>
                  <a:pt x="4532" y="9900"/>
                </a:cubicBezTo>
                <a:cubicBezTo>
                  <a:pt x="4368" y="9680"/>
                  <a:pt x="4201" y="9474"/>
                  <a:pt x="4015" y="9281"/>
                </a:cubicBezTo>
                <a:cubicBezTo>
                  <a:pt x="3686" y="8942"/>
                  <a:pt x="3341" y="8684"/>
                  <a:pt x="2957" y="8492"/>
                </a:cubicBezTo>
                <a:cubicBezTo>
                  <a:pt x="2560" y="8294"/>
                  <a:pt x="2156" y="8201"/>
                  <a:pt x="1766" y="8110"/>
                </a:cubicBezTo>
                <a:cubicBezTo>
                  <a:pt x="1601" y="8072"/>
                  <a:pt x="1435" y="8034"/>
                  <a:pt x="1267" y="7987"/>
                </a:cubicBezTo>
                <a:cubicBezTo>
                  <a:pt x="986" y="7910"/>
                  <a:pt x="378" y="7642"/>
                  <a:pt x="308" y="7534"/>
                </a:cubicBezTo>
                <a:cubicBezTo>
                  <a:pt x="278" y="7486"/>
                  <a:pt x="227" y="7460"/>
                  <a:pt x="175" y="7460"/>
                </a:cubicBezTo>
                <a:cubicBezTo>
                  <a:pt x="148" y="7460"/>
                  <a:pt x="120" y="7467"/>
                  <a:pt x="95" y="7483"/>
                </a:cubicBezTo>
                <a:cubicBezTo>
                  <a:pt x="25" y="7526"/>
                  <a:pt x="0" y="7616"/>
                  <a:pt x="40" y="7688"/>
                </a:cubicBezTo>
                <a:cubicBezTo>
                  <a:pt x="40" y="7688"/>
                  <a:pt x="39" y="7688"/>
                  <a:pt x="39" y="7688"/>
                </a:cubicBezTo>
                <a:lnTo>
                  <a:pt x="39" y="7688"/>
                </a:lnTo>
                <a:cubicBezTo>
                  <a:pt x="39" y="7688"/>
                  <a:pt x="39" y="7688"/>
                  <a:pt x="40" y="7689"/>
                </a:cubicBezTo>
                <a:cubicBezTo>
                  <a:pt x="41" y="7690"/>
                  <a:pt x="42" y="7693"/>
                  <a:pt x="43" y="7695"/>
                </a:cubicBezTo>
                <a:cubicBezTo>
                  <a:pt x="237" y="8012"/>
                  <a:pt x="393" y="8362"/>
                  <a:pt x="545" y="8701"/>
                </a:cubicBezTo>
                <a:cubicBezTo>
                  <a:pt x="758" y="9177"/>
                  <a:pt x="978" y="9669"/>
                  <a:pt x="1307" y="10095"/>
                </a:cubicBezTo>
                <a:cubicBezTo>
                  <a:pt x="1967" y="10945"/>
                  <a:pt x="2869" y="11313"/>
                  <a:pt x="3740" y="11667"/>
                </a:cubicBezTo>
                <a:cubicBezTo>
                  <a:pt x="4185" y="11849"/>
                  <a:pt x="4646" y="12037"/>
                  <a:pt x="5068" y="12286"/>
                </a:cubicBezTo>
                <a:cubicBezTo>
                  <a:pt x="5122" y="12320"/>
                  <a:pt x="5205" y="12360"/>
                  <a:pt x="5297" y="12408"/>
                </a:cubicBezTo>
                <a:cubicBezTo>
                  <a:pt x="5462" y="12491"/>
                  <a:pt x="5743" y="12634"/>
                  <a:pt x="5870" y="12748"/>
                </a:cubicBezTo>
                <a:cubicBezTo>
                  <a:pt x="5973" y="12912"/>
                  <a:pt x="6073" y="13078"/>
                  <a:pt x="6174" y="13245"/>
                </a:cubicBezTo>
                <a:lnTo>
                  <a:pt x="6176" y="13256"/>
                </a:lnTo>
                <a:cubicBezTo>
                  <a:pt x="6184" y="13297"/>
                  <a:pt x="6208" y="13331"/>
                  <a:pt x="6239" y="13353"/>
                </a:cubicBezTo>
                <a:cubicBezTo>
                  <a:pt x="6702" y="14119"/>
                  <a:pt x="7160" y="14898"/>
                  <a:pt x="7607" y="15693"/>
                </a:cubicBezTo>
                <a:cubicBezTo>
                  <a:pt x="7063" y="15260"/>
                  <a:pt x="6363" y="14929"/>
                  <a:pt x="5478" y="14692"/>
                </a:cubicBezTo>
                <a:cubicBezTo>
                  <a:pt x="5072" y="14583"/>
                  <a:pt x="4655" y="14494"/>
                  <a:pt x="4250" y="14410"/>
                </a:cubicBezTo>
                <a:cubicBezTo>
                  <a:pt x="3429" y="14238"/>
                  <a:pt x="2580" y="14061"/>
                  <a:pt x="1824" y="13693"/>
                </a:cubicBezTo>
                <a:cubicBezTo>
                  <a:pt x="1802" y="13683"/>
                  <a:pt x="1780" y="13678"/>
                  <a:pt x="1757" y="13678"/>
                </a:cubicBezTo>
                <a:cubicBezTo>
                  <a:pt x="1724" y="13678"/>
                  <a:pt x="1691" y="13688"/>
                  <a:pt x="1663" y="13709"/>
                </a:cubicBezTo>
                <a:cubicBezTo>
                  <a:pt x="1617" y="13745"/>
                  <a:pt x="1594" y="13803"/>
                  <a:pt x="1604" y="13860"/>
                </a:cubicBezTo>
                <a:cubicBezTo>
                  <a:pt x="1771" y="14775"/>
                  <a:pt x="2540" y="15390"/>
                  <a:pt x="3313" y="15940"/>
                </a:cubicBezTo>
                <a:cubicBezTo>
                  <a:pt x="4475" y="16769"/>
                  <a:pt x="5628" y="17514"/>
                  <a:pt x="6963" y="17518"/>
                </a:cubicBezTo>
                <a:cubicBezTo>
                  <a:pt x="7332" y="17518"/>
                  <a:pt x="7704" y="17491"/>
                  <a:pt x="8064" y="17463"/>
                </a:cubicBezTo>
                <a:cubicBezTo>
                  <a:pt x="8225" y="17450"/>
                  <a:pt x="8386" y="17438"/>
                  <a:pt x="8548" y="17429"/>
                </a:cubicBezTo>
                <a:cubicBezTo>
                  <a:pt x="9166" y="18619"/>
                  <a:pt x="9741" y="19836"/>
                  <a:pt x="10239" y="21079"/>
                </a:cubicBezTo>
                <a:cubicBezTo>
                  <a:pt x="9999" y="20692"/>
                  <a:pt x="9735" y="20318"/>
                  <a:pt x="9399" y="20015"/>
                </a:cubicBezTo>
                <a:cubicBezTo>
                  <a:pt x="8826" y="19497"/>
                  <a:pt x="8137" y="19077"/>
                  <a:pt x="7353" y="18768"/>
                </a:cubicBezTo>
                <a:cubicBezTo>
                  <a:pt x="5915" y="18202"/>
                  <a:pt x="4328" y="18054"/>
                  <a:pt x="2953" y="17961"/>
                </a:cubicBezTo>
                <a:cubicBezTo>
                  <a:pt x="2953" y="17961"/>
                  <a:pt x="2953" y="17961"/>
                  <a:pt x="2953" y="17961"/>
                </a:cubicBezTo>
                <a:cubicBezTo>
                  <a:pt x="2953" y="17961"/>
                  <a:pt x="2953" y="17961"/>
                  <a:pt x="2952" y="17961"/>
                </a:cubicBezTo>
                <a:cubicBezTo>
                  <a:pt x="2949" y="17961"/>
                  <a:pt x="2946" y="17961"/>
                  <a:pt x="2943" y="17961"/>
                </a:cubicBezTo>
                <a:cubicBezTo>
                  <a:pt x="2864" y="17961"/>
                  <a:pt x="2794" y="18022"/>
                  <a:pt x="2789" y="18105"/>
                </a:cubicBezTo>
                <a:cubicBezTo>
                  <a:pt x="2783" y="18176"/>
                  <a:pt x="2827" y="18239"/>
                  <a:pt x="2891" y="18261"/>
                </a:cubicBezTo>
                <a:cubicBezTo>
                  <a:pt x="2970" y="18328"/>
                  <a:pt x="3193" y="18654"/>
                  <a:pt x="3304" y="18814"/>
                </a:cubicBezTo>
                <a:cubicBezTo>
                  <a:pt x="3408" y="18967"/>
                  <a:pt x="3469" y="19055"/>
                  <a:pt x="3508" y="19098"/>
                </a:cubicBezTo>
                <a:cubicBezTo>
                  <a:pt x="3758" y="19378"/>
                  <a:pt x="4031" y="19643"/>
                  <a:pt x="4321" y="19888"/>
                </a:cubicBezTo>
                <a:cubicBezTo>
                  <a:pt x="4912" y="20388"/>
                  <a:pt x="5572" y="20807"/>
                  <a:pt x="6285" y="21133"/>
                </a:cubicBezTo>
                <a:cubicBezTo>
                  <a:pt x="6999" y="21460"/>
                  <a:pt x="7748" y="21685"/>
                  <a:pt x="8510" y="21801"/>
                </a:cubicBezTo>
                <a:cubicBezTo>
                  <a:pt x="8690" y="21829"/>
                  <a:pt x="8862" y="21850"/>
                  <a:pt x="9028" y="21869"/>
                </a:cubicBezTo>
                <a:cubicBezTo>
                  <a:pt x="9604" y="21938"/>
                  <a:pt x="10103" y="21997"/>
                  <a:pt x="10653" y="22327"/>
                </a:cubicBezTo>
                <a:cubicBezTo>
                  <a:pt x="10674" y="22339"/>
                  <a:pt x="10695" y="22345"/>
                  <a:pt x="10717" y="22346"/>
                </a:cubicBezTo>
                <a:cubicBezTo>
                  <a:pt x="10950" y="23005"/>
                  <a:pt x="11157" y="23669"/>
                  <a:pt x="11338" y="24341"/>
                </a:cubicBezTo>
                <a:cubicBezTo>
                  <a:pt x="11026" y="24292"/>
                  <a:pt x="10710" y="24267"/>
                  <a:pt x="10386" y="24267"/>
                </a:cubicBezTo>
                <a:cubicBezTo>
                  <a:pt x="9907" y="24267"/>
                  <a:pt x="9408" y="24322"/>
                  <a:pt x="8869" y="24434"/>
                </a:cubicBezTo>
                <a:cubicBezTo>
                  <a:pt x="8015" y="24610"/>
                  <a:pt x="7218" y="24992"/>
                  <a:pt x="6566" y="25536"/>
                </a:cubicBezTo>
                <a:cubicBezTo>
                  <a:pt x="6147" y="25887"/>
                  <a:pt x="5455" y="26612"/>
                  <a:pt x="5552" y="27524"/>
                </a:cubicBezTo>
                <a:cubicBezTo>
                  <a:pt x="5556" y="27570"/>
                  <a:pt x="5584" y="27615"/>
                  <a:pt x="5625" y="27640"/>
                </a:cubicBezTo>
                <a:cubicBezTo>
                  <a:pt x="5637" y="27648"/>
                  <a:pt x="5661" y="27652"/>
                  <a:pt x="5694" y="27652"/>
                </a:cubicBezTo>
                <a:cubicBezTo>
                  <a:pt x="5747" y="27652"/>
                  <a:pt x="5825" y="27642"/>
                  <a:pt x="5919" y="27625"/>
                </a:cubicBezTo>
                <a:cubicBezTo>
                  <a:pt x="6554" y="27510"/>
                  <a:pt x="7961" y="27070"/>
                  <a:pt x="7977" y="27065"/>
                </a:cubicBezTo>
                <a:cubicBezTo>
                  <a:pt x="8730" y="26790"/>
                  <a:pt x="9459" y="26442"/>
                  <a:pt x="10145" y="26032"/>
                </a:cubicBezTo>
                <a:cubicBezTo>
                  <a:pt x="10697" y="25702"/>
                  <a:pt x="11126" y="25291"/>
                  <a:pt x="11483" y="24909"/>
                </a:cubicBezTo>
                <a:cubicBezTo>
                  <a:pt x="12172" y="27742"/>
                  <a:pt x="12343" y="30674"/>
                  <a:pt x="11649" y="33673"/>
                </a:cubicBezTo>
                <a:cubicBezTo>
                  <a:pt x="11629" y="33756"/>
                  <a:pt x="11682" y="33838"/>
                  <a:pt x="11765" y="33858"/>
                </a:cubicBezTo>
                <a:cubicBezTo>
                  <a:pt x="11776" y="33861"/>
                  <a:pt x="11788" y="33862"/>
                  <a:pt x="11799" y="33862"/>
                </a:cubicBezTo>
                <a:cubicBezTo>
                  <a:pt x="11808" y="33862"/>
                  <a:pt x="11818" y="33861"/>
                  <a:pt x="11827" y="33859"/>
                </a:cubicBezTo>
                <a:cubicBezTo>
                  <a:pt x="11886" y="33849"/>
                  <a:pt x="11936" y="33804"/>
                  <a:pt x="11950" y="33742"/>
                </a:cubicBezTo>
                <a:cubicBezTo>
                  <a:pt x="12868" y="29773"/>
                  <a:pt x="12305" y="25927"/>
                  <a:pt x="11022" y="22280"/>
                </a:cubicBezTo>
                <a:lnTo>
                  <a:pt x="11022" y="22280"/>
                </a:lnTo>
                <a:cubicBezTo>
                  <a:pt x="11292" y="22629"/>
                  <a:pt x="11596" y="22993"/>
                  <a:pt x="11984" y="23253"/>
                </a:cubicBezTo>
                <a:cubicBezTo>
                  <a:pt x="12346" y="23495"/>
                  <a:pt x="12794" y="23660"/>
                  <a:pt x="13395" y="23771"/>
                </a:cubicBezTo>
                <a:cubicBezTo>
                  <a:pt x="14315" y="23944"/>
                  <a:pt x="15260" y="23947"/>
                  <a:pt x="16174" y="23949"/>
                </a:cubicBezTo>
                <a:cubicBezTo>
                  <a:pt x="16183" y="23948"/>
                  <a:pt x="16193" y="23948"/>
                  <a:pt x="16201" y="23945"/>
                </a:cubicBezTo>
                <a:cubicBezTo>
                  <a:pt x="16251" y="23937"/>
                  <a:pt x="16292" y="23905"/>
                  <a:pt x="16314" y="23860"/>
                </a:cubicBezTo>
                <a:cubicBezTo>
                  <a:pt x="16339" y="23804"/>
                  <a:pt x="16331" y="23740"/>
                  <a:pt x="16291" y="23694"/>
                </a:cubicBezTo>
                <a:cubicBezTo>
                  <a:pt x="15530" y="22797"/>
                  <a:pt x="14639" y="22026"/>
                  <a:pt x="13644" y="21398"/>
                </a:cubicBezTo>
                <a:cubicBezTo>
                  <a:pt x="13241" y="21144"/>
                  <a:pt x="12766" y="20891"/>
                  <a:pt x="12254" y="20865"/>
                </a:cubicBezTo>
                <a:cubicBezTo>
                  <a:pt x="12852" y="20231"/>
                  <a:pt x="13345" y="19517"/>
                  <a:pt x="13605" y="18566"/>
                </a:cubicBezTo>
                <a:cubicBezTo>
                  <a:pt x="13913" y="17428"/>
                  <a:pt x="13881" y="16111"/>
                  <a:pt x="13504" y="14540"/>
                </a:cubicBezTo>
                <a:cubicBezTo>
                  <a:pt x="13493" y="14498"/>
                  <a:pt x="13467" y="14462"/>
                  <a:pt x="13429" y="14441"/>
                </a:cubicBezTo>
                <a:cubicBezTo>
                  <a:pt x="13405" y="14428"/>
                  <a:pt x="13380" y="14421"/>
                  <a:pt x="13354" y="14421"/>
                </a:cubicBezTo>
                <a:cubicBezTo>
                  <a:pt x="13337" y="14421"/>
                  <a:pt x="13320" y="14424"/>
                  <a:pt x="13303" y="14429"/>
                </a:cubicBezTo>
                <a:cubicBezTo>
                  <a:pt x="12728" y="14629"/>
                  <a:pt x="12376" y="15157"/>
                  <a:pt x="12066" y="15680"/>
                </a:cubicBezTo>
                <a:cubicBezTo>
                  <a:pt x="11582" y="16493"/>
                  <a:pt x="11087" y="17366"/>
                  <a:pt x="10787" y="18330"/>
                </a:cubicBezTo>
                <a:cubicBezTo>
                  <a:pt x="10488" y="19294"/>
                  <a:pt x="10555" y="20281"/>
                  <a:pt x="10634" y="21238"/>
                </a:cubicBezTo>
                <a:cubicBezTo>
                  <a:pt x="10076" y="19813"/>
                  <a:pt x="9419" y="18420"/>
                  <a:pt x="8706" y="17064"/>
                </a:cubicBezTo>
                <a:cubicBezTo>
                  <a:pt x="8828" y="17042"/>
                  <a:pt x="8950" y="16972"/>
                  <a:pt x="9045" y="16912"/>
                </a:cubicBezTo>
                <a:cubicBezTo>
                  <a:pt x="9466" y="16640"/>
                  <a:pt x="9808" y="16278"/>
                  <a:pt x="10115" y="15927"/>
                </a:cubicBezTo>
                <a:cubicBezTo>
                  <a:pt x="10518" y="15465"/>
                  <a:pt x="11018" y="14840"/>
                  <a:pt x="11309" y="14106"/>
                </a:cubicBezTo>
                <a:cubicBezTo>
                  <a:pt x="11532" y="13544"/>
                  <a:pt x="11627" y="12958"/>
                  <a:pt x="11701" y="12249"/>
                </a:cubicBezTo>
                <a:cubicBezTo>
                  <a:pt x="11797" y="11349"/>
                  <a:pt x="11844" y="10431"/>
                  <a:pt x="11844" y="9525"/>
                </a:cubicBezTo>
                <a:cubicBezTo>
                  <a:pt x="11844" y="9458"/>
                  <a:pt x="11801" y="9399"/>
                  <a:pt x="11737" y="9378"/>
                </a:cubicBezTo>
                <a:cubicBezTo>
                  <a:pt x="11722" y="9373"/>
                  <a:pt x="11706" y="9370"/>
                  <a:pt x="11690" y="9370"/>
                </a:cubicBezTo>
                <a:cubicBezTo>
                  <a:pt x="11641" y="9370"/>
                  <a:pt x="11594" y="9394"/>
                  <a:pt x="11565" y="9435"/>
                </a:cubicBezTo>
                <a:lnTo>
                  <a:pt x="10015" y="11582"/>
                </a:lnTo>
                <a:cubicBezTo>
                  <a:pt x="9632" y="12113"/>
                  <a:pt x="9235" y="12663"/>
                  <a:pt x="8933" y="13266"/>
                </a:cubicBezTo>
                <a:cubicBezTo>
                  <a:pt x="8486" y="14157"/>
                  <a:pt x="8255" y="15161"/>
                  <a:pt x="8265" y="16171"/>
                </a:cubicBezTo>
                <a:lnTo>
                  <a:pt x="8265" y="16241"/>
                </a:lnTo>
                <a:cubicBezTo>
                  <a:pt x="7694" y="15196"/>
                  <a:pt x="7098" y="14175"/>
                  <a:pt x="6496" y="13180"/>
                </a:cubicBezTo>
                <a:cubicBezTo>
                  <a:pt x="6613" y="12575"/>
                  <a:pt x="6906" y="12105"/>
                  <a:pt x="7219" y="11611"/>
                </a:cubicBezTo>
                <a:cubicBezTo>
                  <a:pt x="7315" y="11459"/>
                  <a:pt x="7412" y="11305"/>
                  <a:pt x="7507" y="11143"/>
                </a:cubicBezTo>
                <a:cubicBezTo>
                  <a:pt x="7957" y="10378"/>
                  <a:pt x="8223" y="9537"/>
                  <a:pt x="8275" y="8711"/>
                </a:cubicBezTo>
                <a:cubicBezTo>
                  <a:pt x="8353" y="7515"/>
                  <a:pt x="7982" y="6322"/>
                  <a:pt x="7654" y="5268"/>
                </a:cubicBezTo>
                <a:cubicBezTo>
                  <a:pt x="7634" y="5204"/>
                  <a:pt x="7575" y="5159"/>
                  <a:pt x="7508" y="5159"/>
                </a:cubicBezTo>
                <a:cubicBezTo>
                  <a:pt x="7505" y="5159"/>
                  <a:pt x="7503" y="5159"/>
                  <a:pt x="7500" y="5159"/>
                </a:cubicBezTo>
                <a:cubicBezTo>
                  <a:pt x="7432" y="5162"/>
                  <a:pt x="7370" y="5214"/>
                  <a:pt x="7356" y="5282"/>
                </a:cubicBezTo>
                <a:cubicBezTo>
                  <a:pt x="7230" y="5889"/>
                  <a:pt x="6960" y="6469"/>
                  <a:pt x="6698" y="7030"/>
                </a:cubicBezTo>
                <a:cubicBezTo>
                  <a:pt x="6504" y="7444"/>
                  <a:pt x="6303" y="7874"/>
                  <a:pt x="6157" y="8318"/>
                </a:cubicBezTo>
                <a:cubicBezTo>
                  <a:pt x="5912" y="9063"/>
                  <a:pt x="5802" y="9887"/>
                  <a:pt x="5821" y="10838"/>
                </a:cubicBezTo>
                <a:cubicBezTo>
                  <a:pt x="5830" y="11309"/>
                  <a:pt x="5899" y="11778"/>
                  <a:pt x="5983" y="12237"/>
                </a:cubicBezTo>
                <a:cubicBezTo>
                  <a:pt x="5768" y="11830"/>
                  <a:pt x="5539" y="11429"/>
                  <a:pt x="5294" y="11039"/>
                </a:cubicBezTo>
                <a:cubicBezTo>
                  <a:pt x="5077" y="10539"/>
                  <a:pt x="4908" y="10046"/>
                  <a:pt x="4735" y="9537"/>
                </a:cubicBezTo>
                <a:cubicBezTo>
                  <a:pt x="4654" y="9301"/>
                  <a:pt x="4571" y="9059"/>
                  <a:pt x="4482" y="8813"/>
                </a:cubicBezTo>
                <a:cubicBezTo>
                  <a:pt x="4468" y="8535"/>
                  <a:pt x="4446" y="8260"/>
                  <a:pt x="4421" y="7993"/>
                </a:cubicBezTo>
                <a:cubicBezTo>
                  <a:pt x="4365" y="7418"/>
                  <a:pt x="4314" y="6874"/>
                  <a:pt x="4367" y="6295"/>
                </a:cubicBezTo>
                <a:cubicBezTo>
                  <a:pt x="4396" y="5989"/>
                  <a:pt x="4459" y="5676"/>
                  <a:pt x="4518" y="5372"/>
                </a:cubicBezTo>
                <a:cubicBezTo>
                  <a:pt x="4593" y="4994"/>
                  <a:pt x="4671" y="4601"/>
                  <a:pt x="4690" y="4202"/>
                </a:cubicBezTo>
                <a:cubicBezTo>
                  <a:pt x="4708" y="3795"/>
                  <a:pt x="4669" y="3415"/>
                  <a:pt x="4568" y="3039"/>
                </a:cubicBezTo>
                <a:cubicBezTo>
                  <a:pt x="4431" y="2531"/>
                  <a:pt x="4223" y="2006"/>
                  <a:pt x="3933" y="1433"/>
                </a:cubicBezTo>
                <a:cubicBezTo>
                  <a:pt x="3813" y="1196"/>
                  <a:pt x="3676" y="948"/>
                  <a:pt x="3515" y="673"/>
                </a:cubicBezTo>
                <a:cubicBezTo>
                  <a:pt x="3489" y="631"/>
                  <a:pt x="3443" y="567"/>
                  <a:pt x="3388" y="497"/>
                </a:cubicBezTo>
                <a:cubicBezTo>
                  <a:pt x="3320" y="406"/>
                  <a:pt x="3177" y="217"/>
                  <a:pt x="3168" y="154"/>
                </a:cubicBezTo>
                <a:cubicBezTo>
                  <a:pt x="3170" y="69"/>
                  <a:pt x="3102" y="1"/>
                  <a:pt x="301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9" name="Google Shape;989;p59"/>
          <p:cNvSpPr/>
          <p:nvPr/>
        </p:nvSpPr>
        <p:spPr>
          <a:xfrm rot="-906362">
            <a:off x="7731899" y="3995313"/>
            <a:ext cx="1466472" cy="1208225"/>
          </a:xfrm>
          <a:custGeom>
            <a:rect b="b" l="l" r="r" t="t"/>
            <a:pathLst>
              <a:path extrusionOk="0" h="29503" w="35809">
                <a:moveTo>
                  <a:pt x="15987" y="1"/>
                </a:moveTo>
                <a:cubicBezTo>
                  <a:pt x="15307" y="1"/>
                  <a:pt x="14281" y="3232"/>
                  <a:pt x="14368" y="6973"/>
                </a:cubicBezTo>
                <a:cubicBezTo>
                  <a:pt x="14458" y="10828"/>
                  <a:pt x="15190" y="13875"/>
                  <a:pt x="15404" y="14690"/>
                </a:cubicBezTo>
                <a:cubicBezTo>
                  <a:pt x="14257" y="15585"/>
                  <a:pt x="13139" y="16472"/>
                  <a:pt x="12154" y="17278"/>
                </a:cubicBezTo>
                <a:cubicBezTo>
                  <a:pt x="12377" y="15499"/>
                  <a:pt x="13438" y="6337"/>
                  <a:pt x="11926" y="5049"/>
                </a:cubicBezTo>
                <a:cubicBezTo>
                  <a:pt x="11844" y="4980"/>
                  <a:pt x="11771" y="4947"/>
                  <a:pt x="11706" y="4947"/>
                </a:cubicBezTo>
                <a:cubicBezTo>
                  <a:pt x="10531" y="4947"/>
                  <a:pt x="11858" y="15586"/>
                  <a:pt x="12085" y="17335"/>
                </a:cubicBezTo>
                <a:cubicBezTo>
                  <a:pt x="11392" y="17902"/>
                  <a:pt x="10768" y="18428"/>
                  <a:pt x="10252" y="18884"/>
                </a:cubicBezTo>
                <a:cubicBezTo>
                  <a:pt x="9784" y="19295"/>
                  <a:pt x="9290" y="19737"/>
                  <a:pt x="8781" y="20197"/>
                </a:cubicBezTo>
                <a:cubicBezTo>
                  <a:pt x="8837" y="19388"/>
                  <a:pt x="8963" y="17101"/>
                  <a:pt x="8739" y="15321"/>
                </a:cubicBezTo>
                <a:cubicBezTo>
                  <a:pt x="8461" y="13121"/>
                  <a:pt x="8054" y="9892"/>
                  <a:pt x="7037" y="8882"/>
                </a:cubicBezTo>
                <a:cubicBezTo>
                  <a:pt x="6947" y="8793"/>
                  <a:pt x="6865" y="8751"/>
                  <a:pt x="6789" y="8751"/>
                </a:cubicBezTo>
                <a:cubicBezTo>
                  <a:pt x="6001" y="8751"/>
                  <a:pt x="5945" y="13255"/>
                  <a:pt x="6706" y="16066"/>
                </a:cubicBezTo>
                <a:cubicBezTo>
                  <a:pt x="7376" y="18540"/>
                  <a:pt x="8293" y="19896"/>
                  <a:pt x="8628" y="20336"/>
                </a:cubicBezTo>
                <a:cubicBezTo>
                  <a:pt x="7462" y="21390"/>
                  <a:pt x="6232" y="22525"/>
                  <a:pt x="5096" y="23580"/>
                </a:cubicBezTo>
                <a:cubicBezTo>
                  <a:pt x="4742" y="21933"/>
                  <a:pt x="2590" y="12171"/>
                  <a:pt x="1305" y="11870"/>
                </a:cubicBezTo>
                <a:cubicBezTo>
                  <a:pt x="1249" y="11856"/>
                  <a:pt x="1196" y="11850"/>
                  <a:pt x="1148" y="11850"/>
                </a:cubicBezTo>
                <a:cubicBezTo>
                  <a:pt x="0" y="11850"/>
                  <a:pt x="1144" y="15497"/>
                  <a:pt x="2010" y="18541"/>
                </a:cubicBezTo>
                <a:cubicBezTo>
                  <a:pt x="2773" y="21225"/>
                  <a:pt x="4488" y="23142"/>
                  <a:pt x="5000" y="23669"/>
                </a:cubicBezTo>
                <a:cubicBezTo>
                  <a:pt x="2665" y="25843"/>
                  <a:pt x="761" y="27656"/>
                  <a:pt x="729" y="27687"/>
                </a:cubicBezTo>
                <a:cubicBezTo>
                  <a:pt x="645" y="27766"/>
                  <a:pt x="643" y="27898"/>
                  <a:pt x="722" y="27982"/>
                </a:cubicBezTo>
                <a:cubicBezTo>
                  <a:pt x="763" y="28024"/>
                  <a:pt x="818" y="28046"/>
                  <a:pt x="873" y="28046"/>
                </a:cubicBezTo>
                <a:cubicBezTo>
                  <a:pt x="924" y="28046"/>
                  <a:pt x="976" y="28027"/>
                  <a:pt x="1015" y="27989"/>
                </a:cubicBezTo>
                <a:cubicBezTo>
                  <a:pt x="1044" y="27961"/>
                  <a:pt x="2508" y="26567"/>
                  <a:pt x="4438" y="24762"/>
                </a:cubicBezTo>
                <a:cubicBezTo>
                  <a:pt x="4937" y="25299"/>
                  <a:pt x="7022" y="27416"/>
                  <a:pt x="9822" y="28442"/>
                </a:cubicBezTo>
                <a:cubicBezTo>
                  <a:pt x="11569" y="29082"/>
                  <a:pt x="13043" y="29502"/>
                  <a:pt x="13944" y="29502"/>
                </a:cubicBezTo>
                <a:cubicBezTo>
                  <a:pt x="14706" y="29502"/>
                  <a:pt x="15060" y="29202"/>
                  <a:pt x="14824" y="28481"/>
                </a:cubicBezTo>
                <a:cubicBezTo>
                  <a:pt x="14353" y="27037"/>
                  <a:pt x="5935" y="25011"/>
                  <a:pt x="4525" y="24682"/>
                </a:cubicBezTo>
                <a:cubicBezTo>
                  <a:pt x="5736" y="23550"/>
                  <a:pt x="7122" y="22265"/>
                  <a:pt x="8453" y="21056"/>
                </a:cubicBezTo>
                <a:cubicBezTo>
                  <a:pt x="9028" y="21495"/>
                  <a:pt x="11038" y="22939"/>
                  <a:pt x="13519" y="23705"/>
                </a:cubicBezTo>
                <a:cubicBezTo>
                  <a:pt x="14917" y="24137"/>
                  <a:pt x="16280" y="24373"/>
                  <a:pt x="17219" y="24373"/>
                </a:cubicBezTo>
                <a:cubicBezTo>
                  <a:pt x="18262" y="24373"/>
                  <a:pt x="18784" y="24082"/>
                  <a:pt x="18253" y="23442"/>
                </a:cubicBezTo>
                <a:cubicBezTo>
                  <a:pt x="17346" y="22351"/>
                  <a:pt x="10041" y="21192"/>
                  <a:pt x="8551" y="20966"/>
                </a:cubicBezTo>
                <a:cubicBezTo>
                  <a:pt x="9238" y="20343"/>
                  <a:pt x="9907" y="19742"/>
                  <a:pt x="10527" y="19194"/>
                </a:cubicBezTo>
                <a:cubicBezTo>
                  <a:pt x="11026" y="18755"/>
                  <a:pt x="11626" y="18249"/>
                  <a:pt x="12292" y="17703"/>
                </a:cubicBezTo>
                <a:cubicBezTo>
                  <a:pt x="13223" y="18361"/>
                  <a:pt x="17658" y="21405"/>
                  <a:pt x="20039" y="21405"/>
                </a:cubicBezTo>
                <a:cubicBezTo>
                  <a:pt x="20668" y="21405"/>
                  <a:pt x="21154" y="21192"/>
                  <a:pt x="21393" y="20666"/>
                </a:cubicBezTo>
                <a:cubicBezTo>
                  <a:pt x="22518" y="18195"/>
                  <a:pt x="14163" y="17671"/>
                  <a:pt x="12429" y="17590"/>
                </a:cubicBezTo>
                <a:cubicBezTo>
                  <a:pt x="13473" y="16737"/>
                  <a:pt x="14669" y="15789"/>
                  <a:pt x="15889" y="14839"/>
                </a:cubicBezTo>
                <a:cubicBezTo>
                  <a:pt x="16572" y="15469"/>
                  <a:pt x="21288" y="19753"/>
                  <a:pt x="23143" y="19753"/>
                </a:cubicBezTo>
                <a:cubicBezTo>
                  <a:pt x="23456" y="19753"/>
                  <a:pt x="23687" y="19631"/>
                  <a:pt x="23804" y="19349"/>
                </a:cubicBezTo>
                <a:cubicBezTo>
                  <a:pt x="24607" y="17414"/>
                  <a:pt x="17037" y="15122"/>
                  <a:pt x="15939" y="14801"/>
                </a:cubicBezTo>
                <a:cubicBezTo>
                  <a:pt x="16884" y="14064"/>
                  <a:pt x="17842" y="13326"/>
                  <a:pt x="18753" y="12632"/>
                </a:cubicBezTo>
                <a:cubicBezTo>
                  <a:pt x="19677" y="13167"/>
                  <a:pt x="23672" y="15409"/>
                  <a:pt x="25766" y="15409"/>
                </a:cubicBezTo>
                <a:cubicBezTo>
                  <a:pt x="26368" y="15409"/>
                  <a:pt x="26812" y="15224"/>
                  <a:pt x="26983" y="14760"/>
                </a:cubicBezTo>
                <a:cubicBezTo>
                  <a:pt x="27726" y="12728"/>
                  <a:pt x="20565" y="12536"/>
                  <a:pt x="18900" y="12519"/>
                </a:cubicBezTo>
                <a:cubicBezTo>
                  <a:pt x="19594" y="11990"/>
                  <a:pt x="20257" y="11488"/>
                  <a:pt x="20864" y="11030"/>
                </a:cubicBezTo>
                <a:cubicBezTo>
                  <a:pt x="21653" y="11329"/>
                  <a:pt x="24365" y="12297"/>
                  <a:pt x="26536" y="12297"/>
                </a:cubicBezTo>
                <a:cubicBezTo>
                  <a:pt x="27567" y="12297"/>
                  <a:pt x="28476" y="12079"/>
                  <a:pt x="29000" y="11468"/>
                </a:cubicBezTo>
                <a:cubicBezTo>
                  <a:pt x="29730" y="10616"/>
                  <a:pt x="28546" y="10360"/>
                  <a:pt x="26858" y="10360"/>
                </a:cubicBezTo>
                <a:cubicBezTo>
                  <a:pt x="24844" y="10360"/>
                  <a:pt x="22113" y="10725"/>
                  <a:pt x="21068" y="10877"/>
                </a:cubicBezTo>
                <a:cubicBezTo>
                  <a:pt x="22154" y="10058"/>
                  <a:pt x="23038" y="9398"/>
                  <a:pt x="23557" y="9010"/>
                </a:cubicBezTo>
                <a:cubicBezTo>
                  <a:pt x="24913" y="8524"/>
                  <a:pt x="28112" y="7282"/>
                  <a:pt x="30457" y="5643"/>
                </a:cubicBezTo>
                <a:cubicBezTo>
                  <a:pt x="33505" y="3511"/>
                  <a:pt x="35808" y="1748"/>
                  <a:pt x="34285" y="1564"/>
                </a:cubicBezTo>
                <a:cubicBezTo>
                  <a:pt x="34255" y="1560"/>
                  <a:pt x="34222" y="1558"/>
                  <a:pt x="34187" y="1558"/>
                </a:cubicBezTo>
                <a:cubicBezTo>
                  <a:pt x="32630" y="1558"/>
                  <a:pt x="26873" y="5224"/>
                  <a:pt x="23715" y="8376"/>
                </a:cubicBezTo>
                <a:cubicBezTo>
                  <a:pt x="23400" y="8610"/>
                  <a:pt x="22367" y="9377"/>
                  <a:pt x="20979" y="10423"/>
                </a:cubicBezTo>
                <a:cubicBezTo>
                  <a:pt x="22252" y="8480"/>
                  <a:pt x="26568" y="1726"/>
                  <a:pt x="25050" y="1726"/>
                </a:cubicBezTo>
                <a:cubicBezTo>
                  <a:pt x="24989" y="1726"/>
                  <a:pt x="24920" y="1736"/>
                  <a:pt x="24840" y="1758"/>
                </a:cubicBezTo>
                <a:cubicBezTo>
                  <a:pt x="22704" y="2355"/>
                  <a:pt x="21055" y="9093"/>
                  <a:pt x="20705" y="10630"/>
                </a:cubicBezTo>
                <a:cubicBezTo>
                  <a:pt x="19973" y="11182"/>
                  <a:pt x="19154" y="11802"/>
                  <a:pt x="18298" y="12456"/>
                </a:cubicBezTo>
                <a:cubicBezTo>
                  <a:pt x="18846" y="10632"/>
                  <a:pt x="21322" y="2040"/>
                  <a:pt x="19462" y="1752"/>
                </a:cubicBezTo>
                <a:cubicBezTo>
                  <a:pt x="19433" y="1747"/>
                  <a:pt x="19404" y="1745"/>
                  <a:pt x="19376" y="1745"/>
                </a:cubicBezTo>
                <a:cubicBezTo>
                  <a:pt x="17577" y="1745"/>
                  <a:pt x="18076" y="10917"/>
                  <a:pt x="18179" y="12548"/>
                </a:cubicBezTo>
                <a:cubicBezTo>
                  <a:pt x="17325" y="13200"/>
                  <a:pt x="16438" y="13884"/>
                  <a:pt x="15563" y="14566"/>
                </a:cubicBezTo>
                <a:cubicBezTo>
                  <a:pt x="15836" y="13622"/>
                  <a:pt x="16579" y="10903"/>
                  <a:pt x="16774" y="8720"/>
                </a:cubicBezTo>
                <a:cubicBezTo>
                  <a:pt x="17014" y="6033"/>
                  <a:pt x="16925" y="2211"/>
                  <a:pt x="16353" y="444"/>
                </a:cubicBezTo>
                <a:cubicBezTo>
                  <a:pt x="16255" y="140"/>
                  <a:pt x="16128" y="1"/>
                  <a:pt x="15987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90" name="Google Shape;990;p59"/>
          <p:cNvGrpSpPr/>
          <p:nvPr/>
        </p:nvGrpSpPr>
        <p:grpSpPr>
          <a:xfrm rot="-741851">
            <a:off x="106965" y="2896835"/>
            <a:ext cx="942002" cy="1922163"/>
            <a:chOff x="8154826" y="3096390"/>
            <a:chExt cx="1299652" cy="2651951"/>
          </a:xfrm>
        </p:grpSpPr>
        <p:sp>
          <p:nvSpPr>
            <p:cNvPr id="991" name="Google Shape;991;p59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" name="Google Shape;992;p59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93" name="Google Shape;993;p59"/>
          <p:cNvGrpSpPr/>
          <p:nvPr/>
        </p:nvGrpSpPr>
        <p:grpSpPr>
          <a:xfrm>
            <a:off x="251290" y="204524"/>
            <a:ext cx="150927" cy="143533"/>
            <a:chOff x="3716290" y="4256524"/>
            <a:chExt cx="150927" cy="143533"/>
          </a:xfrm>
        </p:grpSpPr>
        <p:sp>
          <p:nvSpPr>
            <p:cNvPr id="994" name="Google Shape;994;p59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" name="Google Shape;995;p59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" name="Google Shape;996;p59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97" name="Google Shape;997;p59"/>
          <p:cNvSpPr/>
          <p:nvPr/>
        </p:nvSpPr>
        <p:spPr>
          <a:xfrm rot="3716763">
            <a:off x="8807449" y="2282275"/>
            <a:ext cx="111774" cy="105399"/>
          </a:xfrm>
          <a:custGeom>
            <a:rect b="b" l="l" r="r" t="t"/>
            <a:pathLst>
              <a:path extrusionOk="0" h="4216" w="4471">
                <a:moveTo>
                  <a:pt x="2432" y="1"/>
                </a:moveTo>
                <a:cubicBezTo>
                  <a:pt x="2379" y="1"/>
                  <a:pt x="2332" y="37"/>
                  <a:pt x="2320" y="92"/>
                </a:cubicBezTo>
                <a:lnTo>
                  <a:pt x="1960" y="1746"/>
                </a:lnTo>
                <a:cubicBezTo>
                  <a:pt x="1364" y="1561"/>
                  <a:pt x="761" y="1402"/>
                  <a:pt x="152" y="1271"/>
                </a:cubicBezTo>
                <a:cubicBezTo>
                  <a:pt x="143" y="1269"/>
                  <a:pt x="135" y="1268"/>
                  <a:pt x="126" y="1268"/>
                </a:cubicBezTo>
                <a:cubicBezTo>
                  <a:pt x="73" y="1268"/>
                  <a:pt x="26" y="1305"/>
                  <a:pt x="15" y="1359"/>
                </a:cubicBezTo>
                <a:cubicBezTo>
                  <a:pt x="1" y="1422"/>
                  <a:pt x="40" y="1482"/>
                  <a:pt x="103" y="1496"/>
                </a:cubicBezTo>
                <a:cubicBezTo>
                  <a:pt x="712" y="1627"/>
                  <a:pt x="1315" y="1787"/>
                  <a:pt x="1911" y="1972"/>
                </a:cubicBezTo>
                <a:lnTo>
                  <a:pt x="1454" y="4076"/>
                </a:lnTo>
                <a:cubicBezTo>
                  <a:pt x="1440" y="4137"/>
                  <a:pt x="1481" y="4199"/>
                  <a:pt x="1543" y="4213"/>
                </a:cubicBezTo>
                <a:cubicBezTo>
                  <a:pt x="1551" y="4215"/>
                  <a:pt x="1559" y="4215"/>
                  <a:pt x="1567" y="4215"/>
                </a:cubicBezTo>
                <a:cubicBezTo>
                  <a:pt x="1620" y="4215"/>
                  <a:pt x="1668" y="4178"/>
                  <a:pt x="1681" y="4125"/>
                </a:cubicBezTo>
                <a:lnTo>
                  <a:pt x="2132" y="2041"/>
                </a:lnTo>
                <a:cubicBezTo>
                  <a:pt x="2867" y="2278"/>
                  <a:pt x="3589" y="2554"/>
                  <a:pt x="4292" y="2870"/>
                </a:cubicBezTo>
                <a:cubicBezTo>
                  <a:pt x="4307" y="2876"/>
                  <a:pt x="4323" y="2880"/>
                  <a:pt x="4338" y="2880"/>
                </a:cubicBezTo>
                <a:cubicBezTo>
                  <a:pt x="4382" y="2880"/>
                  <a:pt x="4425" y="2854"/>
                  <a:pt x="4443" y="2812"/>
                </a:cubicBezTo>
                <a:cubicBezTo>
                  <a:pt x="4470" y="2754"/>
                  <a:pt x="4443" y="2685"/>
                  <a:pt x="4385" y="2660"/>
                </a:cubicBezTo>
                <a:cubicBezTo>
                  <a:pt x="3669" y="2337"/>
                  <a:pt x="2931" y="2056"/>
                  <a:pt x="2182" y="1815"/>
                </a:cubicBezTo>
                <a:lnTo>
                  <a:pt x="2546" y="140"/>
                </a:lnTo>
                <a:cubicBezTo>
                  <a:pt x="2559" y="78"/>
                  <a:pt x="2519" y="16"/>
                  <a:pt x="2457" y="3"/>
                </a:cubicBezTo>
                <a:cubicBezTo>
                  <a:pt x="2448" y="1"/>
                  <a:pt x="2440" y="1"/>
                  <a:pt x="243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8" name="Google Shape;998;p59"/>
          <p:cNvSpPr/>
          <p:nvPr/>
        </p:nvSpPr>
        <p:spPr>
          <a:xfrm rot="3432077">
            <a:off x="5832683" y="473809"/>
            <a:ext cx="241811" cy="131393"/>
          </a:xfrm>
          <a:custGeom>
            <a:rect b="b" l="l" r="r" t="t"/>
            <a:pathLst>
              <a:path extrusionOk="0" h="5669" w="10433">
                <a:moveTo>
                  <a:pt x="3622" y="2187"/>
                </a:moveTo>
                <a:cubicBezTo>
                  <a:pt x="4122" y="2187"/>
                  <a:pt x="4610" y="2289"/>
                  <a:pt x="5046" y="2496"/>
                </a:cubicBezTo>
                <a:cubicBezTo>
                  <a:pt x="5440" y="2683"/>
                  <a:pt x="5699" y="2904"/>
                  <a:pt x="5838" y="3172"/>
                </a:cubicBezTo>
                <a:cubicBezTo>
                  <a:pt x="5979" y="3446"/>
                  <a:pt x="6004" y="3802"/>
                  <a:pt x="5906" y="4173"/>
                </a:cubicBezTo>
                <a:cubicBezTo>
                  <a:pt x="5763" y="4715"/>
                  <a:pt x="5399" y="5162"/>
                  <a:pt x="4936" y="5368"/>
                </a:cubicBezTo>
                <a:cubicBezTo>
                  <a:pt x="4751" y="5450"/>
                  <a:pt x="4550" y="5490"/>
                  <a:pt x="4352" y="5490"/>
                </a:cubicBezTo>
                <a:cubicBezTo>
                  <a:pt x="4022" y="5490"/>
                  <a:pt x="3699" y="5380"/>
                  <a:pt x="3467" y="5171"/>
                </a:cubicBezTo>
                <a:cubicBezTo>
                  <a:pt x="3041" y="4788"/>
                  <a:pt x="2893" y="4104"/>
                  <a:pt x="3069" y="3341"/>
                </a:cubicBezTo>
                <a:cubicBezTo>
                  <a:pt x="3163" y="2932"/>
                  <a:pt x="3330" y="2544"/>
                  <a:pt x="3556" y="2188"/>
                </a:cubicBezTo>
                <a:cubicBezTo>
                  <a:pt x="3578" y="2187"/>
                  <a:pt x="3600" y="2187"/>
                  <a:pt x="3622" y="2187"/>
                </a:cubicBezTo>
                <a:close/>
                <a:moveTo>
                  <a:pt x="7372" y="1"/>
                </a:moveTo>
                <a:cubicBezTo>
                  <a:pt x="6895" y="1"/>
                  <a:pt x="6425" y="64"/>
                  <a:pt x="5976" y="193"/>
                </a:cubicBezTo>
                <a:cubicBezTo>
                  <a:pt x="4925" y="494"/>
                  <a:pt x="4027" y="1159"/>
                  <a:pt x="3458" y="2012"/>
                </a:cubicBezTo>
                <a:cubicBezTo>
                  <a:pt x="3026" y="2032"/>
                  <a:pt x="2588" y="2124"/>
                  <a:pt x="2163" y="2290"/>
                </a:cubicBezTo>
                <a:cubicBezTo>
                  <a:pt x="1166" y="2679"/>
                  <a:pt x="383" y="3422"/>
                  <a:pt x="19" y="4328"/>
                </a:cubicBezTo>
                <a:cubicBezTo>
                  <a:pt x="0" y="4373"/>
                  <a:pt x="22" y="4425"/>
                  <a:pt x="67" y="4444"/>
                </a:cubicBezTo>
                <a:cubicBezTo>
                  <a:pt x="78" y="4448"/>
                  <a:pt x="90" y="4450"/>
                  <a:pt x="101" y="4450"/>
                </a:cubicBezTo>
                <a:cubicBezTo>
                  <a:pt x="136" y="4450"/>
                  <a:pt x="169" y="4429"/>
                  <a:pt x="183" y="4394"/>
                </a:cubicBezTo>
                <a:cubicBezTo>
                  <a:pt x="530" y="3534"/>
                  <a:pt x="1276" y="2828"/>
                  <a:pt x="2228" y="2456"/>
                </a:cubicBezTo>
                <a:cubicBezTo>
                  <a:pt x="2594" y="2313"/>
                  <a:pt x="2969" y="2227"/>
                  <a:pt x="3341" y="2198"/>
                </a:cubicBezTo>
                <a:lnTo>
                  <a:pt x="3341" y="2198"/>
                </a:lnTo>
                <a:cubicBezTo>
                  <a:pt x="3136" y="2543"/>
                  <a:pt x="2985" y="2913"/>
                  <a:pt x="2896" y="3300"/>
                </a:cubicBezTo>
                <a:cubicBezTo>
                  <a:pt x="2705" y="4128"/>
                  <a:pt x="2874" y="4876"/>
                  <a:pt x="3348" y="5303"/>
                </a:cubicBezTo>
                <a:cubicBezTo>
                  <a:pt x="3612" y="5542"/>
                  <a:pt x="3980" y="5667"/>
                  <a:pt x="4353" y="5667"/>
                </a:cubicBezTo>
                <a:lnTo>
                  <a:pt x="4353" y="5668"/>
                </a:lnTo>
                <a:cubicBezTo>
                  <a:pt x="4576" y="5668"/>
                  <a:pt x="4801" y="5623"/>
                  <a:pt x="5009" y="5532"/>
                </a:cubicBezTo>
                <a:cubicBezTo>
                  <a:pt x="5521" y="5303"/>
                  <a:pt x="5921" y="4812"/>
                  <a:pt x="6078" y="4220"/>
                </a:cubicBezTo>
                <a:cubicBezTo>
                  <a:pt x="6188" y="3805"/>
                  <a:pt x="6158" y="3403"/>
                  <a:pt x="5996" y="3090"/>
                </a:cubicBezTo>
                <a:cubicBezTo>
                  <a:pt x="5839" y="2786"/>
                  <a:pt x="5553" y="2539"/>
                  <a:pt x="5123" y="2335"/>
                </a:cubicBezTo>
                <a:cubicBezTo>
                  <a:pt x="4678" y="2125"/>
                  <a:pt x="4185" y="2016"/>
                  <a:pt x="3676" y="2009"/>
                </a:cubicBezTo>
                <a:cubicBezTo>
                  <a:pt x="4224" y="1239"/>
                  <a:pt x="5056" y="641"/>
                  <a:pt x="6025" y="364"/>
                </a:cubicBezTo>
                <a:cubicBezTo>
                  <a:pt x="6458" y="240"/>
                  <a:pt x="6912" y="179"/>
                  <a:pt x="7373" y="179"/>
                </a:cubicBezTo>
                <a:cubicBezTo>
                  <a:pt x="8352" y="179"/>
                  <a:pt x="9365" y="454"/>
                  <a:pt x="10286" y="986"/>
                </a:cubicBezTo>
                <a:cubicBezTo>
                  <a:pt x="10300" y="994"/>
                  <a:pt x="10315" y="998"/>
                  <a:pt x="10330" y="998"/>
                </a:cubicBezTo>
                <a:cubicBezTo>
                  <a:pt x="10360" y="998"/>
                  <a:pt x="10391" y="982"/>
                  <a:pt x="10408" y="953"/>
                </a:cubicBezTo>
                <a:cubicBezTo>
                  <a:pt x="10432" y="912"/>
                  <a:pt x="10417" y="857"/>
                  <a:pt x="10374" y="832"/>
                </a:cubicBezTo>
                <a:cubicBezTo>
                  <a:pt x="9426" y="284"/>
                  <a:pt x="8382" y="1"/>
                  <a:pt x="737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9" name="Google Shape;999;p59"/>
          <p:cNvSpPr/>
          <p:nvPr/>
        </p:nvSpPr>
        <p:spPr>
          <a:xfrm flipH="1" rot="8517656">
            <a:off x="7674134" y="184278"/>
            <a:ext cx="150934" cy="184018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0" name="Google Shape;1000;p59"/>
          <p:cNvSpPr/>
          <p:nvPr/>
        </p:nvSpPr>
        <p:spPr>
          <a:xfrm flipH="1">
            <a:off x="1655042" y="101787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1" name="Google Shape;1001;p59"/>
          <p:cNvSpPr/>
          <p:nvPr/>
        </p:nvSpPr>
        <p:spPr>
          <a:xfrm rot="3716763">
            <a:off x="3329224" y="4770750"/>
            <a:ext cx="111774" cy="105399"/>
          </a:xfrm>
          <a:custGeom>
            <a:rect b="b" l="l" r="r" t="t"/>
            <a:pathLst>
              <a:path extrusionOk="0" h="4216" w="4471">
                <a:moveTo>
                  <a:pt x="2432" y="1"/>
                </a:moveTo>
                <a:cubicBezTo>
                  <a:pt x="2379" y="1"/>
                  <a:pt x="2332" y="37"/>
                  <a:pt x="2320" y="92"/>
                </a:cubicBezTo>
                <a:lnTo>
                  <a:pt x="1960" y="1746"/>
                </a:lnTo>
                <a:cubicBezTo>
                  <a:pt x="1364" y="1561"/>
                  <a:pt x="761" y="1402"/>
                  <a:pt x="152" y="1271"/>
                </a:cubicBezTo>
                <a:cubicBezTo>
                  <a:pt x="143" y="1269"/>
                  <a:pt x="135" y="1268"/>
                  <a:pt x="126" y="1268"/>
                </a:cubicBezTo>
                <a:cubicBezTo>
                  <a:pt x="73" y="1268"/>
                  <a:pt x="26" y="1305"/>
                  <a:pt x="15" y="1359"/>
                </a:cubicBezTo>
                <a:cubicBezTo>
                  <a:pt x="1" y="1422"/>
                  <a:pt x="40" y="1482"/>
                  <a:pt x="103" y="1496"/>
                </a:cubicBezTo>
                <a:cubicBezTo>
                  <a:pt x="712" y="1627"/>
                  <a:pt x="1315" y="1787"/>
                  <a:pt x="1911" y="1972"/>
                </a:cubicBezTo>
                <a:lnTo>
                  <a:pt x="1454" y="4076"/>
                </a:lnTo>
                <a:cubicBezTo>
                  <a:pt x="1440" y="4137"/>
                  <a:pt x="1481" y="4199"/>
                  <a:pt x="1543" y="4213"/>
                </a:cubicBezTo>
                <a:cubicBezTo>
                  <a:pt x="1551" y="4215"/>
                  <a:pt x="1559" y="4215"/>
                  <a:pt x="1567" y="4215"/>
                </a:cubicBezTo>
                <a:cubicBezTo>
                  <a:pt x="1620" y="4215"/>
                  <a:pt x="1668" y="4178"/>
                  <a:pt x="1681" y="4125"/>
                </a:cubicBezTo>
                <a:lnTo>
                  <a:pt x="2132" y="2041"/>
                </a:lnTo>
                <a:cubicBezTo>
                  <a:pt x="2867" y="2278"/>
                  <a:pt x="3589" y="2554"/>
                  <a:pt x="4292" y="2870"/>
                </a:cubicBezTo>
                <a:cubicBezTo>
                  <a:pt x="4307" y="2876"/>
                  <a:pt x="4323" y="2880"/>
                  <a:pt x="4338" y="2880"/>
                </a:cubicBezTo>
                <a:cubicBezTo>
                  <a:pt x="4382" y="2880"/>
                  <a:pt x="4425" y="2854"/>
                  <a:pt x="4443" y="2812"/>
                </a:cubicBezTo>
                <a:cubicBezTo>
                  <a:pt x="4470" y="2754"/>
                  <a:pt x="4443" y="2685"/>
                  <a:pt x="4385" y="2660"/>
                </a:cubicBezTo>
                <a:cubicBezTo>
                  <a:pt x="3669" y="2337"/>
                  <a:pt x="2931" y="2056"/>
                  <a:pt x="2182" y="1815"/>
                </a:cubicBezTo>
                <a:lnTo>
                  <a:pt x="2546" y="140"/>
                </a:lnTo>
                <a:cubicBezTo>
                  <a:pt x="2559" y="78"/>
                  <a:pt x="2519" y="16"/>
                  <a:pt x="2457" y="3"/>
                </a:cubicBezTo>
                <a:cubicBezTo>
                  <a:pt x="2448" y="1"/>
                  <a:pt x="2440" y="1"/>
                  <a:pt x="243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2" name="Google Shape;1002;p59"/>
          <p:cNvSpPr/>
          <p:nvPr/>
        </p:nvSpPr>
        <p:spPr>
          <a:xfrm rot="2700000">
            <a:off x="599571" y="997729"/>
            <a:ext cx="174651" cy="113423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3" name="Google Shape;1003;p59"/>
          <p:cNvSpPr/>
          <p:nvPr/>
        </p:nvSpPr>
        <p:spPr>
          <a:xfrm flipH="1">
            <a:off x="292701" y="2302477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4" name="Google Shape;1004;p59"/>
          <p:cNvSpPr/>
          <p:nvPr/>
        </p:nvSpPr>
        <p:spPr>
          <a:xfrm rot="5735881">
            <a:off x="8791797" y="3588714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05" name="Google Shape;1005;p59"/>
          <p:cNvGrpSpPr/>
          <p:nvPr/>
        </p:nvGrpSpPr>
        <p:grpSpPr>
          <a:xfrm flipH="1" rot="2570843">
            <a:off x="-91007" y="3838385"/>
            <a:ext cx="1337929" cy="1837483"/>
            <a:chOff x="3708300" y="1072800"/>
            <a:chExt cx="776725" cy="1066650"/>
          </a:xfrm>
        </p:grpSpPr>
        <p:sp>
          <p:nvSpPr>
            <p:cNvPr id="1006" name="Google Shape;1006;p59"/>
            <p:cNvSpPr/>
            <p:nvPr/>
          </p:nvSpPr>
          <p:spPr>
            <a:xfrm>
              <a:off x="3708300" y="1072800"/>
              <a:ext cx="776725" cy="1066650"/>
            </a:xfrm>
            <a:custGeom>
              <a:rect b="b" l="l" r="r" t="t"/>
              <a:pathLst>
                <a:path extrusionOk="0" h="42666" w="31069">
                  <a:moveTo>
                    <a:pt x="6830" y="1"/>
                  </a:moveTo>
                  <a:cubicBezTo>
                    <a:pt x="6707" y="1"/>
                    <a:pt x="6583" y="16"/>
                    <a:pt x="6456" y="50"/>
                  </a:cubicBezTo>
                  <a:cubicBezTo>
                    <a:pt x="5911" y="196"/>
                    <a:pt x="5497" y="669"/>
                    <a:pt x="5316" y="1177"/>
                  </a:cubicBezTo>
                  <a:cubicBezTo>
                    <a:pt x="5136" y="1688"/>
                    <a:pt x="5146" y="2228"/>
                    <a:pt x="5193" y="2751"/>
                  </a:cubicBezTo>
                  <a:cubicBezTo>
                    <a:pt x="5586" y="7042"/>
                    <a:pt x="8098" y="10770"/>
                    <a:pt x="10542" y="14321"/>
                  </a:cubicBezTo>
                  <a:cubicBezTo>
                    <a:pt x="9110" y="12451"/>
                    <a:pt x="7163" y="10945"/>
                    <a:pt x="4924" y="9980"/>
                  </a:cubicBezTo>
                  <a:cubicBezTo>
                    <a:pt x="4448" y="9775"/>
                    <a:pt x="3902" y="9600"/>
                    <a:pt x="3379" y="9600"/>
                  </a:cubicBezTo>
                  <a:cubicBezTo>
                    <a:pt x="3041" y="9600"/>
                    <a:pt x="2713" y="9673"/>
                    <a:pt x="2420" y="9858"/>
                  </a:cubicBezTo>
                  <a:cubicBezTo>
                    <a:pt x="1545" y="10409"/>
                    <a:pt x="1529" y="11597"/>
                    <a:pt x="1774" y="12523"/>
                  </a:cubicBezTo>
                  <a:cubicBezTo>
                    <a:pt x="2284" y="14472"/>
                    <a:pt x="3466" y="16190"/>
                    <a:pt x="4900" y="17646"/>
                  </a:cubicBezTo>
                  <a:cubicBezTo>
                    <a:pt x="6328" y="19099"/>
                    <a:pt x="8011" y="20316"/>
                    <a:pt x="9684" y="21521"/>
                  </a:cubicBezTo>
                  <a:cubicBezTo>
                    <a:pt x="8181" y="20795"/>
                    <a:pt x="6644" y="20055"/>
                    <a:pt x="4962" y="19720"/>
                  </a:cubicBezTo>
                  <a:cubicBezTo>
                    <a:pt x="4387" y="19606"/>
                    <a:pt x="3568" y="19384"/>
                    <a:pt x="2816" y="19384"/>
                  </a:cubicBezTo>
                  <a:cubicBezTo>
                    <a:pt x="2247" y="19384"/>
                    <a:pt x="1717" y="19512"/>
                    <a:pt x="1361" y="19910"/>
                  </a:cubicBezTo>
                  <a:cubicBezTo>
                    <a:pt x="0" y="21434"/>
                    <a:pt x="2318" y="23978"/>
                    <a:pt x="3407" y="24892"/>
                  </a:cubicBezTo>
                  <a:cubicBezTo>
                    <a:pt x="4591" y="25885"/>
                    <a:pt x="5945" y="26683"/>
                    <a:pt x="7129" y="27646"/>
                  </a:cubicBezTo>
                  <a:cubicBezTo>
                    <a:pt x="7866" y="28238"/>
                    <a:pt x="8703" y="28751"/>
                    <a:pt x="9480" y="29300"/>
                  </a:cubicBezTo>
                  <a:cubicBezTo>
                    <a:pt x="9908" y="29601"/>
                    <a:pt x="11356" y="30272"/>
                    <a:pt x="11520" y="30735"/>
                  </a:cubicBezTo>
                  <a:cubicBezTo>
                    <a:pt x="10718" y="30464"/>
                    <a:pt x="9895" y="30188"/>
                    <a:pt x="9034" y="30188"/>
                  </a:cubicBezTo>
                  <a:cubicBezTo>
                    <a:pt x="9011" y="30188"/>
                    <a:pt x="8989" y="30188"/>
                    <a:pt x="8966" y="30188"/>
                  </a:cubicBezTo>
                  <a:cubicBezTo>
                    <a:pt x="7503" y="30214"/>
                    <a:pt x="7381" y="31517"/>
                    <a:pt x="7779" y="32554"/>
                  </a:cubicBezTo>
                  <a:cubicBezTo>
                    <a:pt x="8158" y="33540"/>
                    <a:pt x="9313" y="34213"/>
                    <a:pt x="10199" y="34761"/>
                  </a:cubicBezTo>
                  <a:cubicBezTo>
                    <a:pt x="14401" y="37351"/>
                    <a:pt x="18718" y="39810"/>
                    <a:pt x="22860" y="42522"/>
                  </a:cubicBezTo>
                  <a:cubicBezTo>
                    <a:pt x="22939" y="42568"/>
                    <a:pt x="23012" y="42617"/>
                    <a:pt x="23087" y="42665"/>
                  </a:cubicBezTo>
                  <a:cubicBezTo>
                    <a:pt x="23091" y="42664"/>
                    <a:pt x="23120" y="42620"/>
                    <a:pt x="23163" y="42537"/>
                  </a:cubicBezTo>
                  <a:cubicBezTo>
                    <a:pt x="23567" y="41812"/>
                    <a:pt x="25460" y="38170"/>
                    <a:pt x="25630" y="37787"/>
                  </a:cubicBezTo>
                  <a:cubicBezTo>
                    <a:pt x="26395" y="36067"/>
                    <a:pt x="27045" y="34304"/>
                    <a:pt x="27576" y="32516"/>
                  </a:cubicBezTo>
                  <a:cubicBezTo>
                    <a:pt x="28200" y="30419"/>
                    <a:pt x="31069" y="24490"/>
                    <a:pt x="28106" y="23241"/>
                  </a:cubicBezTo>
                  <a:lnTo>
                    <a:pt x="28105" y="23241"/>
                  </a:lnTo>
                  <a:cubicBezTo>
                    <a:pt x="27861" y="23137"/>
                    <a:pt x="27601" y="23090"/>
                    <a:pt x="27336" y="23090"/>
                  </a:cubicBezTo>
                  <a:cubicBezTo>
                    <a:pt x="26562" y="23090"/>
                    <a:pt x="25749" y="23492"/>
                    <a:pt x="25199" y="24059"/>
                  </a:cubicBezTo>
                  <a:cubicBezTo>
                    <a:pt x="24457" y="24819"/>
                    <a:pt x="24084" y="25814"/>
                    <a:pt x="23726" y="26778"/>
                  </a:cubicBezTo>
                  <a:cubicBezTo>
                    <a:pt x="24043" y="25919"/>
                    <a:pt x="23891" y="24633"/>
                    <a:pt x="23991" y="23727"/>
                  </a:cubicBezTo>
                  <a:cubicBezTo>
                    <a:pt x="24115" y="22592"/>
                    <a:pt x="24261" y="21459"/>
                    <a:pt x="24394" y="20323"/>
                  </a:cubicBezTo>
                  <a:cubicBezTo>
                    <a:pt x="24648" y="18135"/>
                    <a:pt x="24866" y="15939"/>
                    <a:pt x="24779" y="13752"/>
                  </a:cubicBezTo>
                  <a:cubicBezTo>
                    <a:pt x="24740" y="12670"/>
                    <a:pt x="24822" y="10582"/>
                    <a:pt x="24158" y="9343"/>
                  </a:cubicBezTo>
                  <a:cubicBezTo>
                    <a:pt x="23943" y="8948"/>
                    <a:pt x="23651" y="8639"/>
                    <a:pt x="23253" y="8480"/>
                  </a:cubicBezTo>
                  <a:cubicBezTo>
                    <a:pt x="23053" y="8400"/>
                    <a:pt x="22860" y="8364"/>
                    <a:pt x="22674" y="8364"/>
                  </a:cubicBezTo>
                  <a:cubicBezTo>
                    <a:pt x="21476" y="8364"/>
                    <a:pt x="20582" y="9872"/>
                    <a:pt x="20081" y="10780"/>
                  </a:cubicBezTo>
                  <a:cubicBezTo>
                    <a:pt x="19353" y="12109"/>
                    <a:pt x="19148" y="13337"/>
                    <a:pt x="18967" y="14655"/>
                  </a:cubicBezTo>
                  <a:cubicBezTo>
                    <a:pt x="19271" y="12310"/>
                    <a:pt x="19377" y="9955"/>
                    <a:pt x="19286" y="7612"/>
                  </a:cubicBezTo>
                  <a:cubicBezTo>
                    <a:pt x="19211" y="5571"/>
                    <a:pt x="18961" y="3466"/>
                    <a:pt x="17833" y="1770"/>
                  </a:cubicBezTo>
                  <a:cubicBezTo>
                    <a:pt x="17666" y="1518"/>
                    <a:pt x="17433" y="1252"/>
                    <a:pt x="17108" y="1252"/>
                  </a:cubicBezTo>
                  <a:cubicBezTo>
                    <a:pt x="16896" y="1252"/>
                    <a:pt x="16698" y="1371"/>
                    <a:pt x="16527" y="1495"/>
                  </a:cubicBezTo>
                  <a:cubicBezTo>
                    <a:pt x="15130" y="2518"/>
                    <a:pt x="14559" y="4230"/>
                    <a:pt x="14250" y="5840"/>
                  </a:cubicBezTo>
                  <a:cubicBezTo>
                    <a:pt x="13882" y="7743"/>
                    <a:pt x="13757" y="9675"/>
                    <a:pt x="13874" y="11580"/>
                  </a:cubicBezTo>
                  <a:cubicBezTo>
                    <a:pt x="12343" y="7957"/>
                    <a:pt x="11366" y="4185"/>
                    <a:pt x="8707" y="1114"/>
                  </a:cubicBezTo>
                  <a:cubicBezTo>
                    <a:pt x="8230" y="560"/>
                    <a:pt x="7567" y="1"/>
                    <a:pt x="683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7" name="Google Shape;1007;p59"/>
            <p:cNvSpPr/>
            <p:nvPr/>
          </p:nvSpPr>
          <p:spPr>
            <a:xfrm>
              <a:off x="3808850" y="1173650"/>
              <a:ext cx="565500" cy="965800"/>
            </a:xfrm>
            <a:custGeom>
              <a:rect b="b" l="l" r="r" t="t"/>
              <a:pathLst>
                <a:path extrusionOk="0" h="38632" w="22620">
                  <a:moveTo>
                    <a:pt x="3964" y="0"/>
                  </a:moveTo>
                  <a:cubicBezTo>
                    <a:pt x="3939" y="0"/>
                    <a:pt x="3913" y="6"/>
                    <a:pt x="3889" y="19"/>
                  </a:cubicBezTo>
                  <a:cubicBezTo>
                    <a:pt x="3822" y="58"/>
                    <a:pt x="3795" y="143"/>
                    <a:pt x="3832" y="204"/>
                  </a:cubicBezTo>
                  <a:cubicBezTo>
                    <a:pt x="7240" y="5902"/>
                    <a:pt x="9536" y="12032"/>
                    <a:pt x="11335" y="17279"/>
                  </a:cubicBezTo>
                  <a:cubicBezTo>
                    <a:pt x="11591" y="18016"/>
                    <a:pt x="11853" y="18753"/>
                    <a:pt x="12120" y="19490"/>
                  </a:cubicBezTo>
                  <a:cubicBezTo>
                    <a:pt x="8736" y="15289"/>
                    <a:pt x="4748" y="11561"/>
                    <a:pt x="248" y="8406"/>
                  </a:cubicBezTo>
                  <a:cubicBezTo>
                    <a:pt x="225" y="8389"/>
                    <a:pt x="197" y="8381"/>
                    <a:pt x="169" y="8381"/>
                  </a:cubicBezTo>
                  <a:cubicBezTo>
                    <a:pt x="125" y="8381"/>
                    <a:pt x="79" y="8401"/>
                    <a:pt x="48" y="8440"/>
                  </a:cubicBezTo>
                  <a:cubicBezTo>
                    <a:pt x="1" y="8498"/>
                    <a:pt x="10" y="8581"/>
                    <a:pt x="69" y="8623"/>
                  </a:cubicBezTo>
                  <a:cubicBezTo>
                    <a:pt x="4791" y="11932"/>
                    <a:pt x="8947" y="15870"/>
                    <a:pt x="12427" y="20330"/>
                  </a:cubicBezTo>
                  <a:cubicBezTo>
                    <a:pt x="12932" y="21704"/>
                    <a:pt x="13449" y="23065"/>
                    <a:pt x="13958" y="24404"/>
                  </a:cubicBezTo>
                  <a:cubicBezTo>
                    <a:pt x="12552" y="22980"/>
                    <a:pt x="10613" y="22023"/>
                    <a:pt x="8577" y="21104"/>
                  </a:cubicBezTo>
                  <a:cubicBezTo>
                    <a:pt x="6125" y="20000"/>
                    <a:pt x="3709" y="18958"/>
                    <a:pt x="1095" y="18392"/>
                  </a:cubicBezTo>
                  <a:cubicBezTo>
                    <a:pt x="1085" y="18390"/>
                    <a:pt x="1076" y="18389"/>
                    <a:pt x="1066" y="18389"/>
                  </a:cubicBezTo>
                  <a:cubicBezTo>
                    <a:pt x="1001" y="18389"/>
                    <a:pt x="939" y="18430"/>
                    <a:pt x="918" y="18493"/>
                  </a:cubicBezTo>
                  <a:cubicBezTo>
                    <a:pt x="900" y="18564"/>
                    <a:pt x="941" y="18638"/>
                    <a:pt x="1017" y="18653"/>
                  </a:cubicBezTo>
                  <a:cubicBezTo>
                    <a:pt x="3603" y="19213"/>
                    <a:pt x="6006" y="20246"/>
                    <a:pt x="8444" y="21348"/>
                  </a:cubicBezTo>
                  <a:cubicBezTo>
                    <a:pt x="10703" y="22369"/>
                    <a:pt x="12847" y="23430"/>
                    <a:pt x="14239" y="25136"/>
                  </a:cubicBezTo>
                  <a:cubicBezTo>
                    <a:pt x="15358" y="28062"/>
                    <a:pt x="16501" y="31077"/>
                    <a:pt x="17480" y="34112"/>
                  </a:cubicBezTo>
                  <a:cubicBezTo>
                    <a:pt x="14416" y="31413"/>
                    <a:pt x="10677" y="29343"/>
                    <a:pt x="6642" y="28111"/>
                  </a:cubicBezTo>
                  <a:cubicBezTo>
                    <a:pt x="6628" y="28107"/>
                    <a:pt x="6614" y="28105"/>
                    <a:pt x="6600" y="28105"/>
                  </a:cubicBezTo>
                  <a:cubicBezTo>
                    <a:pt x="6538" y="28105"/>
                    <a:pt x="6481" y="28142"/>
                    <a:pt x="6458" y="28199"/>
                  </a:cubicBezTo>
                  <a:cubicBezTo>
                    <a:pt x="6430" y="28270"/>
                    <a:pt x="6465" y="28346"/>
                    <a:pt x="6543" y="28369"/>
                  </a:cubicBezTo>
                  <a:cubicBezTo>
                    <a:pt x="10672" y="29626"/>
                    <a:pt x="14492" y="31774"/>
                    <a:pt x="17585" y="34578"/>
                  </a:cubicBezTo>
                  <a:cubicBezTo>
                    <a:pt x="17598" y="34591"/>
                    <a:pt x="17616" y="34600"/>
                    <a:pt x="17638" y="34603"/>
                  </a:cubicBezTo>
                  <a:cubicBezTo>
                    <a:pt x="18048" y="35891"/>
                    <a:pt x="18453" y="37187"/>
                    <a:pt x="18838" y="38488"/>
                  </a:cubicBezTo>
                  <a:cubicBezTo>
                    <a:pt x="18917" y="38534"/>
                    <a:pt x="18991" y="38583"/>
                    <a:pt x="19065" y="38631"/>
                  </a:cubicBezTo>
                  <a:cubicBezTo>
                    <a:pt x="19069" y="38630"/>
                    <a:pt x="19098" y="38586"/>
                    <a:pt x="19142" y="38503"/>
                  </a:cubicBezTo>
                  <a:cubicBezTo>
                    <a:pt x="18731" y="37122"/>
                    <a:pt x="18305" y="35743"/>
                    <a:pt x="17867" y="34376"/>
                  </a:cubicBezTo>
                  <a:cubicBezTo>
                    <a:pt x="19151" y="30246"/>
                    <a:pt x="20738" y="26146"/>
                    <a:pt x="22588" y="22190"/>
                  </a:cubicBezTo>
                  <a:cubicBezTo>
                    <a:pt x="22619" y="22119"/>
                    <a:pt x="22588" y="22043"/>
                    <a:pt x="22517" y="22017"/>
                  </a:cubicBezTo>
                  <a:cubicBezTo>
                    <a:pt x="22500" y="22011"/>
                    <a:pt x="22482" y="22008"/>
                    <a:pt x="22465" y="22008"/>
                  </a:cubicBezTo>
                  <a:cubicBezTo>
                    <a:pt x="22407" y="22008"/>
                    <a:pt x="22353" y="22039"/>
                    <a:pt x="22328" y="22091"/>
                  </a:cubicBezTo>
                  <a:cubicBezTo>
                    <a:pt x="20532" y="25935"/>
                    <a:pt x="18986" y="29910"/>
                    <a:pt x="17720" y="33918"/>
                  </a:cubicBezTo>
                  <a:cubicBezTo>
                    <a:pt x="16785" y="31028"/>
                    <a:pt x="15703" y="28161"/>
                    <a:pt x="14637" y="25374"/>
                  </a:cubicBezTo>
                  <a:cubicBezTo>
                    <a:pt x="14657" y="25352"/>
                    <a:pt x="14674" y="25327"/>
                    <a:pt x="14680" y="25298"/>
                  </a:cubicBezTo>
                  <a:cubicBezTo>
                    <a:pt x="15570" y="20077"/>
                    <a:pt x="16496" y="14679"/>
                    <a:pt x="19105" y="9803"/>
                  </a:cubicBezTo>
                  <a:cubicBezTo>
                    <a:pt x="19138" y="9739"/>
                    <a:pt x="19114" y="9658"/>
                    <a:pt x="19042" y="9627"/>
                  </a:cubicBezTo>
                  <a:cubicBezTo>
                    <a:pt x="19024" y="9618"/>
                    <a:pt x="19004" y="9614"/>
                    <a:pt x="18984" y="9614"/>
                  </a:cubicBezTo>
                  <a:cubicBezTo>
                    <a:pt x="18931" y="9614"/>
                    <a:pt x="18877" y="9644"/>
                    <a:pt x="18851" y="9695"/>
                  </a:cubicBezTo>
                  <a:cubicBezTo>
                    <a:pt x="16280" y="14497"/>
                    <a:pt x="15338" y="19780"/>
                    <a:pt x="14460" y="24911"/>
                  </a:cubicBezTo>
                  <a:cubicBezTo>
                    <a:pt x="14431" y="24831"/>
                    <a:pt x="14401" y="24755"/>
                    <a:pt x="14373" y="24679"/>
                  </a:cubicBezTo>
                  <a:cubicBezTo>
                    <a:pt x="13808" y="23207"/>
                    <a:pt x="13238" y="21707"/>
                    <a:pt x="12684" y="20197"/>
                  </a:cubicBezTo>
                  <a:cubicBezTo>
                    <a:pt x="12586" y="19613"/>
                    <a:pt x="10621" y="7583"/>
                    <a:pt x="13058" y="1023"/>
                  </a:cubicBezTo>
                  <a:cubicBezTo>
                    <a:pt x="13086" y="954"/>
                    <a:pt x="13046" y="877"/>
                    <a:pt x="12970" y="856"/>
                  </a:cubicBezTo>
                  <a:cubicBezTo>
                    <a:pt x="12958" y="853"/>
                    <a:pt x="12945" y="851"/>
                    <a:pt x="12932" y="851"/>
                  </a:cubicBezTo>
                  <a:cubicBezTo>
                    <a:pt x="12871" y="851"/>
                    <a:pt x="12810" y="889"/>
                    <a:pt x="12790" y="947"/>
                  </a:cubicBezTo>
                  <a:cubicBezTo>
                    <a:pt x="10783" y="6347"/>
                    <a:pt x="11725" y="15380"/>
                    <a:pt x="12196" y="18859"/>
                  </a:cubicBezTo>
                  <a:cubicBezTo>
                    <a:pt x="11997" y="18299"/>
                    <a:pt x="11798" y="17744"/>
                    <a:pt x="11608" y="17185"/>
                  </a:cubicBezTo>
                  <a:cubicBezTo>
                    <a:pt x="9804" y="11925"/>
                    <a:pt x="7503" y="5781"/>
                    <a:pt x="4083" y="62"/>
                  </a:cubicBezTo>
                  <a:cubicBezTo>
                    <a:pt x="4058" y="22"/>
                    <a:pt x="4012" y="0"/>
                    <a:pt x="396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BLANK_1_1_1_1_1_1_2">
    <p:spTree>
      <p:nvGrpSpPr>
        <p:cNvPr id="1008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p60"/>
          <p:cNvSpPr txBox="1"/>
          <p:nvPr>
            <p:ph type="ctrTitle"/>
          </p:nvPr>
        </p:nvSpPr>
        <p:spPr>
          <a:xfrm>
            <a:off x="1187488" y="585288"/>
            <a:ext cx="3777300" cy="99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010" name="Google Shape;1010;p60"/>
          <p:cNvSpPr txBox="1"/>
          <p:nvPr>
            <p:ph idx="1" type="subTitle"/>
          </p:nvPr>
        </p:nvSpPr>
        <p:spPr>
          <a:xfrm>
            <a:off x="1187498" y="1990075"/>
            <a:ext cx="3777300" cy="145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011" name="Google Shape;1011;p60"/>
          <p:cNvSpPr txBox="1"/>
          <p:nvPr/>
        </p:nvSpPr>
        <p:spPr>
          <a:xfrm flipH="1">
            <a:off x="1157550" y="3957425"/>
            <a:ext cx="3837300" cy="52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CREDITS: This presentation template was created by </a:t>
            </a:r>
            <a:r>
              <a:rPr b="1" lang="en" sz="1100">
                <a:solidFill>
                  <a:schemeClr val="hlink"/>
                </a:solidFill>
                <a:uFill>
                  <a:noFill/>
                </a:uFill>
                <a:latin typeface="Comfortaa"/>
                <a:ea typeface="Comfortaa"/>
                <a:cs typeface="Comfortaa"/>
                <a:sym typeface="Comfortaa"/>
                <a:hlinkClick r:id="rId2"/>
              </a:rPr>
              <a:t>Slidesgo</a:t>
            </a:r>
            <a:r>
              <a:rPr lang="en" sz="11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, and includes icons by </a:t>
            </a:r>
            <a:r>
              <a:rPr b="1" lang="en" sz="1100">
                <a:solidFill>
                  <a:schemeClr val="dk1"/>
                </a:solidFill>
                <a:uFill>
                  <a:noFill/>
                </a:uFill>
                <a:latin typeface="Comfortaa"/>
                <a:ea typeface="Comfortaa"/>
                <a:cs typeface="Comfortaa"/>
                <a:sym typeface="Comforta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1" lang="en" sz="11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 </a:t>
            </a:r>
            <a:r>
              <a:rPr lang="en" sz="11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and infographics &amp; images by </a:t>
            </a:r>
            <a:r>
              <a:rPr b="1" lang="en" sz="1100">
                <a:solidFill>
                  <a:schemeClr val="dk1"/>
                </a:solidFill>
                <a:uFill>
                  <a:noFill/>
                </a:uFill>
                <a:latin typeface="Comfortaa"/>
                <a:ea typeface="Comfortaa"/>
                <a:cs typeface="Comfortaa"/>
                <a:sym typeface="Comfortaa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1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_1_1_1_1_1_1">
    <p:spTree>
      <p:nvGrpSpPr>
        <p:cNvPr id="1012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3" name="Google Shape;1013;p61"/>
          <p:cNvGrpSpPr/>
          <p:nvPr/>
        </p:nvGrpSpPr>
        <p:grpSpPr>
          <a:xfrm>
            <a:off x="8110321" y="782267"/>
            <a:ext cx="637156" cy="696384"/>
            <a:chOff x="849771" y="662017"/>
            <a:chExt cx="637156" cy="696384"/>
          </a:xfrm>
        </p:grpSpPr>
        <p:sp>
          <p:nvSpPr>
            <p:cNvPr id="1014" name="Google Shape;1014;p61"/>
            <p:cNvSpPr/>
            <p:nvPr/>
          </p:nvSpPr>
          <p:spPr>
            <a:xfrm>
              <a:off x="849771" y="788329"/>
              <a:ext cx="576393" cy="570073"/>
            </a:xfrm>
            <a:custGeom>
              <a:rect b="b" l="l" r="r" t="t"/>
              <a:pathLst>
                <a:path extrusionOk="0" h="19483" w="19699">
                  <a:moveTo>
                    <a:pt x="12988" y="0"/>
                  </a:moveTo>
                  <a:cubicBezTo>
                    <a:pt x="12287" y="539"/>
                    <a:pt x="11418" y="753"/>
                    <a:pt x="10545" y="753"/>
                  </a:cubicBezTo>
                  <a:cubicBezTo>
                    <a:pt x="10308" y="753"/>
                    <a:pt x="10072" y="737"/>
                    <a:pt x="9838" y="708"/>
                  </a:cubicBezTo>
                  <a:cubicBezTo>
                    <a:pt x="9413" y="645"/>
                    <a:pt x="8955" y="549"/>
                    <a:pt x="8522" y="549"/>
                  </a:cubicBezTo>
                  <a:cubicBezTo>
                    <a:pt x="8163" y="549"/>
                    <a:pt x="7822" y="615"/>
                    <a:pt x="7532" y="822"/>
                  </a:cubicBezTo>
                  <a:cubicBezTo>
                    <a:pt x="7373" y="959"/>
                    <a:pt x="7236" y="1119"/>
                    <a:pt x="7099" y="1301"/>
                  </a:cubicBezTo>
                  <a:cubicBezTo>
                    <a:pt x="4337" y="4771"/>
                    <a:pt x="2009" y="8582"/>
                    <a:pt x="206" y="12645"/>
                  </a:cubicBezTo>
                  <a:cubicBezTo>
                    <a:pt x="0" y="13216"/>
                    <a:pt x="206" y="13787"/>
                    <a:pt x="479" y="14266"/>
                  </a:cubicBezTo>
                  <a:cubicBezTo>
                    <a:pt x="1461" y="15978"/>
                    <a:pt x="3150" y="17142"/>
                    <a:pt x="4908" y="18032"/>
                  </a:cubicBezTo>
                  <a:cubicBezTo>
                    <a:pt x="6494" y="18836"/>
                    <a:pt x="8217" y="19483"/>
                    <a:pt x="9986" y="19483"/>
                  </a:cubicBezTo>
                  <a:cubicBezTo>
                    <a:pt x="10127" y="19483"/>
                    <a:pt x="10268" y="19478"/>
                    <a:pt x="10408" y="19470"/>
                  </a:cubicBezTo>
                  <a:cubicBezTo>
                    <a:pt x="11139" y="19447"/>
                    <a:pt x="11892" y="19287"/>
                    <a:pt x="12463" y="18831"/>
                  </a:cubicBezTo>
                  <a:cubicBezTo>
                    <a:pt x="12919" y="18489"/>
                    <a:pt x="13216" y="17986"/>
                    <a:pt x="13536" y="17507"/>
                  </a:cubicBezTo>
                  <a:cubicBezTo>
                    <a:pt x="15635" y="14129"/>
                    <a:pt x="17735" y="10751"/>
                    <a:pt x="19516" y="7167"/>
                  </a:cubicBezTo>
                  <a:cubicBezTo>
                    <a:pt x="19698" y="6346"/>
                    <a:pt x="19539" y="5866"/>
                    <a:pt x="19288" y="5478"/>
                  </a:cubicBezTo>
                  <a:cubicBezTo>
                    <a:pt x="19036" y="5090"/>
                    <a:pt x="18671" y="4771"/>
                    <a:pt x="18420" y="4405"/>
                  </a:cubicBezTo>
                  <a:cubicBezTo>
                    <a:pt x="18009" y="3858"/>
                    <a:pt x="17781" y="3196"/>
                    <a:pt x="17735" y="2511"/>
                  </a:cubicBezTo>
                  <a:cubicBezTo>
                    <a:pt x="16092" y="1780"/>
                    <a:pt x="14494" y="959"/>
                    <a:pt x="129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5" name="Google Shape;1015;p61"/>
            <p:cNvSpPr/>
            <p:nvPr/>
          </p:nvSpPr>
          <p:spPr>
            <a:xfrm>
              <a:off x="921222" y="935912"/>
              <a:ext cx="384710" cy="367476"/>
            </a:xfrm>
            <a:custGeom>
              <a:rect b="b" l="l" r="r" t="t"/>
              <a:pathLst>
                <a:path extrusionOk="0" h="12559" w="13148">
                  <a:moveTo>
                    <a:pt x="4246" y="0"/>
                  </a:moveTo>
                  <a:cubicBezTo>
                    <a:pt x="3036" y="1849"/>
                    <a:pt x="1849" y="3721"/>
                    <a:pt x="662" y="5593"/>
                  </a:cubicBezTo>
                  <a:cubicBezTo>
                    <a:pt x="480" y="5889"/>
                    <a:pt x="274" y="6186"/>
                    <a:pt x="183" y="6529"/>
                  </a:cubicBezTo>
                  <a:cubicBezTo>
                    <a:pt x="0" y="7099"/>
                    <a:pt x="69" y="7738"/>
                    <a:pt x="274" y="8332"/>
                  </a:cubicBezTo>
                  <a:cubicBezTo>
                    <a:pt x="685" y="9473"/>
                    <a:pt x="1530" y="10432"/>
                    <a:pt x="2557" y="11116"/>
                  </a:cubicBezTo>
                  <a:cubicBezTo>
                    <a:pt x="3584" y="11778"/>
                    <a:pt x="4771" y="12166"/>
                    <a:pt x="5958" y="12417"/>
                  </a:cubicBezTo>
                  <a:cubicBezTo>
                    <a:pt x="6344" y="12497"/>
                    <a:pt x="6753" y="12559"/>
                    <a:pt x="7148" y="12559"/>
                  </a:cubicBezTo>
                  <a:cubicBezTo>
                    <a:pt x="7664" y="12559"/>
                    <a:pt x="8160" y="12453"/>
                    <a:pt x="8560" y="12144"/>
                  </a:cubicBezTo>
                  <a:cubicBezTo>
                    <a:pt x="8879" y="11915"/>
                    <a:pt x="9108" y="11550"/>
                    <a:pt x="9336" y="11208"/>
                  </a:cubicBezTo>
                  <a:cubicBezTo>
                    <a:pt x="10591" y="9268"/>
                    <a:pt x="11824" y="7327"/>
                    <a:pt x="12988" y="5342"/>
                  </a:cubicBezTo>
                  <a:cubicBezTo>
                    <a:pt x="13057" y="5227"/>
                    <a:pt x="13125" y="5113"/>
                    <a:pt x="13125" y="4976"/>
                  </a:cubicBezTo>
                  <a:cubicBezTo>
                    <a:pt x="13148" y="4862"/>
                    <a:pt x="13102" y="4748"/>
                    <a:pt x="13057" y="4634"/>
                  </a:cubicBezTo>
                  <a:cubicBezTo>
                    <a:pt x="12783" y="3995"/>
                    <a:pt x="12189" y="3561"/>
                    <a:pt x="11596" y="3196"/>
                  </a:cubicBezTo>
                  <a:cubicBezTo>
                    <a:pt x="9313" y="1712"/>
                    <a:pt x="6825" y="457"/>
                    <a:pt x="424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6" name="Google Shape;1016;p61"/>
            <p:cNvSpPr/>
            <p:nvPr/>
          </p:nvSpPr>
          <p:spPr>
            <a:xfrm>
              <a:off x="1162317" y="662017"/>
              <a:ext cx="324610" cy="227848"/>
            </a:xfrm>
            <a:custGeom>
              <a:rect b="b" l="l" r="r" t="t"/>
              <a:pathLst>
                <a:path extrusionOk="0" h="7787" w="11094">
                  <a:moveTo>
                    <a:pt x="2001" y="0"/>
                  </a:moveTo>
                  <a:cubicBezTo>
                    <a:pt x="1958" y="0"/>
                    <a:pt x="1915" y="1"/>
                    <a:pt x="1872" y="3"/>
                  </a:cubicBezTo>
                  <a:cubicBezTo>
                    <a:pt x="1644" y="26"/>
                    <a:pt x="1438" y="72"/>
                    <a:pt x="1256" y="209"/>
                  </a:cubicBezTo>
                  <a:cubicBezTo>
                    <a:pt x="1073" y="346"/>
                    <a:pt x="982" y="528"/>
                    <a:pt x="868" y="688"/>
                  </a:cubicBezTo>
                  <a:cubicBezTo>
                    <a:pt x="571" y="1236"/>
                    <a:pt x="297" y="1806"/>
                    <a:pt x="69" y="2400"/>
                  </a:cubicBezTo>
                  <a:cubicBezTo>
                    <a:pt x="46" y="2491"/>
                    <a:pt x="0" y="2605"/>
                    <a:pt x="0" y="2697"/>
                  </a:cubicBezTo>
                  <a:cubicBezTo>
                    <a:pt x="23" y="2856"/>
                    <a:pt x="115" y="2970"/>
                    <a:pt x="206" y="3085"/>
                  </a:cubicBezTo>
                  <a:cubicBezTo>
                    <a:pt x="754" y="3746"/>
                    <a:pt x="1461" y="4249"/>
                    <a:pt x="2169" y="4728"/>
                  </a:cubicBezTo>
                  <a:cubicBezTo>
                    <a:pt x="4246" y="6097"/>
                    <a:pt x="6551" y="7125"/>
                    <a:pt x="8948" y="7787"/>
                  </a:cubicBezTo>
                  <a:cubicBezTo>
                    <a:pt x="9907" y="7330"/>
                    <a:pt x="10591" y="6440"/>
                    <a:pt x="11002" y="5436"/>
                  </a:cubicBezTo>
                  <a:cubicBezTo>
                    <a:pt x="11048" y="5321"/>
                    <a:pt x="11093" y="5162"/>
                    <a:pt x="11071" y="5025"/>
                  </a:cubicBezTo>
                  <a:cubicBezTo>
                    <a:pt x="11048" y="4865"/>
                    <a:pt x="10911" y="4705"/>
                    <a:pt x="10774" y="4591"/>
                  </a:cubicBezTo>
                  <a:cubicBezTo>
                    <a:pt x="8674" y="2605"/>
                    <a:pt x="6118" y="1099"/>
                    <a:pt x="3333" y="254"/>
                  </a:cubicBezTo>
                  <a:cubicBezTo>
                    <a:pt x="2895" y="108"/>
                    <a:pt x="2456" y="0"/>
                    <a:pt x="2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7" name="Google Shape;1017;p61"/>
            <p:cNvSpPr/>
            <p:nvPr/>
          </p:nvSpPr>
          <p:spPr>
            <a:xfrm>
              <a:off x="1216417" y="693207"/>
              <a:ext cx="221089" cy="119176"/>
            </a:xfrm>
            <a:custGeom>
              <a:rect b="b" l="l" r="r" t="t"/>
              <a:pathLst>
                <a:path extrusionOk="0" h="4073" w="7556">
                  <a:moveTo>
                    <a:pt x="109" y="1"/>
                  </a:moveTo>
                  <a:cubicBezTo>
                    <a:pt x="95" y="1"/>
                    <a:pt x="81" y="4"/>
                    <a:pt x="69" y="10"/>
                  </a:cubicBezTo>
                  <a:cubicBezTo>
                    <a:pt x="23" y="56"/>
                    <a:pt x="0" y="124"/>
                    <a:pt x="46" y="170"/>
                  </a:cubicBezTo>
                  <a:cubicBezTo>
                    <a:pt x="594" y="1037"/>
                    <a:pt x="1552" y="1562"/>
                    <a:pt x="2420" y="1996"/>
                  </a:cubicBezTo>
                  <a:cubicBezTo>
                    <a:pt x="4017" y="2795"/>
                    <a:pt x="5707" y="3502"/>
                    <a:pt x="7418" y="4073"/>
                  </a:cubicBezTo>
                  <a:lnTo>
                    <a:pt x="7441" y="4073"/>
                  </a:lnTo>
                  <a:cubicBezTo>
                    <a:pt x="7487" y="4073"/>
                    <a:pt x="7533" y="4050"/>
                    <a:pt x="7555" y="4004"/>
                  </a:cubicBezTo>
                  <a:cubicBezTo>
                    <a:pt x="7555" y="3936"/>
                    <a:pt x="7533" y="3890"/>
                    <a:pt x="7487" y="3867"/>
                  </a:cubicBezTo>
                  <a:cubicBezTo>
                    <a:pt x="5775" y="3297"/>
                    <a:pt x="4109" y="2612"/>
                    <a:pt x="2511" y="1813"/>
                  </a:cubicBezTo>
                  <a:cubicBezTo>
                    <a:pt x="1666" y="1402"/>
                    <a:pt x="753" y="877"/>
                    <a:pt x="206" y="56"/>
                  </a:cubicBezTo>
                  <a:cubicBezTo>
                    <a:pt x="189" y="22"/>
                    <a:pt x="148" y="1"/>
                    <a:pt x="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8" name="Google Shape;1018;p61"/>
            <p:cNvSpPr/>
            <p:nvPr/>
          </p:nvSpPr>
          <p:spPr>
            <a:xfrm>
              <a:off x="1034748" y="929416"/>
              <a:ext cx="275190" cy="161866"/>
            </a:xfrm>
            <a:custGeom>
              <a:rect b="b" l="l" r="r" t="t"/>
              <a:pathLst>
                <a:path extrusionOk="0" h="5532" w="9405">
                  <a:moveTo>
                    <a:pt x="928" y="1"/>
                  </a:moveTo>
                  <a:cubicBezTo>
                    <a:pt x="832" y="1"/>
                    <a:pt x="736" y="6"/>
                    <a:pt x="640" y="17"/>
                  </a:cubicBezTo>
                  <a:cubicBezTo>
                    <a:pt x="480" y="40"/>
                    <a:pt x="275" y="131"/>
                    <a:pt x="206" y="291"/>
                  </a:cubicBezTo>
                  <a:cubicBezTo>
                    <a:pt x="1" y="930"/>
                    <a:pt x="480" y="1569"/>
                    <a:pt x="982" y="2003"/>
                  </a:cubicBezTo>
                  <a:cubicBezTo>
                    <a:pt x="2626" y="3509"/>
                    <a:pt x="4634" y="4605"/>
                    <a:pt x="6803" y="5176"/>
                  </a:cubicBezTo>
                  <a:cubicBezTo>
                    <a:pt x="7259" y="5290"/>
                    <a:pt x="7716" y="5381"/>
                    <a:pt x="8195" y="5472"/>
                  </a:cubicBezTo>
                  <a:cubicBezTo>
                    <a:pt x="8334" y="5507"/>
                    <a:pt x="8488" y="5532"/>
                    <a:pt x="8640" y="5532"/>
                  </a:cubicBezTo>
                  <a:cubicBezTo>
                    <a:pt x="8888" y="5532"/>
                    <a:pt x="9126" y="5465"/>
                    <a:pt x="9268" y="5267"/>
                  </a:cubicBezTo>
                  <a:cubicBezTo>
                    <a:pt x="9405" y="5084"/>
                    <a:pt x="9382" y="4810"/>
                    <a:pt x="9291" y="4582"/>
                  </a:cubicBezTo>
                  <a:cubicBezTo>
                    <a:pt x="9177" y="4377"/>
                    <a:pt x="9017" y="4217"/>
                    <a:pt x="8834" y="4057"/>
                  </a:cubicBezTo>
                  <a:cubicBezTo>
                    <a:pt x="6985" y="2345"/>
                    <a:pt x="4794" y="1067"/>
                    <a:pt x="2397" y="291"/>
                  </a:cubicBezTo>
                  <a:cubicBezTo>
                    <a:pt x="1919" y="138"/>
                    <a:pt x="1425" y="1"/>
                    <a:pt x="928" y="1"/>
                  </a:cubicBezTo>
                  <a:close/>
                </a:path>
              </a:pathLst>
            </a:custGeom>
            <a:solidFill>
              <a:schemeClr val="lt1">
                <a:alpha val="432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19" name="Google Shape;1019;p61"/>
          <p:cNvSpPr/>
          <p:nvPr/>
        </p:nvSpPr>
        <p:spPr>
          <a:xfrm flipH="1" rot="-6816878">
            <a:off x="540997" y="4282636"/>
            <a:ext cx="122986" cy="19201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0" name="Google Shape;1020;p61"/>
          <p:cNvSpPr/>
          <p:nvPr/>
        </p:nvSpPr>
        <p:spPr>
          <a:xfrm>
            <a:off x="627781" y="335313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1" name="Google Shape;1021;p61"/>
          <p:cNvSpPr/>
          <p:nvPr/>
        </p:nvSpPr>
        <p:spPr>
          <a:xfrm>
            <a:off x="6560881" y="4965629"/>
            <a:ext cx="106526" cy="101620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2" name="Google Shape;1022;p61"/>
          <p:cNvSpPr/>
          <p:nvPr/>
        </p:nvSpPr>
        <p:spPr>
          <a:xfrm>
            <a:off x="3615878" y="4837952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3" name="Google Shape;1023;p61"/>
          <p:cNvSpPr/>
          <p:nvPr/>
        </p:nvSpPr>
        <p:spPr>
          <a:xfrm>
            <a:off x="7395953" y="260865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4" name="Google Shape;1024;p61"/>
          <p:cNvSpPr/>
          <p:nvPr/>
        </p:nvSpPr>
        <p:spPr>
          <a:xfrm>
            <a:off x="4489705" y="4147767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5" name="Google Shape;1025;p61"/>
          <p:cNvSpPr/>
          <p:nvPr/>
        </p:nvSpPr>
        <p:spPr>
          <a:xfrm flipH="1" rot="-5735881">
            <a:off x="8422919" y="4767152"/>
            <a:ext cx="143061" cy="117729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6" name="Google Shape;1026;p61"/>
          <p:cNvSpPr/>
          <p:nvPr/>
        </p:nvSpPr>
        <p:spPr>
          <a:xfrm>
            <a:off x="355986" y="257890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7" name="Google Shape;1027;p61"/>
          <p:cNvSpPr/>
          <p:nvPr/>
        </p:nvSpPr>
        <p:spPr>
          <a:xfrm rot="-1531528">
            <a:off x="8645969" y="2554671"/>
            <a:ext cx="174638" cy="113415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8" name="Google Shape;1028;p61"/>
          <p:cNvSpPr/>
          <p:nvPr/>
        </p:nvSpPr>
        <p:spPr>
          <a:xfrm>
            <a:off x="8821275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1"/>
          <p:cNvSpPr/>
          <p:nvPr/>
        </p:nvSpPr>
        <p:spPr>
          <a:xfrm>
            <a:off x="1951612" y="47681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0" name="Google Shape;1030;p61"/>
          <p:cNvSpPr/>
          <p:nvPr/>
        </p:nvSpPr>
        <p:spPr>
          <a:xfrm flipH="1" rot="-570776">
            <a:off x="8346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1"/>
          <p:cNvSpPr/>
          <p:nvPr/>
        </p:nvSpPr>
        <p:spPr>
          <a:xfrm rot="570776">
            <a:off x="-62100" y="42536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32" name="Google Shape;1032;p61"/>
          <p:cNvGrpSpPr/>
          <p:nvPr/>
        </p:nvGrpSpPr>
        <p:grpSpPr>
          <a:xfrm flipH="1" rot="-1130991">
            <a:off x="4134722" y="4303983"/>
            <a:ext cx="874559" cy="1481121"/>
            <a:chOff x="-117729" y="1733810"/>
            <a:chExt cx="874530" cy="1481072"/>
          </a:xfrm>
        </p:grpSpPr>
        <p:sp>
          <p:nvSpPr>
            <p:cNvPr id="1033" name="Google Shape;1033;p61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" name="Google Shape;1034;p61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" name="Google Shape;1035;p61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36" name="Google Shape;1036;p61"/>
          <p:cNvGrpSpPr/>
          <p:nvPr/>
        </p:nvGrpSpPr>
        <p:grpSpPr>
          <a:xfrm rot="-1703417">
            <a:off x="675637" y="933608"/>
            <a:ext cx="199308" cy="251696"/>
            <a:chOff x="3311031" y="3025663"/>
            <a:chExt cx="308584" cy="389695"/>
          </a:xfrm>
        </p:grpSpPr>
        <p:sp>
          <p:nvSpPr>
            <p:cNvPr id="1037" name="Google Shape;1037;p61"/>
            <p:cNvSpPr/>
            <p:nvPr/>
          </p:nvSpPr>
          <p:spPr>
            <a:xfrm flipH="1">
              <a:off x="3311031" y="3025663"/>
              <a:ext cx="308584" cy="389695"/>
            </a:xfrm>
            <a:custGeom>
              <a:rect b="b" l="l" r="r" t="t"/>
              <a:pathLst>
                <a:path extrusionOk="0" h="19458" w="15408">
                  <a:moveTo>
                    <a:pt x="11748" y="0"/>
                  </a:moveTo>
                  <a:cubicBezTo>
                    <a:pt x="11325" y="0"/>
                    <a:pt x="10903" y="69"/>
                    <a:pt x="10501" y="209"/>
                  </a:cubicBezTo>
                  <a:cubicBezTo>
                    <a:pt x="8789" y="802"/>
                    <a:pt x="7716" y="2445"/>
                    <a:pt x="6757" y="3998"/>
                  </a:cubicBezTo>
                  <a:cubicBezTo>
                    <a:pt x="4771" y="7239"/>
                    <a:pt x="2786" y="10503"/>
                    <a:pt x="777" y="13744"/>
                  </a:cubicBezTo>
                  <a:cubicBezTo>
                    <a:pt x="1" y="15022"/>
                    <a:pt x="161" y="17008"/>
                    <a:pt x="1279" y="18263"/>
                  </a:cubicBezTo>
                  <a:cubicBezTo>
                    <a:pt x="1958" y="19027"/>
                    <a:pt x="2996" y="19458"/>
                    <a:pt x="4019" y="19458"/>
                  </a:cubicBezTo>
                  <a:cubicBezTo>
                    <a:pt x="4647" y="19458"/>
                    <a:pt x="5269" y="19295"/>
                    <a:pt x="5799" y="18948"/>
                  </a:cubicBezTo>
                  <a:cubicBezTo>
                    <a:pt x="6278" y="18629"/>
                    <a:pt x="6666" y="18218"/>
                    <a:pt x="7031" y="17761"/>
                  </a:cubicBezTo>
                  <a:cubicBezTo>
                    <a:pt x="7579" y="17099"/>
                    <a:pt x="8058" y="16392"/>
                    <a:pt x="8538" y="15661"/>
                  </a:cubicBezTo>
                  <a:cubicBezTo>
                    <a:pt x="10683" y="12443"/>
                    <a:pt x="12852" y="9225"/>
                    <a:pt x="14586" y="5755"/>
                  </a:cubicBezTo>
                  <a:cubicBezTo>
                    <a:pt x="14906" y="5116"/>
                    <a:pt x="15225" y="4431"/>
                    <a:pt x="15294" y="3701"/>
                  </a:cubicBezTo>
                  <a:cubicBezTo>
                    <a:pt x="15408" y="2537"/>
                    <a:pt x="14837" y="1327"/>
                    <a:pt x="13879" y="642"/>
                  </a:cubicBezTo>
                  <a:cubicBezTo>
                    <a:pt x="13250" y="218"/>
                    <a:pt x="12500" y="0"/>
                    <a:pt x="117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8" name="Google Shape;1038;p61"/>
            <p:cNvSpPr/>
            <p:nvPr/>
          </p:nvSpPr>
          <p:spPr>
            <a:xfrm flipH="1">
              <a:off x="3311033" y="3038519"/>
              <a:ext cx="285712" cy="376837"/>
            </a:xfrm>
            <a:custGeom>
              <a:rect b="b" l="l" r="r" t="t"/>
              <a:pathLst>
                <a:path extrusionOk="0" h="18816" w="14266">
                  <a:moveTo>
                    <a:pt x="12737" y="0"/>
                  </a:moveTo>
                  <a:cubicBezTo>
                    <a:pt x="12737" y="0"/>
                    <a:pt x="13262" y="2306"/>
                    <a:pt x="11641" y="4816"/>
                  </a:cubicBezTo>
                  <a:cubicBezTo>
                    <a:pt x="10020" y="7327"/>
                    <a:pt x="5181" y="15156"/>
                    <a:pt x="3903" y="16571"/>
                  </a:cubicBezTo>
                  <a:cubicBezTo>
                    <a:pt x="3155" y="17401"/>
                    <a:pt x="1970" y="17599"/>
                    <a:pt x="1100" y="17599"/>
                  </a:cubicBezTo>
                  <a:cubicBezTo>
                    <a:pt x="510" y="17599"/>
                    <a:pt x="65" y="17508"/>
                    <a:pt x="0" y="17462"/>
                  </a:cubicBezTo>
                  <a:lnTo>
                    <a:pt x="0" y="17462"/>
                  </a:lnTo>
                  <a:cubicBezTo>
                    <a:pt x="46" y="17507"/>
                    <a:pt x="91" y="17553"/>
                    <a:pt x="137" y="17621"/>
                  </a:cubicBezTo>
                  <a:cubicBezTo>
                    <a:pt x="816" y="18385"/>
                    <a:pt x="1854" y="18816"/>
                    <a:pt x="2877" y="18816"/>
                  </a:cubicBezTo>
                  <a:cubicBezTo>
                    <a:pt x="3505" y="18816"/>
                    <a:pt x="4127" y="18653"/>
                    <a:pt x="4657" y="18306"/>
                  </a:cubicBezTo>
                  <a:cubicBezTo>
                    <a:pt x="5136" y="17987"/>
                    <a:pt x="5524" y="17576"/>
                    <a:pt x="5889" y="17119"/>
                  </a:cubicBezTo>
                  <a:cubicBezTo>
                    <a:pt x="6414" y="16457"/>
                    <a:pt x="6916" y="15750"/>
                    <a:pt x="7396" y="15019"/>
                  </a:cubicBezTo>
                  <a:cubicBezTo>
                    <a:pt x="9541" y="11801"/>
                    <a:pt x="11710" y="8583"/>
                    <a:pt x="13444" y="5113"/>
                  </a:cubicBezTo>
                  <a:cubicBezTo>
                    <a:pt x="13764" y="4474"/>
                    <a:pt x="14083" y="3789"/>
                    <a:pt x="14152" y="3059"/>
                  </a:cubicBezTo>
                  <a:cubicBezTo>
                    <a:pt x="14266" y="1895"/>
                    <a:pt x="13695" y="685"/>
                    <a:pt x="12737" y="0"/>
                  </a:cubicBezTo>
                  <a:close/>
                </a:path>
              </a:pathLst>
            </a:custGeom>
            <a:solidFill>
              <a:schemeClr val="dk1">
                <a:alpha val="297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9" name="Google Shape;1039;p61"/>
            <p:cNvSpPr/>
            <p:nvPr/>
          </p:nvSpPr>
          <p:spPr>
            <a:xfrm flipH="1">
              <a:off x="3397429" y="3183403"/>
              <a:ext cx="222185" cy="231938"/>
            </a:xfrm>
            <a:custGeom>
              <a:rect b="b" l="l" r="r" t="t"/>
              <a:pathLst>
                <a:path extrusionOk="0" h="11581" w="11094">
                  <a:moveTo>
                    <a:pt x="4383" y="1"/>
                  </a:moveTo>
                  <a:cubicBezTo>
                    <a:pt x="3174" y="1964"/>
                    <a:pt x="1987" y="3927"/>
                    <a:pt x="777" y="5867"/>
                  </a:cubicBezTo>
                  <a:cubicBezTo>
                    <a:pt x="1" y="7145"/>
                    <a:pt x="161" y="9131"/>
                    <a:pt x="1279" y="10386"/>
                  </a:cubicBezTo>
                  <a:cubicBezTo>
                    <a:pt x="1958" y="11150"/>
                    <a:pt x="2996" y="11581"/>
                    <a:pt x="4019" y="11581"/>
                  </a:cubicBezTo>
                  <a:cubicBezTo>
                    <a:pt x="4647" y="11581"/>
                    <a:pt x="5269" y="11418"/>
                    <a:pt x="5799" y="11071"/>
                  </a:cubicBezTo>
                  <a:cubicBezTo>
                    <a:pt x="6278" y="10752"/>
                    <a:pt x="6666" y="10341"/>
                    <a:pt x="7031" y="9884"/>
                  </a:cubicBezTo>
                  <a:cubicBezTo>
                    <a:pt x="7579" y="9222"/>
                    <a:pt x="8058" y="8515"/>
                    <a:pt x="8538" y="7784"/>
                  </a:cubicBezTo>
                  <a:cubicBezTo>
                    <a:pt x="9382" y="6506"/>
                    <a:pt x="10249" y="5228"/>
                    <a:pt x="11094" y="3927"/>
                  </a:cubicBezTo>
                  <a:lnTo>
                    <a:pt x="11094" y="3927"/>
                  </a:lnTo>
                  <a:cubicBezTo>
                    <a:pt x="10803" y="3978"/>
                    <a:pt x="10510" y="4002"/>
                    <a:pt x="10218" y="4002"/>
                  </a:cubicBezTo>
                  <a:cubicBezTo>
                    <a:pt x="9207" y="4002"/>
                    <a:pt x="8203" y="3718"/>
                    <a:pt x="7282" y="3311"/>
                  </a:cubicBezTo>
                  <a:cubicBezTo>
                    <a:pt x="6575" y="2991"/>
                    <a:pt x="5890" y="2603"/>
                    <a:pt x="5365" y="2055"/>
                  </a:cubicBezTo>
                  <a:cubicBezTo>
                    <a:pt x="4817" y="1507"/>
                    <a:pt x="4429" y="777"/>
                    <a:pt x="440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0" name="Google Shape;1040;p61"/>
            <p:cNvSpPr/>
            <p:nvPr/>
          </p:nvSpPr>
          <p:spPr>
            <a:xfrm flipH="1">
              <a:off x="3397432" y="3259740"/>
              <a:ext cx="199314" cy="155594"/>
            </a:xfrm>
            <a:custGeom>
              <a:rect b="b" l="l" r="r" t="t"/>
              <a:pathLst>
                <a:path extrusionOk="0" h="7769" w="9952">
                  <a:moveTo>
                    <a:pt x="7669" y="1"/>
                  </a:moveTo>
                  <a:cubicBezTo>
                    <a:pt x="6095" y="2489"/>
                    <a:pt x="4542" y="4817"/>
                    <a:pt x="3903" y="5524"/>
                  </a:cubicBezTo>
                  <a:cubicBezTo>
                    <a:pt x="3155" y="6354"/>
                    <a:pt x="1970" y="6552"/>
                    <a:pt x="1100" y="6552"/>
                  </a:cubicBezTo>
                  <a:cubicBezTo>
                    <a:pt x="510" y="6552"/>
                    <a:pt x="65" y="6461"/>
                    <a:pt x="0" y="6415"/>
                  </a:cubicBezTo>
                  <a:lnTo>
                    <a:pt x="0" y="6415"/>
                  </a:lnTo>
                  <a:cubicBezTo>
                    <a:pt x="46" y="6460"/>
                    <a:pt x="91" y="6506"/>
                    <a:pt x="137" y="6574"/>
                  </a:cubicBezTo>
                  <a:cubicBezTo>
                    <a:pt x="816" y="7338"/>
                    <a:pt x="1854" y="7769"/>
                    <a:pt x="2877" y="7769"/>
                  </a:cubicBezTo>
                  <a:cubicBezTo>
                    <a:pt x="3505" y="7769"/>
                    <a:pt x="4127" y="7606"/>
                    <a:pt x="4657" y="7259"/>
                  </a:cubicBezTo>
                  <a:cubicBezTo>
                    <a:pt x="5136" y="6940"/>
                    <a:pt x="5524" y="6529"/>
                    <a:pt x="5889" y="6072"/>
                  </a:cubicBezTo>
                  <a:cubicBezTo>
                    <a:pt x="6437" y="5410"/>
                    <a:pt x="6916" y="4703"/>
                    <a:pt x="7396" y="3972"/>
                  </a:cubicBezTo>
                  <a:cubicBezTo>
                    <a:pt x="8240" y="2694"/>
                    <a:pt x="9107" y="1416"/>
                    <a:pt x="9952" y="115"/>
                  </a:cubicBezTo>
                  <a:lnTo>
                    <a:pt x="9952" y="115"/>
                  </a:lnTo>
                  <a:cubicBezTo>
                    <a:pt x="9679" y="164"/>
                    <a:pt x="9403" y="187"/>
                    <a:pt x="9126" y="187"/>
                  </a:cubicBezTo>
                  <a:cubicBezTo>
                    <a:pt x="8639" y="187"/>
                    <a:pt x="8150" y="117"/>
                    <a:pt x="76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1" name="Google Shape;1041;p61"/>
          <p:cNvGrpSpPr/>
          <p:nvPr/>
        </p:nvGrpSpPr>
        <p:grpSpPr>
          <a:xfrm>
            <a:off x="8596540" y="1478649"/>
            <a:ext cx="150927" cy="143533"/>
            <a:chOff x="3716290" y="4256524"/>
            <a:chExt cx="150927" cy="143533"/>
          </a:xfrm>
        </p:grpSpPr>
        <p:sp>
          <p:nvSpPr>
            <p:cNvPr id="1042" name="Google Shape;1042;p61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" name="Google Shape;1043;p61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" name="Google Shape;1044;p61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_1_1_1_1_1_1">
    <p:spTree>
      <p:nvGrpSpPr>
        <p:cNvPr id="1045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p62"/>
          <p:cNvSpPr/>
          <p:nvPr/>
        </p:nvSpPr>
        <p:spPr>
          <a:xfrm>
            <a:off x="-13048" y="2051750"/>
            <a:ext cx="9170088" cy="3115067"/>
          </a:xfrm>
          <a:custGeom>
            <a:rect b="b" l="l" r="r" t="t"/>
            <a:pathLst>
              <a:path extrusionOk="0" h="115437" w="285317">
                <a:moveTo>
                  <a:pt x="1114" y="1"/>
                </a:moveTo>
                <a:cubicBezTo>
                  <a:pt x="743" y="1"/>
                  <a:pt x="371" y="4"/>
                  <a:pt x="0" y="10"/>
                </a:cubicBezTo>
                <a:lnTo>
                  <a:pt x="0" y="115437"/>
                </a:lnTo>
                <a:lnTo>
                  <a:pt x="285316" y="115437"/>
                </a:lnTo>
                <a:lnTo>
                  <a:pt x="285316" y="16649"/>
                </a:lnTo>
                <a:cubicBezTo>
                  <a:pt x="275981" y="17517"/>
                  <a:pt x="266737" y="22219"/>
                  <a:pt x="260505" y="29363"/>
                </a:cubicBezTo>
                <a:cubicBezTo>
                  <a:pt x="255233" y="35366"/>
                  <a:pt x="250873" y="43355"/>
                  <a:pt x="243067" y="45021"/>
                </a:cubicBezTo>
                <a:cubicBezTo>
                  <a:pt x="241949" y="45253"/>
                  <a:pt x="240817" y="45339"/>
                  <a:pt x="239680" y="45339"/>
                </a:cubicBezTo>
                <a:cubicBezTo>
                  <a:pt x="237914" y="45339"/>
                  <a:pt x="236134" y="45133"/>
                  <a:pt x="234370" y="44952"/>
                </a:cubicBezTo>
                <a:cubicBezTo>
                  <a:pt x="231734" y="44685"/>
                  <a:pt x="229019" y="44498"/>
                  <a:pt x="226316" y="44498"/>
                </a:cubicBezTo>
                <a:cubicBezTo>
                  <a:pt x="219329" y="44498"/>
                  <a:pt x="212416" y="45750"/>
                  <a:pt x="207117" y="50111"/>
                </a:cubicBezTo>
                <a:cubicBezTo>
                  <a:pt x="200087" y="55886"/>
                  <a:pt x="197850" y="65495"/>
                  <a:pt x="194997" y="74169"/>
                </a:cubicBezTo>
                <a:cubicBezTo>
                  <a:pt x="192166" y="82842"/>
                  <a:pt x="187168" y="92178"/>
                  <a:pt x="178288" y="94255"/>
                </a:cubicBezTo>
                <a:cubicBezTo>
                  <a:pt x="177041" y="94543"/>
                  <a:pt x="175796" y="94669"/>
                  <a:pt x="174551" y="94669"/>
                </a:cubicBezTo>
                <a:cubicBezTo>
                  <a:pt x="165708" y="94669"/>
                  <a:pt x="156917" y="88301"/>
                  <a:pt x="148045" y="88301"/>
                </a:cubicBezTo>
                <a:cubicBezTo>
                  <a:pt x="146875" y="88301"/>
                  <a:pt x="145703" y="88412"/>
                  <a:pt x="144530" y="88663"/>
                </a:cubicBezTo>
                <a:cubicBezTo>
                  <a:pt x="141060" y="89393"/>
                  <a:pt x="137956" y="91333"/>
                  <a:pt x="134646" y="92612"/>
                </a:cubicBezTo>
                <a:cubicBezTo>
                  <a:pt x="131720" y="93737"/>
                  <a:pt x="128631" y="94264"/>
                  <a:pt x="125532" y="94264"/>
                </a:cubicBezTo>
                <a:cubicBezTo>
                  <a:pt x="113985" y="94264"/>
                  <a:pt x="102305" y="86940"/>
                  <a:pt x="98400" y="75926"/>
                </a:cubicBezTo>
                <a:cubicBezTo>
                  <a:pt x="97190" y="72525"/>
                  <a:pt x="96642" y="68873"/>
                  <a:pt x="94930" y="65678"/>
                </a:cubicBezTo>
                <a:cubicBezTo>
                  <a:pt x="90993" y="58324"/>
                  <a:pt x="81998" y="55419"/>
                  <a:pt x="73534" y="55419"/>
                </a:cubicBezTo>
                <a:cubicBezTo>
                  <a:pt x="72724" y="55419"/>
                  <a:pt x="71919" y="55446"/>
                  <a:pt x="71124" y="55498"/>
                </a:cubicBezTo>
                <a:cubicBezTo>
                  <a:pt x="62016" y="56114"/>
                  <a:pt x="53160" y="59195"/>
                  <a:pt x="44030" y="59264"/>
                </a:cubicBezTo>
                <a:cubicBezTo>
                  <a:pt x="43906" y="59265"/>
                  <a:pt x="43782" y="59266"/>
                  <a:pt x="43658" y="59266"/>
                </a:cubicBezTo>
                <a:cubicBezTo>
                  <a:pt x="41834" y="59266"/>
                  <a:pt x="39970" y="59093"/>
                  <a:pt x="38347" y="58260"/>
                </a:cubicBezTo>
                <a:cubicBezTo>
                  <a:pt x="34261" y="56205"/>
                  <a:pt x="33120" y="50727"/>
                  <a:pt x="33964" y="46208"/>
                </a:cubicBezTo>
                <a:cubicBezTo>
                  <a:pt x="34809" y="41688"/>
                  <a:pt x="37091" y="37557"/>
                  <a:pt x="37958" y="33038"/>
                </a:cubicBezTo>
                <a:cubicBezTo>
                  <a:pt x="40241" y="21169"/>
                  <a:pt x="31864" y="9117"/>
                  <a:pt x="20908" y="3981"/>
                </a:cubicBezTo>
                <a:cubicBezTo>
                  <a:pt x="14632" y="1016"/>
                  <a:pt x="7904" y="1"/>
                  <a:pt x="1114" y="1"/>
                </a:cubicBezTo>
                <a:close/>
              </a:path>
            </a:pathLst>
          </a:custGeom>
          <a:solidFill>
            <a:schemeClr val="lt1">
              <a:alpha val="4024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47" name="Google Shape;1047;p62"/>
          <p:cNvGrpSpPr/>
          <p:nvPr/>
        </p:nvGrpSpPr>
        <p:grpSpPr>
          <a:xfrm rot="5742636">
            <a:off x="6439574" y="2643013"/>
            <a:ext cx="388057" cy="363933"/>
            <a:chOff x="3089978" y="4184399"/>
            <a:chExt cx="388071" cy="363947"/>
          </a:xfrm>
        </p:grpSpPr>
        <p:sp>
          <p:nvSpPr>
            <p:cNvPr id="1048" name="Google Shape;1048;p62"/>
            <p:cNvSpPr/>
            <p:nvPr/>
          </p:nvSpPr>
          <p:spPr>
            <a:xfrm>
              <a:off x="3089978" y="4184399"/>
              <a:ext cx="388071" cy="363947"/>
            </a:xfrm>
            <a:custGeom>
              <a:rect b="b" l="l" r="r" t="t"/>
              <a:pathLst>
                <a:path extrusionOk="0" h="13487" w="14381">
                  <a:moveTo>
                    <a:pt x="2308" y="0"/>
                  </a:moveTo>
                  <a:cubicBezTo>
                    <a:pt x="1580" y="0"/>
                    <a:pt x="863" y="267"/>
                    <a:pt x="434" y="855"/>
                  </a:cubicBezTo>
                  <a:cubicBezTo>
                    <a:pt x="92" y="1312"/>
                    <a:pt x="0" y="1905"/>
                    <a:pt x="46" y="2499"/>
                  </a:cubicBezTo>
                  <a:cubicBezTo>
                    <a:pt x="206" y="4097"/>
                    <a:pt x="1507" y="5306"/>
                    <a:pt x="2716" y="6379"/>
                  </a:cubicBezTo>
                  <a:cubicBezTo>
                    <a:pt x="4953" y="8319"/>
                    <a:pt x="7190" y="10282"/>
                    <a:pt x="9404" y="12245"/>
                  </a:cubicBezTo>
                  <a:cubicBezTo>
                    <a:pt x="9747" y="12542"/>
                    <a:pt x="10409" y="12976"/>
                    <a:pt x="11093" y="13249"/>
                  </a:cubicBezTo>
                  <a:cubicBezTo>
                    <a:pt x="11453" y="13400"/>
                    <a:pt x="11849" y="13486"/>
                    <a:pt x="12234" y="13486"/>
                  </a:cubicBezTo>
                  <a:cubicBezTo>
                    <a:pt x="12607" y="13486"/>
                    <a:pt x="12971" y="13406"/>
                    <a:pt x="13285" y="13227"/>
                  </a:cubicBezTo>
                  <a:cubicBezTo>
                    <a:pt x="13992" y="12839"/>
                    <a:pt x="14380" y="12017"/>
                    <a:pt x="14380" y="11218"/>
                  </a:cubicBezTo>
                  <a:cubicBezTo>
                    <a:pt x="14380" y="10419"/>
                    <a:pt x="14038" y="9643"/>
                    <a:pt x="13558" y="9004"/>
                  </a:cubicBezTo>
                  <a:cubicBezTo>
                    <a:pt x="13102" y="8365"/>
                    <a:pt x="12486" y="7817"/>
                    <a:pt x="11892" y="7292"/>
                  </a:cubicBezTo>
                  <a:cubicBezTo>
                    <a:pt x="9861" y="5489"/>
                    <a:pt x="7829" y="3663"/>
                    <a:pt x="5798" y="1860"/>
                  </a:cubicBezTo>
                  <a:cubicBezTo>
                    <a:pt x="5022" y="1175"/>
                    <a:pt x="4223" y="467"/>
                    <a:pt x="3241" y="148"/>
                  </a:cubicBezTo>
                  <a:cubicBezTo>
                    <a:pt x="2944" y="51"/>
                    <a:pt x="2625" y="0"/>
                    <a:pt x="2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" name="Google Shape;1049;p62"/>
            <p:cNvSpPr/>
            <p:nvPr/>
          </p:nvSpPr>
          <p:spPr>
            <a:xfrm>
              <a:off x="3168208" y="4252428"/>
              <a:ext cx="225460" cy="223004"/>
            </a:xfrm>
            <a:custGeom>
              <a:rect b="b" l="l" r="r" t="t"/>
              <a:pathLst>
                <a:path extrusionOk="0" h="8264" w="8355">
                  <a:moveTo>
                    <a:pt x="3629" y="1"/>
                  </a:moveTo>
                  <a:cubicBezTo>
                    <a:pt x="2465" y="1370"/>
                    <a:pt x="1255" y="2717"/>
                    <a:pt x="0" y="4018"/>
                  </a:cubicBezTo>
                  <a:cubicBezTo>
                    <a:pt x="1621" y="5433"/>
                    <a:pt x="3218" y="6848"/>
                    <a:pt x="4839" y="8263"/>
                  </a:cubicBezTo>
                  <a:cubicBezTo>
                    <a:pt x="5957" y="6848"/>
                    <a:pt x="7144" y="5501"/>
                    <a:pt x="8354" y="4200"/>
                  </a:cubicBezTo>
                  <a:cubicBezTo>
                    <a:pt x="6779" y="2808"/>
                    <a:pt x="5204" y="1393"/>
                    <a:pt x="362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" name="Google Shape;1050;p62"/>
            <p:cNvSpPr/>
            <p:nvPr/>
          </p:nvSpPr>
          <p:spPr>
            <a:xfrm>
              <a:off x="3202074" y="4297385"/>
              <a:ext cx="155865" cy="132469"/>
            </a:xfrm>
            <a:custGeom>
              <a:rect b="b" l="l" r="r" t="t"/>
              <a:pathLst>
                <a:path extrusionOk="0" h="4909" w="5776">
                  <a:moveTo>
                    <a:pt x="1941" y="1"/>
                  </a:moveTo>
                  <a:cubicBezTo>
                    <a:pt x="1872" y="1"/>
                    <a:pt x="1804" y="46"/>
                    <a:pt x="1826" y="115"/>
                  </a:cubicBezTo>
                  <a:cubicBezTo>
                    <a:pt x="1826" y="183"/>
                    <a:pt x="1872" y="252"/>
                    <a:pt x="1941" y="252"/>
                  </a:cubicBezTo>
                  <a:lnTo>
                    <a:pt x="2534" y="252"/>
                  </a:lnTo>
                  <a:cubicBezTo>
                    <a:pt x="2603" y="252"/>
                    <a:pt x="2648" y="183"/>
                    <a:pt x="2648" y="115"/>
                  </a:cubicBezTo>
                  <a:cubicBezTo>
                    <a:pt x="2648" y="46"/>
                    <a:pt x="2603" y="1"/>
                    <a:pt x="2534" y="1"/>
                  </a:cubicBezTo>
                  <a:close/>
                  <a:moveTo>
                    <a:pt x="2511" y="845"/>
                  </a:moveTo>
                  <a:cubicBezTo>
                    <a:pt x="2443" y="845"/>
                    <a:pt x="2374" y="914"/>
                    <a:pt x="2374" y="982"/>
                  </a:cubicBezTo>
                  <a:cubicBezTo>
                    <a:pt x="2374" y="1051"/>
                    <a:pt x="2443" y="1096"/>
                    <a:pt x="2511" y="1096"/>
                  </a:cubicBezTo>
                  <a:lnTo>
                    <a:pt x="3150" y="1096"/>
                  </a:lnTo>
                  <a:cubicBezTo>
                    <a:pt x="3219" y="1096"/>
                    <a:pt x="3264" y="1028"/>
                    <a:pt x="3264" y="960"/>
                  </a:cubicBezTo>
                  <a:cubicBezTo>
                    <a:pt x="3264" y="891"/>
                    <a:pt x="3219" y="845"/>
                    <a:pt x="3150" y="845"/>
                  </a:cubicBezTo>
                  <a:close/>
                  <a:moveTo>
                    <a:pt x="4474" y="1576"/>
                  </a:moveTo>
                  <a:lnTo>
                    <a:pt x="3789" y="1667"/>
                  </a:lnTo>
                  <a:cubicBezTo>
                    <a:pt x="3721" y="1667"/>
                    <a:pt x="3675" y="1736"/>
                    <a:pt x="3698" y="1804"/>
                  </a:cubicBezTo>
                  <a:cubicBezTo>
                    <a:pt x="3698" y="1873"/>
                    <a:pt x="3744" y="1918"/>
                    <a:pt x="3812" y="1918"/>
                  </a:cubicBezTo>
                  <a:lnTo>
                    <a:pt x="3835" y="1918"/>
                  </a:lnTo>
                  <a:lnTo>
                    <a:pt x="4497" y="1827"/>
                  </a:lnTo>
                  <a:cubicBezTo>
                    <a:pt x="4565" y="1827"/>
                    <a:pt x="4611" y="1758"/>
                    <a:pt x="4611" y="1690"/>
                  </a:cubicBezTo>
                  <a:cubicBezTo>
                    <a:pt x="4588" y="1621"/>
                    <a:pt x="4543" y="1576"/>
                    <a:pt x="4474" y="1576"/>
                  </a:cubicBezTo>
                  <a:close/>
                  <a:moveTo>
                    <a:pt x="2100" y="1690"/>
                  </a:moveTo>
                  <a:cubicBezTo>
                    <a:pt x="1849" y="1713"/>
                    <a:pt x="1621" y="1736"/>
                    <a:pt x="1393" y="1781"/>
                  </a:cubicBezTo>
                  <a:cubicBezTo>
                    <a:pt x="1324" y="1804"/>
                    <a:pt x="1279" y="1873"/>
                    <a:pt x="1301" y="1941"/>
                  </a:cubicBezTo>
                  <a:cubicBezTo>
                    <a:pt x="1301" y="2009"/>
                    <a:pt x="1370" y="2055"/>
                    <a:pt x="1416" y="2055"/>
                  </a:cubicBezTo>
                  <a:cubicBezTo>
                    <a:pt x="1416" y="2055"/>
                    <a:pt x="1438" y="2032"/>
                    <a:pt x="1438" y="2032"/>
                  </a:cubicBezTo>
                  <a:cubicBezTo>
                    <a:pt x="1667" y="1987"/>
                    <a:pt x="1895" y="1964"/>
                    <a:pt x="2100" y="1941"/>
                  </a:cubicBezTo>
                  <a:cubicBezTo>
                    <a:pt x="2169" y="1941"/>
                    <a:pt x="2237" y="1895"/>
                    <a:pt x="2237" y="1827"/>
                  </a:cubicBezTo>
                  <a:cubicBezTo>
                    <a:pt x="2214" y="1736"/>
                    <a:pt x="2169" y="1690"/>
                    <a:pt x="2100" y="1690"/>
                  </a:cubicBezTo>
                  <a:close/>
                  <a:moveTo>
                    <a:pt x="822" y="2032"/>
                  </a:moveTo>
                  <a:lnTo>
                    <a:pt x="115" y="2055"/>
                  </a:lnTo>
                  <a:cubicBezTo>
                    <a:pt x="46" y="2055"/>
                    <a:pt x="0" y="2101"/>
                    <a:pt x="0" y="2169"/>
                  </a:cubicBezTo>
                  <a:cubicBezTo>
                    <a:pt x="0" y="2238"/>
                    <a:pt x="46" y="2306"/>
                    <a:pt x="137" y="2306"/>
                  </a:cubicBezTo>
                  <a:lnTo>
                    <a:pt x="822" y="2283"/>
                  </a:lnTo>
                  <a:lnTo>
                    <a:pt x="822" y="2032"/>
                  </a:lnTo>
                  <a:close/>
                  <a:moveTo>
                    <a:pt x="1712" y="2740"/>
                  </a:moveTo>
                  <a:cubicBezTo>
                    <a:pt x="1644" y="2740"/>
                    <a:pt x="1575" y="2808"/>
                    <a:pt x="1575" y="2877"/>
                  </a:cubicBezTo>
                  <a:cubicBezTo>
                    <a:pt x="1575" y="2945"/>
                    <a:pt x="1621" y="2991"/>
                    <a:pt x="1690" y="2991"/>
                  </a:cubicBezTo>
                  <a:lnTo>
                    <a:pt x="2511" y="3037"/>
                  </a:lnTo>
                  <a:lnTo>
                    <a:pt x="2534" y="3037"/>
                  </a:lnTo>
                  <a:cubicBezTo>
                    <a:pt x="2603" y="3037"/>
                    <a:pt x="2648" y="2991"/>
                    <a:pt x="2648" y="2922"/>
                  </a:cubicBezTo>
                  <a:cubicBezTo>
                    <a:pt x="2648" y="2854"/>
                    <a:pt x="2603" y="2786"/>
                    <a:pt x="2534" y="2786"/>
                  </a:cubicBezTo>
                  <a:lnTo>
                    <a:pt x="1712" y="2740"/>
                  </a:lnTo>
                  <a:close/>
                  <a:moveTo>
                    <a:pt x="5651" y="2711"/>
                  </a:moveTo>
                  <a:cubicBezTo>
                    <a:pt x="5640" y="2711"/>
                    <a:pt x="5628" y="2713"/>
                    <a:pt x="5615" y="2717"/>
                  </a:cubicBezTo>
                  <a:cubicBezTo>
                    <a:pt x="5364" y="2763"/>
                    <a:pt x="5136" y="2786"/>
                    <a:pt x="4885" y="2808"/>
                  </a:cubicBezTo>
                  <a:cubicBezTo>
                    <a:pt x="4817" y="2808"/>
                    <a:pt x="4771" y="2877"/>
                    <a:pt x="4771" y="2945"/>
                  </a:cubicBezTo>
                  <a:cubicBezTo>
                    <a:pt x="4771" y="3014"/>
                    <a:pt x="4817" y="3059"/>
                    <a:pt x="4885" y="3059"/>
                  </a:cubicBezTo>
                  <a:lnTo>
                    <a:pt x="4908" y="3059"/>
                  </a:lnTo>
                  <a:cubicBezTo>
                    <a:pt x="5159" y="3037"/>
                    <a:pt x="5410" y="3014"/>
                    <a:pt x="5661" y="2968"/>
                  </a:cubicBezTo>
                  <a:cubicBezTo>
                    <a:pt x="5730" y="2945"/>
                    <a:pt x="5775" y="2877"/>
                    <a:pt x="5752" y="2808"/>
                  </a:cubicBezTo>
                  <a:cubicBezTo>
                    <a:pt x="5752" y="2752"/>
                    <a:pt x="5706" y="2711"/>
                    <a:pt x="5651" y="2711"/>
                  </a:cubicBezTo>
                  <a:close/>
                  <a:moveTo>
                    <a:pt x="4086" y="3265"/>
                  </a:moveTo>
                  <a:lnTo>
                    <a:pt x="3356" y="3311"/>
                  </a:lnTo>
                  <a:cubicBezTo>
                    <a:pt x="3287" y="3311"/>
                    <a:pt x="3219" y="3379"/>
                    <a:pt x="3242" y="3447"/>
                  </a:cubicBezTo>
                  <a:cubicBezTo>
                    <a:pt x="3242" y="3516"/>
                    <a:pt x="3287" y="3562"/>
                    <a:pt x="3356" y="3562"/>
                  </a:cubicBezTo>
                  <a:lnTo>
                    <a:pt x="4109" y="3516"/>
                  </a:lnTo>
                  <a:cubicBezTo>
                    <a:pt x="4177" y="3516"/>
                    <a:pt x="4223" y="3470"/>
                    <a:pt x="4223" y="3402"/>
                  </a:cubicBezTo>
                  <a:cubicBezTo>
                    <a:pt x="4223" y="3333"/>
                    <a:pt x="4155" y="3265"/>
                    <a:pt x="4086" y="3265"/>
                  </a:cubicBezTo>
                  <a:close/>
                  <a:moveTo>
                    <a:pt x="1758" y="3904"/>
                  </a:moveTo>
                  <a:cubicBezTo>
                    <a:pt x="1690" y="3904"/>
                    <a:pt x="1621" y="3972"/>
                    <a:pt x="1621" y="4041"/>
                  </a:cubicBezTo>
                  <a:cubicBezTo>
                    <a:pt x="1621" y="4109"/>
                    <a:pt x="1667" y="4178"/>
                    <a:pt x="1735" y="4178"/>
                  </a:cubicBezTo>
                  <a:lnTo>
                    <a:pt x="2625" y="4201"/>
                  </a:lnTo>
                  <a:cubicBezTo>
                    <a:pt x="2694" y="4201"/>
                    <a:pt x="2739" y="4132"/>
                    <a:pt x="2739" y="4064"/>
                  </a:cubicBezTo>
                  <a:cubicBezTo>
                    <a:pt x="2739" y="3995"/>
                    <a:pt x="2694" y="3950"/>
                    <a:pt x="2625" y="3950"/>
                  </a:cubicBezTo>
                  <a:lnTo>
                    <a:pt x="1758" y="3904"/>
                  </a:lnTo>
                  <a:close/>
                  <a:moveTo>
                    <a:pt x="4155" y="4634"/>
                  </a:moveTo>
                  <a:lnTo>
                    <a:pt x="3287" y="4657"/>
                  </a:lnTo>
                  <a:cubicBezTo>
                    <a:pt x="3219" y="4657"/>
                    <a:pt x="3150" y="4703"/>
                    <a:pt x="3150" y="4771"/>
                  </a:cubicBezTo>
                  <a:cubicBezTo>
                    <a:pt x="3150" y="4863"/>
                    <a:pt x="3219" y="4908"/>
                    <a:pt x="3287" y="4908"/>
                  </a:cubicBezTo>
                  <a:lnTo>
                    <a:pt x="4155" y="4885"/>
                  </a:lnTo>
                  <a:cubicBezTo>
                    <a:pt x="4223" y="4885"/>
                    <a:pt x="4292" y="4817"/>
                    <a:pt x="4292" y="4749"/>
                  </a:cubicBezTo>
                  <a:cubicBezTo>
                    <a:pt x="4292" y="4680"/>
                    <a:pt x="4223" y="4634"/>
                    <a:pt x="4155" y="46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1" name="Google Shape;1051;p62"/>
          <p:cNvGrpSpPr/>
          <p:nvPr/>
        </p:nvGrpSpPr>
        <p:grpSpPr>
          <a:xfrm>
            <a:off x="5961462" y="3657294"/>
            <a:ext cx="186655" cy="149254"/>
            <a:chOff x="2858987" y="3108507"/>
            <a:chExt cx="186655" cy="149254"/>
          </a:xfrm>
        </p:grpSpPr>
        <p:sp>
          <p:nvSpPr>
            <p:cNvPr id="1052" name="Google Shape;1052;p62"/>
            <p:cNvSpPr/>
            <p:nvPr/>
          </p:nvSpPr>
          <p:spPr>
            <a:xfrm>
              <a:off x="2870698" y="3108507"/>
              <a:ext cx="174944" cy="127045"/>
            </a:xfrm>
            <a:custGeom>
              <a:rect b="b" l="l" r="r" t="t"/>
              <a:pathLst>
                <a:path extrusionOk="0" h="4708" w="6483">
                  <a:moveTo>
                    <a:pt x="1852" y="0"/>
                  </a:moveTo>
                  <a:cubicBezTo>
                    <a:pt x="1698" y="0"/>
                    <a:pt x="1545" y="16"/>
                    <a:pt x="1393" y="51"/>
                  </a:cubicBezTo>
                  <a:cubicBezTo>
                    <a:pt x="799" y="165"/>
                    <a:pt x="251" y="644"/>
                    <a:pt x="206" y="1238"/>
                  </a:cubicBezTo>
                  <a:cubicBezTo>
                    <a:pt x="0" y="1512"/>
                    <a:pt x="137" y="2128"/>
                    <a:pt x="434" y="2584"/>
                  </a:cubicBezTo>
                  <a:cubicBezTo>
                    <a:pt x="754" y="3041"/>
                    <a:pt x="1233" y="3360"/>
                    <a:pt x="1712" y="3634"/>
                  </a:cubicBezTo>
                  <a:cubicBezTo>
                    <a:pt x="2648" y="4205"/>
                    <a:pt x="3698" y="4684"/>
                    <a:pt x="4817" y="4707"/>
                  </a:cubicBezTo>
                  <a:cubicBezTo>
                    <a:pt x="5273" y="4707"/>
                    <a:pt x="5775" y="4616"/>
                    <a:pt x="6072" y="4296"/>
                  </a:cubicBezTo>
                  <a:cubicBezTo>
                    <a:pt x="6414" y="3931"/>
                    <a:pt x="6483" y="3383"/>
                    <a:pt x="6323" y="2904"/>
                  </a:cubicBezTo>
                  <a:cubicBezTo>
                    <a:pt x="6140" y="2447"/>
                    <a:pt x="5821" y="2059"/>
                    <a:pt x="5456" y="1740"/>
                  </a:cubicBezTo>
                  <a:cubicBezTo>
                    <a:pt x="4771" y="1124"/>
                    <a:pt x="4018" y="644"/>
                    <a:pt x="3173" y="302"/>
                  </a:cubicBezTo>
                  <a:cubicBezTo>
                    <a:pt x="2749" y="132"/>
                    <a:pt x="2299" y="0"/>
                    <a:pt x="185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" name="Google Shape;1053;p62"/>
            <p:cNvSpPr/>
            <p:nvPr/>
          </p:nvSpPr>
          <p:spPr>
            <a:xfrm>
              <a:off x="2858987" y="3135114"/>
              <a:ext cx="175564" cy="122647"/>
            </a:xfrm>
            <a:custGeom>
              <a:rect b="b" l="l" r="r" t="t"/>
              <a:pathLst>
                <a:path extrusionOk="0" h="4545" w="6506">
                  <a:moveTo>
                    <a:pt x="685" y="1"/>
                  </a:moveTo>
                  <a:lnTo>
                    <a:pt x="685" y="1"/>
                  </a:lnTo>
                  <a:cubicBezTo>
                    <a:pt x="1" y="754"/>
                    <a:pt x="206" y="2009"/>
                    <a:pt x="891" y="2785"/>
                  </a:cubicBezTo>
                  <a:cubicBezTo>
                    <a:pt x="1553" y="3538"/>
                    <a:pt x="2557" y="3927"/>
                    <a:pt x="3516" y="4246"/>
                  </a:cubicBezTo>
                  <a:cubicBezTo>
                    <a:pt x="3982" y="4395"/>
                    <a:pt x="4463" y="4544"/>
                    <a:pt x="4947" y="4544"/>
                  </a:cubicBezTo>
                  <a:cubicBezTo>
                    <a:pt x="5056" y="4544"/>
                    <a:pt x="5164" y="4537"/>
                    <a:pt x="5273" y="4520"/>
                  </a:cubicBezTo>
                  <a:cubicBezTo>
                    <a:pt x="5867" y="4429"/>
                    <a:pt x="6460" y="3972"/>
                    <a:pt x="6506" y="3379"/>
                  </a:cubicBezTo>
                  <a:cubicBezTo>
                    <a:pt x="6506" y="3356"/>
                    <a:pt x="6506" y="3333"/>
                    <a:pt x="6506" y="3333"/>
                  </a:cubicBezTo>
                  <a:cubicBezTo>
                    <a:pt x="6186" y="3630"/>
                    <a:pt x="5707" y="3721"/>
                    <a:pt x="5251" y="3721"/>
                  </a:cubicBezTo>
                  <a:cubicBezTo>
                    <a:pt x="4132" y="3698"/>
                    <a:pt x="3082" y="3219"/>
                    <a:pt x="2146" y="2648"/>
                  </a:cubicBezTo>
                  <a:cubicBezTo>
                    <a:pt x="1667" y="2374"/>
                    <a:pt x="1188" y="2055"/>
                    <a:pt x="868" y="1598"/>
                  </a:cubicBezTo>
                  <a:cubicBezTo>
                    <a:pt x="571" y="1142"/>
                    <a:pt x="434" y="526"/>
                    <a:pt x="640" y="252"/>
                  </a:cubicBezTo>
                  <a:cubicBezTo>
                    <a:pt x="640" y="160"/>
                    <a:pt x="663" y="92"/>
                    <a:pt x="6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4" name="Google Shape;1054;p62"/>
            <p:cNvSpPr/>
            <p:nvPr/>
          </p:nvSpPr>
          <p:spPr>
            <a:xfrm>
              <a:off x="2908261" y="3140052"/>
              <a:ext cx="104756" cy="65708"/>
            </a:xfrm>
            <a:custGeom>
              <a:rect b="b" l="l" r="r" t="t"/>
              <a:pathLst>
                <a:path extrusionOk="0" h="2435" w="3882">
                  <a:moveTo>
                    <a:pt x="1" y="0"/>
                  </a:moveTo>
                  <a:cubicBezTo>
                    <a:pt x="1119" y="799"/>
                    <a:pt x="2306" y="1552"/>
                    <a:pt x="3493" y="2306"/>
                  </a:cubicBezTo>
                  <a:cubicBezTo>
                    <a:pt x="3582" y="2377"/>
                    <a:pt x="3699" y="2434"/>
                    <a:pt x="3800" y="2434"/>
                  </a:cubicBezTo>
                  <a:cubicBezTo>
                    <a:pt x="3829" y="2434"/>
                    <a:pt x="3856" y="2430"/>
                    <a:pt x="3881" y="2420"/>
                  </a:cubicBezTo>
                  <a:cubicBezTo>
                    <a:pt x="3858" y="1940"/>
                    <a:pt x="3470" y="1575"/>
                    <a:pt x="3082" y="1301"/>
                  </a:cubicBezTo>
                  <a:cubicBezTo>
                    <a:pt x="2169" y="639"/>
                    <a:pt x="1119" y="183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55" name="Google Shape;1055;p62"/>
          <p:cNvSpPr/>
          <p:nvPr/>
        </p:nvSpPr>
        <p:spPr>
          <a:xfrm>
            <a:off x="8821275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6" name="Google Shape;1056;p62"/>
          <p:cNvSpPr/>
          <p:nvPr/>
        </p:nvSpPr>
        <p:spPr>
          <a:xfrm>
            <a:off x="597062" y="3646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57" name="Google Shape;1057;p62"/>
          <p:cNvGrpSpPr/>
          <p:nvPr/>
        </p:nvGrpSpPr>
        <p:grpSpPr>
          <a:xfrm flipH="1">
            <a:off x="7316051" y="3215255"/>
            <a:ext cx="436105" cy="547391"/>
            <a:chOff x="3474326" y="3626268"/>
            <a:chExt cx="436105" cy="547391"/>
          </a:xfrm>
        </p:grpSpPr>
        <p:sp>
          <p:nvSpPr>
            <p:cNvPr id="1058" name="Google Shape;1058;p62"/>
            <p:cNvSpPr/>
            <p:nvPr/>
          </p:nvSpPr>
          <p:spPr>
            <a:xfrm>
              <a:off x="3474326" y="3626268"/>
              <a:ext cx="436105" cy="547391"/>
            </a:xfrm>
            <a:custGeom>
              <a:rect b="b" l="l" r="r" t="t"/>
              <a:pathLst>
                <a:path extrusionOk="0" h="20285" w="16161">
                  <a:moveTo>
                    <a:pt x="15014" y="0"/>
                  </a:moveTo>
                  <a:cubicBezTo>
                    <a:pt x="14698" y="0"/>
                    <a:pt x="14368" y="114"/>
                    <a:pt x="14106" y="288"/>
                  </a:cubicBezTo>
                  <a:cubicBezTo>
                    <a:pt x="13307" y="790"/>
                    <a:pt x="12897" y="1703"/>
                    <a:pt x="12508" y="2548"/>
                  </a:cubicBezTo>
                  <a:cubicBezTo>
                    <a:pt x="12394" y="2822"/>
                    <a:pt x="12257" y="3118"/>
                    <a:pt x="12029" y="3301"/>
                  </a:cubicBezTo>
                  <a:cubicBezTo>
                    <a:pt x="11755" y="3506"/>
                    <a:pt x="11390" y="3552"/>
                    <a:pt x="11070" y="3666"/>
                  </a:cubicBezTo>
                  <a:cubicBezTo>
                    <a:pt x="10591" y="3872"/>
                    <a:pt x="10203" y="4282"/>
                    <a:pt x="10066" y="4785"/>
                  </a:cubicBezTo>
                  <a:cubicBezTo>
                    <a:pt x="9952" y="5173"/>
                    <a:pt x="9975" y="5629"/>
                    <a:pt x="9792" y="5994"/>
                  </a:cubicBezTo>
                  <a:cubicBezTo>
                    <a:pt x="9541" y="6519"/>
                    <a:pt x="8971" y="6816"/>
                    <a:pt x="8400" y="6953"/>
                  </a:cubicBezTo>
                  <a:cubicBezTo>
                    <a:pt x="7852" y="7090"/>
                    <a:pt x="7259" y="7113"/>
                    <a:pt x="6734" y="7295"/>
                  </a:cubicBezTo>
                  <a:cubicBezTo>
                    <a:pt x="5547" y="7729"/>
                    <a:pt x="4816" y="8870"/>
                    <a:pt x="4177" y="9943"/>
                  </a:cubicBezTo>
                  <a:cubicBezTo>
                    <a:pt x="3104" y="11701"/>
                    <a:pt x="2054" y="13458"/>
                    <a:pt x="982" y="15216"/>
                  </a:cubicBezTo>
                  <a:cubicBezTo>
                    <a:pt x="685" y="15718"/>
                    <a:pt x="365" y="16220"/>
                    <a:pt x="183" y="16791"/>
                  </a:cubicBezTo>
                  <a:cubicBezTo>
                    <a:pt x="23" y="17339"/>
                    <a:pt x="0" y="17978"/>
                    <a:pt x="251" y="18503"/>
                  </a:cubicBezTo>
                  <a:cubicBezTo>
                    <a:pt x="457" y="18913"/>
                    <a:pt x="776" y="19233"/>
                    <a:pt x="1141" y="19507"/>
                  </a:cubicBezTo>
                  <a:cubicBezTo>
                    <a:pt x="1621" y="19872"/>
                    <a:pt x="2146" y="20192"/>
                    <a:pt x="2739" y="20260"/>
                  </a:cubicBezTo>
                  <a:cubicBezTo>
                    <a:pt x="2852" y="20277"/>
                    <a:pt x="2964" y="20285"/>
                    <a:pt x="3076" y="20285"/>
                  </a:cubicBezTo>
                  <a:cubicBezTo>
                    <a:pt x="3732" y="20285"/>
                    <a:pt x="4361" y="20011"/>
                    <a:pt x="4908" y="19621"/>
                  </a:cubicBezTo>
                  <a:cubicBezTo>
                    <a:pt x="5524" y="19165"/>
                    <a:pt x="6003" y="18548"/>
                    <a:pt x="6483" y="17955"/>
                  </a:cubicBezTo>
                  <a:cubicBezTo>
                    <a:pt x="7738" y="16403"/>
                    <a:pt x="8993" y="14851"/>
                    <a:pt x="10249" y="13298"/>
                  </a:cubicBezTo>
                  <a:cubicBezTo>
                    <a:pt x="10774" y="12637"/>
                    <a:pt x="11299" y="11975"/>
                    <a:pt x="11550" y="11176"/>
                  </a:cubicBezTo>
                  <a:cubicBezTo>
                    <a:pt x="11824" y="10171"/>
                    <a:pt x="11641" y="9121"/>
                    <a:pt x="11436" y="8094"/>
                  </a:cubicBezTo>
                  <a:cubicBezTo>
                    <a:pt x="12303" y="7775"/>
                    <a:pt x="13056" y="7067"/>
                    <a:pt x="13444" y="6200"/>
                  </a:cubicBezTo>
                  <a:cubicBezTo>
                    <a:pt x="13695" y="5584"/>
                    <a:pt x="13787" y="4899"/>
                    <a:pt x="14106" y="4305"/>
                  </a:cubicBezTo>
                  <a:cubicBezTo>
                    <a:pt x="14403" y="3712"/>
                    <a:pt x="14928" y="3255"/>
                    <a:pt x="15362" y="2730"/>
                  </a:cubicBezTo>
                  <a:cubicBezTo>
                    <a:pt x="15795" y="2205"/>
                    <a:pt x="16161" y="1543"/>
                    <a:pt x="16046" y="881"/>
                  </a:cubicBezTo>
                  <a:cubicBezTo>
                    <a:pt x="16001" y="653"/>
                    <a:pt x="15909" y="425"/>
                    <a:pt x="15727" y="265"/>
                  </a:cubicBezTo>
                  <a:cubicBezTo>
                    <a:pt x="15530" y="79"/>
                    <a:pt x="15277" y="0"/>
                    <a:pt x="150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" name="Google Shape;1059;p62"/>
            <p:cNvSpPr/>
            <p:nvPr/>
          </p:nvSpPr>
          <p:spPr>
            <a:xfrm>
              <a:off x="3495887" y="3856369"/>
              <a:ext cx="263023" cy="294352"/>
            </a:xfrm>
            <a:custGeom>
              <a:rect b="b" l="l" r="r" t="t"/>
              <a:pathLst>
                <a:path extrusionOk="0" h="10908" w="9747">
                  <a:moveTo>
                    <a:pt x="5318" y="1"/>
                  </a:moveTo>
                  <a:cubicBezTo>
                    <a:pt x="3561" y="2055"/>
                    <a:pt x="2054" y="4498"/>
                    <a:pt x="867" y="7054"/>
                  </a:cubicBezTo>
                  <a:cubicBezTo>
                    <a:pt x="411" y="8035"/>
                    <a:pt x="0" y="9245"/>
                    <a:pt x="616" y="10135"/>
                  </a:cubicBezTo>
                  <a:cubicBezTo>
                    <a:pt x="974" y="10665"/>
                    <a:pt x="1602" y="10908"/>
                    <a:pt x="2245" y="10908"/>
                  </a:cubicBezTo>
                  <a:cubicBezTo>
                    <a:pt x="2627" y="10908"/>
                    <a:pt x="3015" y="10822"/>
                    <a:pt x="3355" y="10660"/>
                  </a:cubicBezTo>
                  <a:cubicBezTo>
                    <a:pt x="4291" y="10250"/>
                    <a:pt x="4953" y="9405"/>
                    <a:pt x="5592" y="8606"/>
                  </a:cubicBezTo>
                  <a:cubicBezTo>
                    <a:pt x="6985" y="6871"/>
                    <a:pt x="8354" y="5114"/>
                    <a:pt x="9747" y="3356"/>
                  </a:cubicBezTo>
                  <a:cubicBezTo>
                    <a:pt x="8879" y="3105"/>
                    <a:pt x="7966" y="2854"/>
                    <a:pt x="7350" y="2192"/>
                  </a:cubicBezTo>
                  <a:cubicBezTo>
                    <a:pt x="6642" y="1462"/>
                    <a:pt x="6300" y="275"/>
                    <a:pt x="531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0" name="Google Shape;1060;p62"/>
            <p:cNvSpPr/>
            <p:nvPr/>
          </p:nvSpPr>
          <p:spPr>
            <a:xfrm>
              <a:off x="3731169" y="3626268"/>
              <a:ext cx="179261" cy="217823"/>
            </a:xfrm>
            <a:custGeom>
              <a:rect b="b" l="l" r="r" t="t"/>
              <a:pathLst>
                <a:path extrusionOk="0" h="8072" w="6643">
                  <a:moveTo>
                    <a:pt x="5496" y="0"/>
                  </a:moveTo>
                  <a:cubicBezTo>
                    <a:pt x="5180" y="0"/>
                    <a:pt x="4850" y="114"/>
                    <a:pt x="4588" y="288"/>
                  </a:cubicBezTo>
                  <a:cubicBezTo>
                    <a:pt x="3789" y="790"/>
                    <a:pt x="3379" y="1703"/>
                    <a:pt x="2990" y="2548"/>
                  </a:cubicBezTo>
                  <a:cubicBezTo>
                    <a:pt x="2876" y="2822"/>
                    <a:pt x="2739" y="3118"/>
                    <a:pt x="2511" y="3301"/>
                  </a:cubicBezTo>
                  <a:cubicBezTo>
                    <a:pt x="2237" y="3506"/>
                    <a:pt x="1872" y="3552"/>
                    <a:pt x="1552" y="3666"/>
                  </a:cubicBezTo>
                  <a:cubicBezTo>
                    <a:pt x="1073" y="3872"/>
                    <a:pt x="685" y="4282"/>
                    <a:pt x="548" y="4785"/>
                  </a:cubicBezTo>
                  <a:cubicBezTo>
                    <a:pt x="434" y="5173"/>
                    <a:pt x="457" y="5629"/>
                    <a:pt x="274" y="6017"/>
                  </a:cubicBezTo>
                  <a:cubicBezTo>
                    <a:pt x="206" y="6131"/>
                    <a:pt x="114" y="6268"/>
                    <a:pt x="0" y="6360"/>
                  </a:cubicBezTo>
                  <a:cubicBezTo>
                    <a:pt x="388" y="7113"/>
                    <a:pt x="1050" y="7706"/>
                    <a:pt x="1826" y="8003"/>
                  </a:cubicBezTo>
                  <a:cubicBezTo>
                    <a:pt x="1895" y="8026"/>
                    <a:pt x="1941" y="8049"/>
                    <a:pt x="1986" y="8071"/>
                  </a:cubicBezTo>
                  <a:cubicBezTo>
                    <a:pt x="2831" y="7729"/>
                    <a:pt x="3561" y="7044"/>
                    <a:pt x="3926" y="6200"/>
                  </a:cubicBezTo>
                  <a:cubicBezTo>
                    <a:pt x="4177" y="5584"/>
                    <a:pt x="4269" y="4899"/>
                    <a:pt x="4588" y="4305"/>
                  </a:cubicBezTo>
                  <a:cubicBezTo>
                    <a:pt x="4885" y="3712"/>
                    <a:pt x="5410" y="3255"/>
                    <a:pt x="5844" y="2730"/>
                  </a:cubicBezTo>
                  <a:cubicBezTo>
                    <a:pt x="6277" y="2205"/>
                    <a:pt x="6643" y="1543"/>
                    <a:pt x="6528" y="881"/>
                  </a:cubicBezTo>
                  <a:cubicBezTo>
                    <a:pt x="6483" y="653"/>
                    <a:pt x="6391" y="425"/>
                    <a:pt x="6209" y="265"/>
                  </a:cubicBezTo>
                  <a:cubicBezTo>
                    <a:pt x="6012" y="79"/>
                    <a:pt x="5759" y="0"/>
                    <a:pt x="54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1" name="Google Shape;1061;p62"/>
          <p:cNvGrpSpPr/>
          <p:nvPr/>
        </p:nvGrpSpPr>
        <p:grpSpPr>
          <a:xfrm>
            <a:off x="3716290" y="4256524"/>
            <a:ext cx="150927" cy="143533"/>
            <a:chOff x="3716290" y="4256524"/>
            <a:chExt cx="150927" cy="143533"/>
          </a:xfrm>
        </p:grpSpPr>
        <p:sp>
          <p:nvSpPr>
            <p:cNvPr id="1062" name="Google Shape;1062;p62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3" name="Google Shape;1063;p62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4" name="Google Shape;1064;p62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5" name="Google Shape;1065;p62"/>
          <p:cNvGrpSpPr/>
          <p:nvPr/>
        </p:nvGrpSpPr>
        <p:grpSpPr>
          <a:xfrm>
            <a:off x="8154826" y="3096390"/>
            <a:ext cx="1299652" cy="2651951"/>
            <a:chOff x="8154826" y="3096390"/>
            <a:chExt cx="1299652" cy="2651951"/>
          </a:xfrm>
        </p:grpSpPr>
        <p:sp>
          <p:nvSpPr>
            <p:cNvPr id="1066" name="Google Shape;1066;p62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7" name="Google Shape;1067;p62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68" name="Google Shape;1068;p62"/>
          <p:cNvGrpSpPr/>
          <p:nvPr/>
        </p:nvGrpSpPr>
        <p:grpSpPr>
          <a:xfrm>
            <a:off x="4017428" y="2426261"/>
            <a:ext cx="1109326" cy="2740462"/>
            <a:chOff x="1985590" y="3490398"/>
            <a:chExt cx="1109326" cy="2740462"/>
          </a:xfrm>
        </p:grpSpPr>
        <p:sp>
          <p:nvSpPr>
            <p:cNvPr id="1069" name="Google Shape;1069;p62"/>
            <p:cNvSpPr/>
            <p:nvPr/>
          </p:nvSpPr>
          <p:spPr>
            <a:xfrm>
              <a:off x="2299102" y="3490398"/>
              <a:ext cx="614745" cy="567414"/>
            </a:xfrm>
            <a:custGeom>
              <a:rect b="b" l="l" r="r" t="t"/>
              <a:pathLst>
                <a:path extrusionOk="0" h="21027" w="22781">
                  <a:moveTo>
                    <a:pt x="12014" y="1"/>
                  </a:moveTo>
                  <a:cubicBezTo>
                    <a:pt x="11821" y="1"/>
                    <a:pt x="11628" y="10"/>
                    <a:pt x="11436" y="28"/>
                  </a:cubicBezTo>
                  <a:cubicBezTo>
                    <a:pt x="9496" y="210"/>
                    <a:pt x="7715" y="1214"/>
                    <a:pt x="6186" y="2447"/>
                  </a:cubicBezTo>
                  <a:cubicBezTo>
                    <a:pt x="5410" y="3086"/>
                    <a:pt x="4657" y="3839"/>
                    <a:pt x="4337" y="4798"/>
                  </a:cubicBezTo>
                  <a:cubicBezTo>
                    <a:pt x="3858" y="6259"/>
                    <a:pt x="4520" y="7834"/>
                    <a:pt x="5159" y="9249"/>
                  </a:cubicBezTo>
                  <a:cubicBezTo>
                    <a:pt x="6026" y="11189"/>
                    <a:pt x="6917" y="13129"/>
                    <a:pt x="7807" y="15069"/>
                  </a:cubicBezTo>
                  <a:cubicBezTo>
                    <a:pt x="6483" y="13746"/>
                    <a:pt x="5182" y="12422"/>
                    <a:pt x="3881" y="11098"/>
                  </a:cubicBezTo>
                  <a:cubicBezTo>
                    <a:pt x="3289" y="10506"/>
                    <a:pt x="2600" y="9876"/>
                    <a:pt x="1795" y="9876"/>
                  </a:cubicBezTo>
                  <a:cubicBezTo>
                    <a:pt x="1730" y="9876"/>
                    <a:pt x="1664" y="9880"/>
                    <a:pt x="1598" y="9888"/>
                  </a:cubicBezTo>
                  <a:cubicBezTo>
                    <a:pt x="754" y="9979"/>
                    <a:pt x="137" y="10847"/>
                    <a:pt x="69" y="11691"/>
                  </a:cubicBezTo>
                  <a:cubicBezTo>
                    <a:pt x="1" y="12536"/>
                    <a:pt x="343" y="13380"/>
                    <a:pt x="754" y="14111"/>
                  </a:cubicBezTo>
                  <a:cubicBezTo>
                    <a:pt x="2899" y="18060"/>
                    <a:pt x="7168" y="20776"/>
                    <a:pt x="11664" y="21027"/>
                  </a:cubicBezTo>
                  <a:cubicBezTo>
                    <a:pt x="17485" y="20639"/>
                    <a:pt x="22506" y="15069"/>
                    <a:pt x="22735" y="8952"/>
                  </a:cubicBezTo>
                  <a:cubicBezTo>
                    <a:pt x="22780" y="7834"/>
                    <a:pt x="22643" y="6601"/>
                    <a:pt x="21890" y="5780"/>
                  </a:cubicBezTo>
                  <a:cubicBezTo>
                    <a:pt x="21485" y="5325"/>
                    <a:pt x="20848" y="5062"/>
                    <a:pt x="20247" y="5062"/>
                  </a:cubicBezTo>
                  <a:cubicBezTo>
                    <a:pt x="19731" y="5062"/>
                    <a:pt x="19241" y="5256"/>
                    <a:pt x="18946" y="5688"/>
                  </a:cubicBezTo>
                  <a:cubicBezTo>
                    <a:pt x="18558" y="6213"/>
                    <a:pt x="18580" y="6944"/>
                    <a:pt x="18580" y="7606"/>
                  </a:cubicBezTo>
                  <a:cubicBezTo>
                    <a:pt x="18535" y="9569"/>
                    <a:pt x="17964" y="11554"/>
                    <a:pt x="16960" y="13266"/>
                  </a:cubicBezTo>
                  <a:cubicBezTo>
                    <a:pt x="17097" y="11372"/>
                    <a:pt x="17211" y="9477"/>
                    <a:pt x="17348" y="7583"/>
                  </a:cubicBezTo>
                  <a:cubicBezTo>
                    <a:pt x="17462" y="5757"/>
                    <a:pt x="17553" y="3794"/>
                    <a:pt x="16572" y="2264"/>
                  </a:cubicBezTo>
                  <a:cubicBezTo>
                    <a:pt x="15604" y="761"/>
                    <a:pt x="13799" y="1"/>
                    <a:pt x="12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0" name="Google Shape;1070;p62"/>
            <p:cNvSpPr/>
            <p:nvPr/>
          </p:nvSpPr>
          <p:spPr>
            <a:xfrm>
              <a:off x="1985590" y="3902567"/>
              <a:ext cx="1109326" cy="2328293"/>
            </a:xfrm>
            <a:custGeom>
              <a:rect b="b" l="l" r="r" t="t"/>
              <a:pathLst>
                <a:path extrusionOk="0" h="86281" w="41109">
                  <a:moveTo>
                    <a:pt x="3600" y="39967"/>
                  </a:moveTo>
                  <a:cubicBezTo>
                    <a:pt x="2921" y="39967"/>
                    <a:pt x="2330" y="40561"/>
                    <a:pt x="1941" y="41155"/>
                  </a:cubicBezTo>
                  <a:cubicBezTo>
                    <a:pt x="320" y="43620"/>
                    <a:pt x="0" y="46747"/>
                    <a:pt x="183" y="49691"/>
                  </a:cubicBezTo>
                  <a:cubicBezTo>
                    <a:pt x="434" y="53983"/>
                    <a:pt x="1667" y="58228"/>
                    <a:pt x="3744" y="61994"/>
                  </a:cubicBezTo>
                  <a:cubicBezTo>
                    <a:pt x="5342" y="64916"/>
                    <a:pt x="7442" y="67541"/>
                    <a:pt x="9633" y="70074"/>
                  </a:cubicBezTo>
                  <a:cubicBezTo>
                    <a:pt x="8355" y="68294"/>
                    <a:pt x="7693" y="66514"/>
                    <a:pt x="7213" y="64802"/>
                  </a:cubicBezTo>
                  <a:cubicBezTo>
                    <a:pt x="5387" y="58479"/>
                    <a:pt x="4794" y="51791"/>
                    <a:pt x="5479" y="45241"/>
                  </a:cubicBezTo>
                  <a:cubicBezTo>
                    <a:pt x="5661" y="43551"/>
                    <a:pt x="5821" y="41611"/>
                    <a:pt x="4611" y="40424"/>
                  </a:cubicBezTo>
                  <a:cubicBezTo>
                    <a:pt x="4383" y="40219"/>
                    <a:pt x="4132" y="40036"/>
                    <a:pt x="3835" y="39991"/>
                  </a:cubicBezTo>
                  <a:cubicBezTo>
                    <a:pt x="3756" y="39974"/>
                    <a:pt x="3677" y="39967"/>
                    <a:pt x="3600" y="39967"/>
                  </a:cubicBezTo>
                  <a:close/>
                  <a:moveTo>
                    <a:pt x="27756" y="1"/>
                  </a:moveTo>
                  <a:cubicBezTo>
                    <a:pt x="26889" y="708"/>
                    <a:pt x="26250" y="1713"/>
                    <a:pt x="25976" y="2808"/>
                  </a:cubicBezTo>
                  <a:cubicBezTo>
                    <a:pt x="25907" y="1941"/>
                    <a:pt x="25770" y="982"/>
                    <a:pt x="25108" y="412"/>
                  </a:cubicBezTo>
                  <a:cubicBezTo>
                    <a:pt x="24881" y="216"/>
                    <a:pt x="24573" y="125"/>
                    <a:pt x="24268" y="125"/>
                  </a:cubicBezTo>
                  <a:cubicBezTo>
                    <a:pt x="23683" y="125"/>
                    <a:pt x="23107" y="458"/>
                    <a:pt x="23122" y="1028"/>
                  </a:cubicBezTo>
                  <a:cubicBezTo>
                    <a:pt x="23145" y="1827"/>
                    <a:pt x="24218" y="2375"/>
                    <a:pt x="24035" y="3151"/>
                  </a:cubicBezTo>
                  <a:cubicBezTo>
                    <a:pt x="24022" y="2561"/>
                    <a:pt x="23437" y="2227"/>
                    <a:pt x="22850" y="2227"/>
                  </a:cubicBezTo>
                  <a:cubicBezTo>
                    <a:pt x="22415" y="2227"/>
                    <a:pt x="21980" y="2410"/>
                    <a:pt x="21776" y="2808"/>
                  </a:cubicBezTo>
                  <a:cubicBezTo>
                    <a:pt x="21388" y="3630"/>
                    <a:pt x="22050" y="4657"/>
                    <a:pt x="22917" y="4885"/>
                  </a:cubicBezTo>
                  <a:cubicBezTo>
                    <a:pt x="22780" y="4870"/>
                    <a:pt x="22641" y="4860"/>
                    <a:pt x="22501" y="4860"/>
                  </a:cubicBezTo>
                  <a:cubicBezTo>
                    <a:pt x="22222" y="4860"/>
                    <a:pt x="21943" y="4901"/>
                    <a:pt x="21684" y="5022"/>
                  </a:cubicBezTo>
                  <a:cubicBezTo>
                    <a:pt x="21205" y="5251"/>
                    <a:pt x="20908" y="5958"/>
                    <a:pt x="21274" y="6369"/>
                  </a:cubicBezTo>
                  <a:cubicBezTo>
                    <a:pt x="21433" y="6529"/>
                    <a:pt x="21662" y="6597"/>
                    <a:pt x="21890" y="6666"/>
                  </a:cubicBezTo>
                  <a:cubicBezTo>
                    <a:pt x="22532" y="6835"/>
                    <a:pt x="23194" y="6941"/>
                    <a:pt x="23888" y="6941"/>
                  </a:cubicBezTo>
                  <a:cubicBezTo>
                    <a:pt x="24502" y="6941"/>
                    <a:pt x="25141" y="6859"/>
                    <a:pt x="25816" y="6666"/>
                  </a:cubicBezTo>
                  <a:lnTo>
                    <a:pt x="25816" y="6666"/>
                  </a:lnTo>
                  <a:cubicBezTo>
                    <a:pt x="26227" y="12783"/>
                    <a:pt x="25108" y="18832"/>
                    <a:pt x="23305" y="24721"/>
                  </a:cubicBezTo>
                  <a:cubicBezTo>
                    <a:pt x="23511" y="22164"/>
                    <a:pt x="23282" y="19471"/>
                    <a:pt x="22963" y="16846"/>
                  </a:cubicBezTo>
                  <a:cubicBezTo>
                    <a:pt x="22689" y="14586"/>
                    <a:pt x="22278" y="12190"/>
                    <a:pt x="20794" y="10455"/>
                  </a:cubicBezTo>
                  <a:cubicBezTo>
                    <a:pt x="20156" y="9694"/>
                    <a:pt x="19222" y="9062"/>
                    <a:pt x="18241" y="9062"/>
                  </a:cubicBezTo>
                  <a:cubicBezTo>
                    <a:pt x="18134" y="9062"/>
                    <a:pt x="18026" y="9070"/>
                    <a:pt x="17918" y="9085"/>
                  </a:cubicBezTo>
                  <a:cubicBezTo>
                    <a:pt x="16709" y="9268"/>
                    <a:pt x="15841" y="10478"/>
                    <a:pt x="15750" y="11710"/>
                  </a:cubicBezTo>
                  <a:cubicBezTo>
                    <a:pt x="15659" y="12920"/>
                    <a:pt x="16184" y="14130"/>
                    <a:pt x="16891" y="15111"/>
                  </a:cubicBezTo>
                  <a:cubicBezTo>
                    <a:pt x="17599" y="16115"/>
                    <a:pt x="18489" y="16983"/>
                    <a:pt x="19265" y="17919"/>
                  </a:cubicBezTo>
                  <a:cubicBezTo>
                    <a:pt x="21548" y="20795"/>
                    <a:pt x="22575" y="24584"/>
                    <a:pt x="22164" y="28213"/>
                  </a:cubicBezTo>
                  <a:cubicBezTo>
                    <a:pt x="21548" y="30039"/>
                    <a:pt x="20863" y="31842"/>
                    <a:pt x="20155" y="33622"/>
                  </a:cubicBezTo>
                  <a:cubicBezTo>
                    <a:pt x="17416" y="40607"/>
                    <a:pt x="14335" y="47523"/>
                    <a:pt x="12440" y="54759"/>
                  </a:cubicBezTo>
                  <a:cubicBezTo>
                    <a:pt x="11276" y="44350"/>
                    <a:pt x="18968" y="34079"/>
                    <a:pt x="16640" y="23899"/>
                  </a:cubicBezTo>
                  <a:cubicBezTo>
                    <a:pt x="16435" y="22963"/>
                    <a:pt x="16092" y="21982"/>
                    <a:pt x="15248" y="21525"/>
                  </a:cubicBezTo>
                  <a:cubicBezTo>
                    <a:pt x="14967" y="21367"/>
                    <a:pt x="14673" y="21296"/>
                    <a:pt x="14381" y="21296"/>
                  </a:cubicBezTo>
                  <a:cubicBezTo>
                    <a:pt x="13106" y="21296"/>
                    <a:pt x="11841" y="22644"/>
                    <a:pt x="11619" y="24036"/>
                  </a:cubicBezTo>
                  <a:cubicBezTo>
                    <a:pt x="11345" y="25748"/>
                    <a:pt x="11984" y="27437"/>
                    <a:pt x="12121" y="29172"/>
                  </a:cubicBezTo>
                  <a:cubicBezTo>
                    <a:pt x="12326" y="31796"/>
                    <a:pt x="11322" y="34353"/>
                    <a:pt x="10683" y="36909"/>
                  </a:cubicBezTo>
                  <a:cubicBezTo>
                    <a:pt x="9176" y="42935"/>
                    <a:pt x="9770" y="49486"/>
                    <a:pt x="12326" y="55147"/>
                  </a:cubicBezTo>
                  <a:cubicBezTo>
                    <a:pt x="11938" y="56699"/>
                    <a:pt x="11596" y="58274"/>
                    <a:pt x="11322" y="59872"/>
                  </a:cubicBezTo>
                  <a:cubicBezTo>
                    <a:pt x="10660" y="63706"/>
                    <a:pt x="10477" y="67678"/>
                    <a:pt x="10911" y="71558"/>
                  </a:cubicBezTo>
                  <a:cubicBezTo>
                    <a:pt x="10477" y="71056"/>
                    <a:pt x="10044" y="70577"/>
                    <a:pt x="9633" y="70074"/>
                  </a:cubicBezTo>
                  <a:lnTo>
                    <a:pt x="9633" y="70074"/>
                  </a:lnTo>
                  <a:cubicBezTo>
                    <a:pt x="9998" y="70599"/>
                    <a:pt x="10432" y="71124"/>
                    <a:pt x="10934" y="71649"/>
                  </a:cubicBezTo>
                  <a:cubicBezTo>
                    <a:pt x="11527" y="76990"/>
                    <a:pt x="13330" y="82103"/>
                    <a:pt x="16686" y="86280"/>
                  </a:cubicBezTo>
                  <a:cubicBezTo>
                    <a:pt x="17234" y="85664"/>
                    <a:pt x="16709" y="84705"/>
                    <a:pt x="16229" y="84021"/>
                  </a:cubicBezTo>
                  <a:cubicBezTo>
                    <a:pt x="11025" y="76694"/>
                    <a:pt x="10546" y="66879"/>
                    <a:pt x="12486" y="58091"/>
                  </a:cubicBezTo>
                  <a:cubicBezTo>
                    <a:pt x="13604" y="52955"/>
                    <a:pt x="15476" y="48025"/>
                    <a:pt x="17507" y="43163"/>
                  </a:cubicBezTo>
                  <a:cubicBezTo>
                    <a:pt x="24857" y="39626"/>
                    <a:pt x="30815" y="33645"/>
                    <a:pt x="34421" y="26455"/>
                  </a:cubicBezTo>
                  <a:cubicBezTo>
                    <a:pt x="34923" y="25428"/>
                    <a:pt x="35403" y="24355"/>
                    <a:pt x="35357" y="23214"/>
                  </a:cubicBezTo>
                  <a:cubicBezTo>
                    <a:pt x="35311" y="22073"/>
                    <a:pt x="34604" y="20886"/>
                    <a:pt x="33485" y="20658"/>
                  </a:cubicBezTo>
                  <a:cubicBezTo>
                    <a:pt x="33343" y="20628"/>
                    <a:pt x="33201" y="20614"/>
                    <a:pt x="33061" y="20614"/>
                  </a:cubicBezTo>
                  <a:cubicBezTo>
                    <a:pt x="32236" y="20614"/>
                    <a:pt x="31458" y="21096"/>
                    <a:pt x="30815" y="21662"/>
                  </a:cubicBezTo>
                  <a:cubicBezTo>
                    <a:pt x="28943" y="23328"/>
                    <a:pt x="27893" y="25725"/>
                    <a:pt x="26797" y="28007"/>
                  </a:cubicBezTo>
                  <a:cubicBezTo>
                    <a:pt x="24446" y="32801"/>
                    <a:pt x="21548" y="37366"/>
                    <a:pt x="18192" y="41520"/>
                  </a:cubicBezTo>
                  <a:cubicBezTo>
                    <a:pt x="19425" y="38621"/>
                    <a:pt x="20680" y="35745"/>
                    <a:pt x="21867" y="32824"/>
                  </a:cubicBezTo>
                  <a:cubicBezTo>
                    <a:pt x="23602" y="28464"/>
                    <a:pt x="25177" y="23945"/>
                    <a:pt x="26135" y="19357"/>
                  </a:cubicBezTo>
                  <a:cubicBezTo>
                    <a:pt x="29468" y="14084"/>
                    <a:pt x="35197" y="10432"/>
                    <a:pt x="39739" y="5867"/>
                  </a:cubicBezTo>
                  <a:cubicBezTo>
                    <a:pt x="40219" y="5388"/>
                    <a:pt x="40698" y="4863"/>
                    <a:pt x="40835" y="4201"/>
                  </a:cubicBezTo>
                  <a:cubicBezTo>
                    <a:pt x="41109" y="2877"/>
                    <a:pt x="39716" y="1667"/>
                    <a:pt x="38347" y="1621"/>
                  </a:cubicBezTo>
                  <a:cubicBezTo>
                    <a:pt x="38309" y="1620"/>
                    <a:pt x="38271" y="1620"/>
                    <a:pt x="38233" y="1620"/>
                  </a:cubicBezTo>
                  <a:cubicBezTo>
                    <a:pt x="36930" y="1620"/>
                    <a:pt x="35715" y="2376"/>
                    <a:pt x="34672" y="3196"/>
                  </a:cubicBezTo>
                  <a:cubicBezTo>
                    <a:pt x="31317" y="5821"/>
                    <a:pt x="28669" y="9314"/>
                    <a:pt x="27003" y="13240"/>
                  </a:cubicBezTo>
                  <a:cubicBezTo>
                    <a:pt x="27163" y="11025"/>
                    <a:pt x="27140" y="8811"/>
                    <a:pt x="26866" y="6597"/>
                  </a:cubicBezTo>
                  <a:cubicBezTo>
                    <a:pt x="28715" y="5730"/>
                    <a:pt x="30153" y="4018"/>
                    <a:pt x="30678" y="2055"/>
                  </a:cubicBezTo>
                  <a:cubicBezTo>
                    <a:pt x="30532" y="2031"/>
                    <a:pt x="30386" y="2019"/>
                    <a:pt x="30239" y="2019"/>
                  </a:cubicBezTo>
                  <a:cubicBezTo>
                    <a:pt x="29283" y="2019"/>
                    <a:pt x="28339" y="2522"/>
                    <a:pt x="27824" y="3333"/>
                  </a:cubicBezTo>
                  <a:cubicBezTo>
                    <a:pt x="28395" y="2329"/>
                    <a:pt x="28372" y="1005"/>
                    <a:pt x="2775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71" name="Google Shape;1071;p62"/>
          <p:cNvSpPr/>
          <p:nvPr/>
        </p:nvSpPr>
        <p:spPr>
          <a:xfrm>
            <a:off x="6322593" y="3878551"/>
            <a:ext cx="904213" cy="1339697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2" name="Google Shape;1072;p62"/>
          <p:cNvSpPr/>
          <p:nvPr/>
        </p:nvSpPr>
        <p:spPr>
          <a:xfrm rot="783234">
            <a:off x="-897830" y="4006315"/>
            <a:ext cx="1699397" cy="1359253"/>
          </a:xfrm>
          <a:custGeom>
            <a:rect b="b" l="l" r="r" t="t"/>
            <a:pathLst>
              <a:path extrusionOk="0" h="50371" w="62976">
                <a:moveTo>
                  <a:pt x="58341" y="1"/>
                </a:moveTo>
                <a:cubicBezTo>
                  <a:pt x="58190" y="1"/>
                  <a:pt x="58038" y="12"/>
                  <a:pt x="57886" y="34"/>
                </a:cubicBezTo>
                <a:cubicBezTo>
                  <a:pt x="56174" y="285"/>
                  <a:pt x="54964" y="1860"/>
                  <a:pt x="54371" y="3481"/>
                </a:cubicBezTo>
                <a:cubicBezTo>
                  <a:pt x="53503" y="5832"/>
                  <a:pt x="53595" y="8388"/>
                  <a:pt x="53435" y="10899"/>
                </a:cubicBezTo>
                <a:cubicBezTo>
                  <a:pt x="53275" y="13387"/>
                  <a:pt x="52750" y="16034"/>
                  <a:pt x="50992" y="17815"/>
                </a:cubicBezTo>
                <a:cubicBezTo>
                  <a:pt x="48984" y="19892"/>
                  <a:pt x="45857" y="20303"/>
                  <a:pt x="43255" y="21558"/>
                </a:cubicBezTo>
                <a:cubicBezTo>
                  <a:pt x="41109" y="22585"/>
                  <a:pt x="39283" y="24252"/>
                  <a:pt x="38051" y="26283"/>
                </a:cubicBezTo>
                <a:cubicBezTo>
                  <a:pt x="36270" y="29205"/>
                  <a:pt x="35745" y="32857"/>
                  <a:pt x="33600" y="35550"/>
                </a:cubicBezTo>
                <a:cubicBezTo>
                  <a:pt x="31751" y="37878"/>
                  <a:pt x="28829" y="39248"/>
                  <a:pt x="25862" y="39544"/>
                </a:cubicBezTo>
                <a:cubicBezTo>
                  <a:pt x="23762" y="39773"/>
                  <a:pt x="21616" y="39499"/>
                  <a:pt x="19539" y="39887"/>
                </a:cubicBezTo>
                <a:cubicBezTo>
                  <a:pt x="16047" y="40549"/>
                  <a:pt x="13194" y="42968"/>
                  <a:pt x="10341" y="45091"/>
                </a:cubicBezTo>
                <a:cubicBezTo>
                  <a:pt x="7671" y="47061"/>
                  <a:pt x="4608" y="48914"/>
                  <a:pt x="878" y="48914"/>
                </a:cubicBezTo>
                <a:cubicBezTo>
                  <a:pt x="589" y="48914"/>
                  <a:pt x="297" y="48903"/>
                  <a:pt x="1" y="48880"/>
                </a:cubicBezTo>
                <a:lnTo>
                  <a:pt x="1" y="48880"/>
                </a:lnTo>
                <a:cubicBezTo>
                  <a:pt x="1602" y="49874"/>
                  <a:pt x="3492" y="50371"/>
                  <a:pt x="5384" y="50371"/>
                </a:cubicBezTo>
                <a:cubicBezTo>
                  <a:pt x="7402" y="50371"/>
                  <a:pt x="9421" y="49806"/>
                  <a:pt x="11094" y="48675"/>
                </a:cubicBezTo>
                <a:cubicBezTo>
                  <a:pt x="12281" y="47853"/>
                  <a:pt x="13308" y="46803"/>
                  <a:pt x="14563" y="46072"/>
                </a:cubicBezTo>
                <a:cubicBezTo>
                  <a:pt x="16350" y="45060"/>
                  <a:pt x="18397" y="44844"/>
                  <a:pt x="20484" y="44844"/>
                </a:cubicBezTo>
                <a:cubicBezTo>
                  <a:pt x="21784" y="44844"/>
                  <a:pt x="23100" y="44928"/>
                  <a:pt x="24378" y="44954"/>
                </a:cubicBezTo>
                <a:cubicBezTo>
                  <a:pt x="24588" y="44958"/>
                  <a:pt x="24798" y="44959"/>
                  <a:pt x="25009" y="44959"/>
                </a:cubicBezTo>
                <a:cubicBezTo>
                  <a:pt x="28796" y="44959"/>
                  <a:pt x="32604" y="44364"/>
                  <a:pt x="36042" y="42786"/>
                </a:cubicBezTo>
                <a:cubicBezTo>
                  <a:pt x="39694" y="41119"/>
                  <a:pt x="42867" y="38312"/>
                  <a:pt x="44556" y="34705"/>
                </a:cubicBezTo>
                <a:cubicBezTo>
                  <a:pt x="45514" y="32674"/>
                  <a:pt x="46062" y="30323"/>
                  <a:pt x="47683" y="28771"/>
                </a:cubicBezTo>
                <a:cubicBezTo>
                  <a:pt x="49486" y="27059"/>
                  <a:pt x="52179" y="26739"/>
                  <a:pt x="54462" y="25712"/>
                </a:cubicBezTo>
                <a:cubicBezTo>
                  <a:pt x="57680" y="24252"/>
                  <a:pt x="60054" y="21261"/>
                  <a:pt x="61355" y="17975"/>
                </a:cubicBezTo>
                <a:cubicBezTo>
                  <a:pt x="62656" y="14688"/>
                  <a:pt x="62976" y="11081"/>
                  <a:pt x="62953" y="7543"/>
                </a:cubicBezTo>
                <a:cubicBezTo>
                  <a:pt x="62953" y="5832"/>
                  <a:pt x="62839" y="4051"/>
                  <a:pt x="62040" y="2522"/>
                </a:cubicBezTo>
                <a:cubicBezTo>
                  <a:pt x="61312" y="1129"/>
                  <a:pt x="59884" y="1"/>
                  <a:pt x="58341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3" name="Google Shape;1073;p62"/>
          <p:cNvSpPr/>
          <p:nvPr/>
        </p:nvSpPr>
        <p:spPr>
          <a:xfrm rot="1607863">
            <a:off x="-2808" y="3477367"/>
            <a:ext cx="449022" cy="1683379"/>
          </a:xfrm>
          <a:custGeom>
            <a:rect b="b" l="l" r="r" t="t"/>
            <a:pathLst>
              <a:path extrusionOk="0" h="62387" w="16641">
                <a:moveTo>
                  <a:pt x="5438" y="1"/>
                </a:moveTo>
                <a:cubicBezTo>
                  <a:pt x="5170" y="1"/>
                  <a:pt x="4901" y="24"/>
                  <a:pt x="4634" y="73"/>
                </a:cubicBezTo>
                <a:cubicBezTo>
                  <a:pt x="2831" y="415"/>
                  <a:pt x="1393" y="1853"/>
                  <a:pt x="708" y="3543"/>
                </a:cubicBezTo>
                <a:cubicBezTo>
                  <a:pt x="0" y="5232"/>
                  <a:pt x="0" y="7103"/>
                  <a:pt x="274" y="8906"/>
                </a:cubicBezTo>
                <a:cubicBezTo>
                  <a:pt x="959" y="13152"/>
                  <a:pt x="3173" y="16964"/>
                  <a:pt x="4839" y="20913"/>
                </a:cubicBezTo>
                <a:cubicBezTo>
                  <a:pt x="6483" y="24884"/>
                  <a:pt x="7579" y="29472"/>
                  <a:pt x="5912" y="33421"/>
                </a:cubicBezTo>
                <a:cubicBezTo>
                  <a:pt x="5136" y="35224"/>
                  <a:pt x="3858" y="36776"/>
                  <a:pt x="3196" y="38602"/>
                </a:cubicBezTo>
                <a:cubicBezTo>
                  <a:pt x="2078" y="41752"/>
                  <a:pt x="2945" y="45267"/>
                  <a:pt x="3972" y="48440"/>
                </a:cubicBezTo>
                <a:cubicBezTo>
                  <a:pt x="4520" y="50083"/>
                  <a:pt x="5091" y="51727"/>
                  <a:pt x="5227" y="53461"/>
                </a:cubicBezTo>
                <a:cubicBezTo>
                  <a:pt x="5433" y="56566"/>
                  <a:pt x="4109" y="59556"/>
                  <a:pt x="2831" y="62386"/>
                </a:cubicBezTo>
                <a:cubicBezTo>
                  <a:pt x="7738" y="57889"/>
                  <a:pt x="9975" y="51110"/>
                  <a:pt x="9359" y="44560"/>
                </a:cubicBezTo>
                <a:cubicBezTo>
                  <a:pt x="9199" y="42802"/>
                  <a:pt x="8834" y="40999"/>
                  <a:pt x="9222" y="39264"/>
                </a:cubicBezTo>
                <a:cubicBezTo>
                  <a:pt x="9633" y="37392"/>
                  <a:pt x="10843" y="35817"/>
                  <a:pt x="11824" y="34174"/>
                </a:cubicBezTo>
                <a:cubicBezTo>
                  <a:pt x="16640" y="26117"/>
                  <a:pt x="15887" y="15777"/>
                  <a:pt x="12577" y="7012"/>
                </a:cubicBezTo>
                <a:cubicBezTo>
                  <a:pt x="11915" y="5209"/>
                  <a:pt x="11116" y="3406"/>
                  <a:pt x="9793" y="2036"/>
                </a:cubicBezTo>
                <a:cubicBezTo>
                  <a:pt x="8658" y="842"/>
                  <a:pt x="7053" y="1"/>
                  <a:pt x="5438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74" name="Google Shape;1074;p62"/>
          <p:cNvGrpSpPr/>
          <p:nvPr/>
        </p:nvGrpSpPr>
        <p:grpSpPr>
          <a:xfrm>
            <a:off x="-117729" y="1733810"/>
            <a:ext cx="874530" cy="1481072"/>
            <a:chOff x="-117729" y="1733810"/>
            <a:chExt cx="874530" cy="1481072"/>
          </a:xfrm>
        </p:grpSpPr>
        <p:sp>
          <p:nvSpPr>
            <p:cNvPr id="1075" name="Google Shape;1075;p62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6" name="Google Shape;1076;p62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7" name="Google Shape;1077;p62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78" name="Google Shape;1078;p62"/>
          <p:cNvSpPr/>
          <p:nvPr/>
        </p:nvSpPr>
        <p:spPr>
          <a:xfrm flipH="1">
            <a:off x="3198968" y="305926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9" name="Google Shape;1079;p62"/>
          <p:cNvSpPr/>
          <p:nvPr/>
        </p:nvSpPr>
        <p:spPr>
          <a:xfrm flipH="1">
            <a:off x="5914460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0" name="Google Shape;1080;p62"/>
          <p:cNvSpPr/>
          <p:nvPr/>
        </p:nvSpPr>
        <p:spPr>
          <a:xfrm flipH="1">
            <a:off x="8154831" y="2548831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1" name="Google Shape;1081;p62"/>
          <p:cNvSpPr/>
          <p:nvPr/>
        </p:nvSpPr>
        <p:spPr>
          <a:xfrm flipH="1">
            <a:off x="1339431" y="79085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2" name="Google Shape;1082;p62"/>
          <p:cNvSpPr/>
          <p:nvPr/>
        </p:nvSpPr>
        <p:spPr>
          <a:xfrm rot="-2700000">
            <a:off x="8464830" y="648414"/>
            <a:ext cx="122997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3" name="Google Shape;1083;p62"/>
          <p:cNvSpPr/>
          <p:nvPr/>
        </p:nvSpPr>
        <p:spPr>
          <a:xfrm flipH="1">
            <a:off x="3549635" y="48333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4" name="Google Shape;1084;p62"/>
          <p:cNvSpPr/>
          <p:nvPr/>
        </p:nvSpPr>
        <p:spPr>
          <a:xfrm>
            <a:off x="5932975" y="4843202"/>
            <a:ext cx="93021" cy="11342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85" name="Google Shape;1085;p62"/>
          <p:cNvGrpSpPr/>
          <p:nvPr/>
        </p:nvGrpSpPr>
        <p:grpSpPr>
          <a:xfrm flipH="1" rot="2700000">
            <a:off x="4317482" y="3867977"/>
            <a:ext cx="874521" cy="1481058"/>
            <a:chOff x="-117729" y="1733810"/>
            <a:chExt cx="874530" cy="1481072"/>
          </a:xfrm>
        </p:grpSpPr>
        <p:sp>
          <p:nvSpPr>
            <p:cNvPr id="1086" name="Google Shape;1086;p62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7" name="Google Shape;1087;p62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8" name="Google Shape;1088;p62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89" name="Google Shape;1089;p62"/>
          <p:cNvSpPr/>
          <p:nvPr/>
        </p:nvSpPr>
        <p:spPr>
          <a:xfrm flipH="1">
            <a:off x="1917193" y="3878551"/>
            <a:ext cx="904213" cy="1339697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51.xml"/><Relationship Id="rId42" Type="http://schemas.openxmlformats.org/officeDocument/2006/relationships/slideLayout" Target="../slideLayouts/slideLayout53.xml"/><Relationship Id="rId41" Type="http://schemas.openxmlformats.org/officeDocument/2006/relationships/slideLayout" Target="../slideLayouts/slideLayout52.xml"/><Relationship Id="rId44" Type="http://schemas.openxmlformats.org/officeDocument/2006/relationships/slideLayout" Target="../slideLayouts/slideLayout55.xml"/><Relationship Id="rId43" Type="http://schemas.openxmlformats.org/officeDocument/2006/relationships/slideLayout" Target="../slideLayouts/slideLayout54.xml"/><Relationship Id="rId46" Type="http://schemas.openxmlformats.org/officeDocument/2006/relationships/slideLayout" Target="../slideLayouts/slideLayout57.xml"/><Relationship Id="rId45" Type="http://schemas.openxmlformats.org/officeDocument/2006/relationships/slideLayout" Target="../slideLayouts/slideLayout56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48" Type="http://schemas.openxmlformats.org/officeDocument/2006/relationships/slideLayout" Target="../slideLayouts/slideLayout59.xml"/><Relationship Id="rId47" Type="http://schemas.openxmlformats.org/officeDocument/2006/relationships/slideLayout" Target="../slideLayouts/slideLayout58.xml"/><Relationship Id="rId49" Type="http://schemas.openxmlformats.org/officeDocument/2006/relationships/slideLayout" Target="../slideLayouts/slideLayout6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1.xml"/><Relationship Id="rId33" Type="http://schemas.openxmlformats.org/officeDocument/2006/relationships/slideLayout" Target="../slideLayouts/slideLayout44.xml"/><Relationship Id="rId32" Type="http://schemas.openxmlformats.org/officeDocument/2006/relationships/slideLayout" Target="../slideLayouts/slideLayout43.xml"/><Relationship Id="rId35" Type="http://schemas.openxmlformats.org/officeDocument/2006/relationships/slideLayout" Target="../slideLayouts/slideLayout46.xml"/><Relationship Id="rId34" Type="http://schemas.openxmlformats.org/officeDocument/2006/relationships/slideLayout" Target="../slideLayouts/slideLayout45.xml"/><Relationship Id="rId37" Type="http://schemas.openxmlformats.org/officeDocument/2006/relationships/slideLayout" Target="../slideLayouts/slideLayout48.xml"/><Relationship Id="rId36" Type="http://schemas.openxmlformats.org/officeDocument/2006/relationships/slideLayout" Target="../slideLayouts/slideLayout47.xml"/><Relationship Id="rId39" Type="http://schemas.openxmlformats.org/officeDocument/2006/relationships/slideLayout" Target="../slideLayouts/slideLayout50.xml"/><Relationship Id="rId38" Type="http://schemas.openxmlformats.org/officeDocument/2006/relationships/slideLayout" Target="../slideLayouts/slideLayout49.xml"/><Relationship Id="rId20" Type="http://schemas.openxmlformats.org/officeDocument/2006/relationships/slideLayout" Target="../slideLayouts/slideLayout31.xml"/><Relationship Id="rId22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32.xml"/><Relationship Id="rId24" Type="http://schemas.openxmlformats.org/officeDocument/2006/relationships/slideLayout" Target="../slideLayouts/slideLayout35.xml"/><Relationship Id="rId23" Type="http://schemas.openxmlformats.org/officeDocument/2006/relationships/slideLayout" Target="../slideLayouts/slideLayout34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29" Type="http://schemas.openxmlformats.org/officeDocument/2006/relationships/slideLayout" Target="../slideLayouts/slideLayout40.xml"/><Relationship Id="rId50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2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71505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Archivo Black"/>
              <a:buNone/>
              <a:defRPr sz="3000">
                <a:solidFill>
                  <a:schemeClr val="accent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fortaa"/>
              <a:buChar char="●"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1pPr>
            <a:lvl2pPr indent="-317500" lvl="1" marL="914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fortaa"/>
              <a:buChar char="○"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2pPr>
            <a:lvl3pPr indent="-317500" lvl="2" marL="1371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fortaa"/>
              <a:buChar char="■"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3pPr>
            <a:lvl4pPr indent="-317500" lvl="3" marL="1828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fortaa"/>
              <a:buChar char="●"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4pPr>
            <a:lvl5pPr indent="-317500" lvl="4" marL="22860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fortaa"/>
              <a:buChar char="○"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5pPr>
            <a:lvl6pPr indent="-317500" lvl="5" marL="27432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fortaa"/>
              <a:buChar char="■"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6pPr>
            <a:lvl7pPr indent="-317500" lvl="6" marL="3200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fortaa"/>
              <a:buChar char="●"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7pPr>
            <a:lvl8pPr indent="-317500" lvl="7" marL="3657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fortaa"/>
              <a:buChar char="○"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8pPr>
            <a:lvl9pPr indent="-317500" lvl="8" marL="411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Comfortaa"/>
              <a:buChar char="■"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04384" y="46736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>
              <a:buNone/>
              <a:defRPr sz="13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>
              <a:buNone/>
              <a:defRPr sz="13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>
              <a:buNone/>
              <a:defRPr sz="13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>
              <a:buNone/>
              <a:defRPr sz="13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>
              <a:buNone/>
              <a:defRPr sz="13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>
              <a:buNone/>
              <a:defRPr sz="13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>
              <a:buNone/>
              <a:defRPr sz="13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>
              <a:buNone/>
              <a:defRPr sz="13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  <p:sldLayoutId id="2147483705" r:id="rId47"/>
    <p:sldLayoutId id="2147483706" r:id="rId48"/>
    <p:sldLayoutId id="2147483707" r:id="rId4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Relationship Id="rId3" Type="http://schemas.openxmlformats.org/officeDocument/2006/relationships/comments" Target="../comments/comment1.xml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Relationship Id="rId3" Type="http://schemas.openxmlformats.org/officeDocument/2006/relationships/comments" Target="../comments/comment2.xml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lazic.de/en/competence/" TargetMode="External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093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4" name="Google Shape;1094;p63"/>
          <p:cNvGrpSpPr/>
          <p:nvPr/>
        </p:nvGrpSpPr>
        <p:grpSpPr>
          <a:xfrm>
            <a:off x="352211" y="568246"/>
            <a:ext cx="3853038" cy="3794403"/>
            <a:chOff x="352211" y="568246"/>
            <a:chExt cx="3853038" cy="3794403"/>
          </a:xfrm>
        </p:grpSpPr>
        <p:sp>
          <p:nvSpPr>
            <p:cNvPr id="1095" name="Google Shape;1095;p63"/>
            <p:cNvSpPr/>
            <p:nvPr/>
          </p:nvSpPr>
          <p:spPr>
            <a:xfrm flipH="1" rot="795376">
              <a:off x="617651" y="1316546"/>
              <a:ext cx="3322157" cy="2701195"/>
            </a:xfrm>
            <a:custGeom>
              <a:rect b="b" l="l" r="r" t="t"/>
              <a:pathLst>
                <a:path extrusionOk="0" h="123510" w="151903">
                  <a:moveTo>
                    <a:pt x="85979" y="1"/>
                  </a:moveTo>
                  <a:cubicBezTo>
                    <a:pt x="83192" y="1"/>
                    <a:pt x="80401" y="216"/>
                    <a:pt x="77697" y="573"/>
                  </a:cubicBezTo>
                  <a:cubicBezTo>
                    <a:pt x="69572" y="1669"/>
                    <a:pt x="61423" y="3837"/>
                    <a:pt x="54553" y="8334"/>
                  </a:cubicBezTo>
                  <a:cubicBezTo>
                    <a:pt x="47705" y="12807"/>
                    <a:pt x="42204" y="19837"/>
                    <a:pt x="40903" y="27940"/>
                  </a:cubicBezTo>
                  <a:cubicBezTo>
                    <a:pt x="39899" y="34195"/>
                    <a:pt x="41360" y="40882"/>
                    <a:pt x="38894" y="46726"/>
                  </a:cubicBezTo>
                  <a:cubicBezTo>
                    <a:pt x="33348" y="60010"/>
                    <a:pt x="12851" y="59485"/>
                    <a:pt x="4383" y="71149"/>
                  </a:cubicBezTo>
                  <a:cubicBezTo>
                    <a:pt x="776" y="76125"/>
                    <a:pt x="0" y="83041"/>
                    <a:pt x="2442" y="88678"/>
                  </a:cubicBezTo>
                  <a:cubicBezTo>
                    <a:pt x="4862" y="94339"/>
                    <a:pt x="10408" y="98516"/>
                    <a:pt x="16503" y="99338"/>
                  </a:cubicBezTo>
                  <a:cubicBezTo>
                    <a:pt x="17558" y="99477"/>
                    <a:pt x="18632" y="99525"/>
                    <a:pt x="19713" y="99525"/>
                  </a:cubicBezTo>
                  <a:cubicBezTo>
                    <a:pt x="21984" y="99525"/>
                    <a:pt x="24291" y="99316"/>
                    <a:pt x="26535" y="99316"/>
                  </a:cubicBezTo>
                  <a:cubicBezTo>
                    <a:pt x="29164" y="99316"/>
                    <a:pt x="31707" y="99602"/>
                    <a:pt x="34010" y="100844"/>
                  </a:cubicBezTo>
                  <a:cubicBezTo>
                    <a:pt x="39168" y="103629"/>
                    <a:pt x="40949" y="110043"/>
                    <a:pt x="44669" y="114585"/>
                  </a:cubicBezTo>
                  <a:cubicBezTo>
                    <a:pt x="50413" y="121601"/>
                    <a:pt x="60120" y="123509"/>
                    <a:pt x="69351" y="123509"/>
                  </a:cubicBezTo>
                  <a:cubicBezTo>
                    <a:pt x="70391" y="123509"/>
                    <a:pt x="71426" y="123485"/>
                    <a:pt x="72448" y="123441"/>
                  </a:cubicBezTo>
                  <a:cubicBezTo>
                    <a:pt x="86143" y="122871"/>
                    <a:pt x="99747" y="119812"/>
                    <a:pt x="112392" y="114448"/>
                  </a:cubicBezTo>
                  <a:cubicBezTo>
                    <a:pt x="122230" y="110271"/>
                    <a:pt x="131679" y="100936"/>
                    <a:pt x="139417" y="91029"/>
                  </a:cubicBezTo>
                  <a:cubicBezTo>
                    <a:pt x="147132" y="81123"/>
                    <a:pt x="151903" y="68547"/>
                    <a:pt x="150784" y="56038"/>
                  </a:cubicBezTo>
                  <a:cubicBezTo>
                    <a:pt x="149688" y="43507"/>
                    <a:pt x="142065" y="31341"/>
                    <a:pt x="130515" y="26434"/>
                  </a:cubicBezTo>
                  <a:cubicBezTo>
                    <a:pt x="127457" y="25133"/>
                    <a:pt x="124147" y="24311"/>
                    <a:pt x="121339" y="22531"/>
                  </a:cubicBezTo>
                  <a:cubicBezTo>
                    <a:pt x="115702" y="18947"/>
                    <a:pt x="113031" y="12168"/>
                    <a:pt x="108238" y="7512"/>
                  </a:cubicBezTo>
                  <a:cubicBezTo>
                    <a:pt x="102437" y="1882"/>
                    <a:pt x="94226" y="1"/>
                    <a:pt x="85979" y="1"/>
                  </a:cubicBezTo>
                  <a:close/>
                </a:path>
              </a:pathLst>
            </a:custGeom>
            <a:solidFill>
              <a:schemeClr val="lt1">
                <a:alpha val="4024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6" name="Google Shape;1096;p63"/>
            <p:cNvSpPr/>
            <p:nvPr/>
          </p:nvSpPr>
          <p:spPr>
            <a:xfrm flipH="1" rot="-876773">
              <a:off x="3212730" y="1460677"/>
              <a:ext cx="336972" cy="830402"/>
            </a:xfrm>
            <a:custGeom>
              <a:rect b="b" l="l" r="r" t="t"/>
              <a:pathLst>
                <a:path extrusionOk="0" h="37970" w="15408">
                  <a:moveTo>
                    <a:pt x="12704" y="1"/>
                  </a:moveTo>
                  <a:cubicBezTo>
                    <a:pt x="12161" y="1"/>
                    <a:pt x="11591" y="396"/>
                    <a:pt x="11208" y="832"/>
                  </a:cubicBezTo>
                  <a:cubicBezTo>
                    <a:pt x="9884" y="2384"/>
                    <a:pt x="9450" y="4621"/>
                    <a:pt x="10112" y="6539"/>
                  </a:cubicBezTo>
                  <a:cubicBezTo>
                    <a:pt x="10226" y="6881"/>
                    <a:pt x="10340" y="7474"/>
                    <a:pt x="10500" y="8045"/>
                  </a:cubicBezTo>
                  <a:cubicBezTo>
                    <a:pt x="10592" y="8365"/>
                    <a:pt x="10728" y="8707"/>
                    <a:pt x="11025" y="8867"/>
                  </a:cubicBezTo>
                  <a:cubicBezTo>
                    <a:pt x="11126" y="8913"/>
                    <a:pt x="11235" y="8934"/>
                    <a:pt x="11347" y="8934"/>
                  </a:cubicBezTo>
                  <a:cubicBezTo>
                    <a:pt x="11563" y="8934"/>
                    <a:pt x="11788" y="8858"/>
                    <a:pt x="11984" y="8753"/>
                  </a:cubicBezTo>
                  <a:cubicBezTo>
                    <a:pt x="13057" y="8205"/>
                    <a:pt x="13650" y="6812"/>
                    <a:pt x="13308" y="5626"/>
                  </a:cubicBezTo>
                  <a:cubicBezTo>
                    <a:pt x="13194" y="5283"/>
                    <a:pt x="13011" y="4941"/>
                    <a:pt x="12965" y="4576"/>
                  </a:cubicBezTo>
                  <a:cubicBezTo>
                    <a:pt x="12851" y="3777"/>
                    <a:pt x="13308" y="3023"/>
                    <a:pt x="13604" y="2293"/>
                  </a:cubicBezTo>
                  <a:cubicBezTo>
                    <a:pt x="13901" y="1540"/>
                    <a:pt x="13901" y="490"/>
                    <a:pt x="13194" y="125"/>
                  </a:cubicBezTo>
                  <a:cubicBezTo>
                    <a:pt x="13037" y="38"/>
                    <a:pt x="12872" y="1"/>
                    <a:pt x="12704" y="1"/>
                  </a:cubicBezTo>
                  <a:close/>
                  <a:moveTo>
                    <a:pt x="12346" y="25709"/>
                  </a:moveTo>
                  <a:cubicBezTo>
                    <a:pt x="11697" y="25709"/>
                    <a:pt x="11102" y="26151"/>
                    <a:pt x="10797" y="26739"/>
                  </a:cubicBezTo>
                  <a:cubicBezTo>
                    <a:pt x="10477" y="27332"/>
                    <a:pt x="10455" y="28063"/>
                    <a:pt x="10546" y="28748"/>
                  </a:cubicBezTo>
                  <a:cubicBezTo>
                    <a:pt x="10637" y="29546"/>
                    <a:pt x="10911" y="30368"/>
                    <a:pt x="11436" y="30984"/>
                  </a:cubicBezTo>
                  <a:cubicBezTo>
                    <a:pt x="11924" y="31579"/>
                    <a:pt x="12650" y="31996"/>
                    <a:pt x="13392" y="31996"/>
                  </a:cubicBezTo>
                  <a:cubicBezTo>
                    <a:pt x="13448" y="31996"/>
                    <a:pt x="13503" y="31994"/>
                    <a:pt x="13559" y="31989"/>
                  </a:cubicBezTo>
                  <a:cubicBezTo>
                    <a:pt x="14700" y="31920"/>
                    <a:pt x="15408" y="30779"/>
                    <a:pt x="15385" y="29820"/>
                  </a:cubicBezTo>
                  <a:cubicBezTo>
                    <a:pt x="15362" y="28862"/>
                    <a:pt x="14814" y="27994"/>
                    <a:pt x="14266" y="27195"/>
                  </a:cubicBezTo>
                  <a:cubicBezTo>
                    <a:pt x="13810" y="26511"/>
                    <a:pt x="13262" y="25780"/>
                    <a:pt x="12440" y="25712"/>
                  </a:cubicBezTo>
                  <a:cubicBezTo>
                    <a:pt x="12409" y="25710"/>
                    <a:pt x="12377" y="25709"/>
                    <a:pt x="12346" y="25709"/>
                  </a:cubicBezTo>
                  <a:close/>
                  <a:moveTo>
                    <a:pt x="5673" y="4283"/>
                  </a:moveTo>
                  <a:cubicBezTo>
                    <a:pt x="5173" y="4283"/>
                    <a:pt x="4665" y="4409"/>
                    <a:pt x="4223" y="4644"/>
                  </a:cubicBezTo>
                  <a:cubicBezTo>
                    <a:pt x="3196" y="5169"/>
                    <a:pt x="2489" y="6173"/>
                    <a:pt x="1941" y="7201"/>
                  </a:cubicBezTo>
                  <a:cubicBezTo>
                    <a:pt x="480" y="9962"/>
                    <a:pt x="1" y="13158"/>
                    <a:pt x="69" y="16285"/>
                  </a:cubicBezTo>
                  <a:cubicBezTo>
                    <a:pt x="229" y="24571"/>
                    <a:pt x="4178" y="32696"/>
                    <a:pt x="10569" y="37969"/>
                  </a:cubicBezTo>
                  <a:cubicBezTo>
                    <a:pt x="10578" y="37969"/>
                    <a:pt x="10588" y="37969"/>
                    <a:pt x="10598" y="37969"/>
                  </a:cubicBezTo>
                  <a:cubicBezTo>
                    <a:pt x="11497" y="37969"/>
                    <a:pt x="12211" y="36932"/>
                    <a:pt x="12121" y="36029"/>
                  </a:cubicBezTo>
                  <a:cubicBezTo>
                    <a:pt x="12030" y="35116"/>
                    <a:pt x="11413" y="34363"/>
                    <a:pt x="10797" y="33655"/>
                  </a:cubicBezTo>
                  <a:cubicBezTo>
                    <a:pt x="7487" y="29798"/>
                    <a:pt x="4200" y="25347"/>
                    <a:pt x="4178" y="20257"/>
                  </a:cubicBezTo>
                  <a:cubicBezTo>
                    <a:pt x="4155" y="16468"/>
                    <a:pt x="5981" y="12930"/>
                    <a:pt x="7442" y="9415"/>
                  </a:cubicBezTo>
                  <a:cubicBezTo>
                    <a:pt x="8058" y="7977"/>
                    <a:pt x="8537" y="6128"/>
                    <a:pt x="7442" y="4986"/>
                  </a:cubicBezTo>
                  <a:cubicBezTo>
                    <a:pt x="6986" y="4505"/>
                    <a:pt x="6337" y="4283"/>
                    <a:pt x="5673" y="4283"/>
                  </a:cubicBezTo>
                  <a:close/>
                </a:path>
              </a:pathLst>
            </a:custGeom>
            <a:solidFill>
              <a:schemeClr val="lt1">
                <a:alpha val="4024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7" name="Google Shape;1097;p63"/>
            <p:cNvSpPr/>
            <p:nvPr/>
          </p:nvSpPr>
          <p:spPr>
            <a:xfrm flipH="1" rot="-775882">
              <a:off x="958400" y="769759"/>
              <a:ext cx="1870428" cy="612953"/>
            </a:xfrm>
            <a:custGeom>
              <a:rect b="b" l="l" r="r" t="t"/>
              <a:pathLst>
                <a:path extrusionOk="0" h="30601" w="93379">
                  <a:moveTo>
                    <a:pt x="23387" y="1"/>
                  </a:moveTo>
                  <a:cubicBezTo>
                    <a:pt x="18934" y="1"/>
                    <a:pt x="14513" y="646"/>
                    <a:pt x="10272" y="2087"/>
                  </a:cubicBezTo>
                  <a:cubicBezTo>
                    <a:pt x="7054" y="3183"/>
                    <a:pt x="3812" y="4849"/>
                    <a:pt x="1941" y="7679"/>
                  </a:cubicBezTo>
                  <a:cubicBezTo>
                    <a:pt x="69" y="10532"/>
                    <a:pt x="1" y="14778"/>
                    <a:pt x="2557" y="17038"/>
                  </a:cubicBezTo>
                  <a:cubicBezTo>
                    <a:pt x="4293" y="18562"/>
                    <a:pt x="6736" y="18869"/>
                    <a:pt x="9067" y="18869"/>
                  </a:cubicBezTo>
                  <a:cubicBezTo>
                    <a:pt x="9249" y="18869"/>
                    <a:pt x="9430" y="18867"/>
                    <a:pt x="9610" y="18864"/>
                  </a:cubicBezTo>
                  <a:cubicBezTo>
                    <a:pt x="15682" y="18727"/>
                    <a:pt x="21685" y="17426"/>
                    <a:pt x="27733" y="17426"/>
                  </a:cubicBezTo>
                  <a:cubicBezTo>
                    <a:pt x="36886" y="17426"/>
                    <a:pt x="45606" y="20393"/>
                    <a:pt x="54028" y="23680"/>
                  </a:cubicBezTo>
                  <a:cubicBezTo>
                    <a:pt x="58251" y="25346"/>
                    <a:pt x="62496" y="27560"/>
                    <a:pt x="66856" y="28793"/>
                  </a:cubicBezTo>
                  <a:cubicBezTo>
                    <a:pt x="70246" y="29736"/>
                    <a:pt x="74852" y="30600"/>
                    <a:pt x="79257" y="30600"/>
                  </a:cubicBezTo>
                  <a:cubicBezTo>
                    <a:pt x="82742" y="30600"/>
                    <a:pt x="86101" y="30059"/>
                    <a:pt x="88631" y="28587"/>
                  </a:cubicBezTo>
                  <a:cubicBezTo>
                    <a:pt x="91507" y="26921"/>
                    <a:pt x="93379" y="23018"/>
                    <a:pt x="91690" y="20142"/>
                  </a:cubicBezTo>
                  <a:cubicBezTo>
                    <a:pt x="90617" y="18339"/>
                    <a:pt x="88449" y="17426"/>
                    <a:pt x="86372" y="17220"/>
                  </a:cubicBezTo>
                  <a:cubicBezTo>
                    <a:pt x="85885" y="17167"/>
                    <a:pt x="85399" y="17146"/>
                    <a:pt x="84913" y="17146"/>
                  </a:cubicBezTo>
                  <a:cubicBezTo>
                    <a:pt x="83300" y="17146"/>
                    <a:pt x="81686" y="17378"/>
                    <a:pt x="80072" y="17448"/>
                  </a:cubicBezTo>
                  <a:cubicBezTo>
                    <a:pt x="79696" y="17464"/>
                    <a:pt x="79322" y="17472"/>
                    <a:pt x="78950" y="17472"/>
                  </a:cubicBezTo>
                  <a:cubicBezTo>
                    <a:pt x="67521" y="17472"/>
                    <a:pt x="57406" y="10172"/>
                    <a:pt x="46907" y="5420"/>
                  </a:cubicBezTo>
                  <a:cubicBezTo>
                    <a:pt x="39550" y="2101"/>
                    <a:pt x="31418" y="1"/>
                    <a:pt x="23387" y="1"/>
                  </a:cubicBezTo>
                  <a:close/>
                </a:path>
              </a:pathLst>
            </a:custGeom>
            <a:solidFill>
              <a:schemeClr val="lt1">
                <a:alpha val="4024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8" name="Google Shape;1098;p63"/>
          <p:cNvSpPr txBox="1"/>
          <p:nvPr>
            <p:ph type="ctrTitle"/>
          </p:nvPr>
        </p:nvSpPr>
        <p:spPr>
          <a:xfrm>
            <a:off x="3762275" y="2266426"/>
            <a:ext cx="4661100" cy="153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Modeling Project:</a:t>
            </a:r>
            <a:endParaRPr sz="2800"/>
          </a:p>
          <a:p>
            <a:pPr indent="0" lvl="0" marL="0" rtl="0" algn="ctr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2800"/>
              <a:t>Aneurysm Clip</a:t>
            </a:r>
            <a:endParaRPr sz="2800"/>
          </a:p>
        </p:txBody>
      </p:sp>
      <p:sp>
        <p:nvSpPr>
          <p:cNvPr id="1099" name="Google Shape;1099;p63"/>
          <p:cNvSpPr txBox="1"/>
          <p:nvPr>
            <p:ph idx="1" type="subTitle"/>
          </p:nvPr>
        </p:nvSpPr>
        <p:spPr>
          <a:xfrm>
            <a:off x="3767200" y="3154424"/>
            <a:ext cx="4661100" cy="40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Prince Mundy, Brian Ngo, Omid Ghofrani, Isaac Hoyt</a:t>
            </a:r>
            <a:endParaRPr sz="2200"/>
          </a:p>
        </p:txBody>
      </p:sp>
      <p:grpSp>
        <p:nvGrpSpPr>
          <p:cNvPr id="1100" name="Google Shape;1100;p63"/>
          <p:cNvGrpSpPr/>
          <p:nvPr/>
        </p:nvGrpSpPr>
        <p:grpSpPr>
          <a:xfrm>
            <a:off x="2011921" y="1273710"/>
            <a:ext cx="874530" cy="1481072"/>
            <a:chOff x="-117729" y="1733810"/>
            <a:chExt cx="874530" cy="1481072"/>
          </a:xfrm>
        </p:grpSpPr>
        <p:sp>
          <p:nvSpPr>
            <p:cNvPr id="1101" name="Google Shape;1101;p63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" name="Google Shape;1102;p63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" name="Google Shape;1103;p63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04" name="Google Shape;1104;p63"/>
          <p:cNvGrpSpPr/>
          <p:nvPr/>
        </p:nvGrpSpPr>
        <p:grpSpPr>
          <a:xfrm>
            <a:off x="2887743" y="2397645"/>
            <a:ext cx="413267" cy="807808"/>
            <a:chOff x="2887743" y="2397645"/>
            <a:chExt cx="413267" cy="807808"/>
          </a:xfrm>
        </p:grpSpPr>
        <p:sp>
          <p:nvSpPr>
            <p:cNvPr id="1105" name="Google Shape;1105;p63"/>
            <p:cNvSpPr/>
            <p:nvPr/>
          </p:nvSpPr>
          <p:spPr>
            <a:xfrm flipH="1">
              <a:off x="2887743" y="2397645"/>
              <a:ext cx="413267" cy="383206"/>
            </a:xfrm>
            <a:custGeom>
              <a:rect b="b" l="l" r="r" t="t"/>
              <a:pathLst>
                <a:path extrusionOk="0" h="19134" w="20635">
                  <a:moveTo>
                    <a:pt x="1659" y="0"/>
                  </a:moveTo>
                  <a:cubicBezTo>
                    <a:pt x="1240" y="0"/>
                    <a:pt x="840" y="128"/>
                    <a:pt x="571" y="436"/>
                  </a:cubicBezTo>
                  <a:cubicBezTo>
                    <a:pt x="365" y="664"/>
                    <a:pt x="274" y="961"/>
                    <a:pt x="206" y="1258"/>
                  </a:cubicBezTo>
                  <a:cubicBezTo>
                    <a:pt x="0" y="2285"/>
                    <a:pt x="297" y="3449"/>
                    <a:pt x="1096" y="4156"/>
                  </a:cubicBezTo>
                  <a:cubicBezTo>
                    <a:pt x="1554" y="4574"/>
                    <a:pt x="2187" y="4809"/>
                    <a:pt x="2808" y="4809"/>
                  </a:cubicBezTo>
                  <a:cubicBezTo>
                    <a:pt x="3238" y="4809"/>
                    <a:pt x="3662" y="4696"/>
                    <a:pt x="4017" y="4453"/>
                  </a:cubicBezTo>
                  <a:cubicBezTo>
                    <a:pt x="4428" y="4179"/>
                    <a:pt x="4656" y="3609"/>
                    <a:pt x="4679" y="3084"/>
                  </a:cubicBezTo>
                  <a:cubicBezTo>
                    <a:pt x="4702" y="2559"/>
                    <a:pt x="4520" y="2034"/>
                    <a:pt x="4223" y="1600"/>
                  </a:cubicBezTo>
                  <a:cubicBezTo>
                    <a:pt x="3858" y="984"/>
                    <a:pt x="3287" y="504"/>
                    <a:pt x="2625" y="208"/>
                  </a:cubicBezTo>
                  <a:cubicBezTo>
                    <a:pt x="2325" y="78"/>
                    <a:pt x="1986" y="0"/>
                    <a:pt x="1659" y="0"/>
                  </a:cubicBezTo>
                  <a:close/>
                  <a:moveTo>
                    <a:pt x="11251" y="3859"/>
                  </a:moveTo>
                  <a:cubicBezTo>
                    <a:pt x="10960" y="3859"/>
                    <a:pt x="10669" y="3920"/>
                    <a:pt x="10408" y="4042"/>
                  </a:cubicBezTo>
                  <a:cubicBezTo>
                    <a:pt x="9632" y="4407"/>
                    <a:pt x="9107" y="5206"/>
                    <a:pt x="8948" y="6051"/>
                  </a:cubicBezTo>
                  <a:cubicBezTo>
                    <a:pt x="8856" y="6576"/>
                    <a:pt x="8856" y="7147"/>
                    <a:pt x="9062" y="7626"/>
                  </a:cubicBezTo>
                  <a:cubicBezTo>
                    <a:pt x="9267" y="8128"/>
                    <a:pt x="9655" y="8562"/>
                    <a:pt x="10180" y="8721"/>
                  </a:cubicBezTo>
                  <a:cubicBezTo>
                    <a:pt x="10250" y="8730"/>
                    <a:pt x="10321" y="8734"/>
                    <a:pt x="10394" y="8734"/>
                  </a:cubicBezTo>
                  <a:cubicBezTo>
                    <a:pt x="11111" y="8734"/>
                    <a:pt x="11963" y="8332"/>
                    <a:pt x="12440" y="7649"/>
                  </a:cubicBezTo>
                  <a:cubicBezTo>
                    <a:pt x="12691" y="7283"/>
                    <a:pt x="12851" y="6850"/>
                    <a:pt x="12942" y="6416"/>
                  </a:cubicBezTo>
                  <a:cubicBezTo>
                    <a:pt x="13056" y="5800"/>
                    <a:pt x="13079" y="5115"/>
                    <a:pt x="12714" y="4567"/>
                  </a:cubicBezTo>
                  <a:cubicBezTo>
                    <a:pt x="12395" y="4097"/>
                    <a:pt x="11825" y="3859"/>
                    <a:pt x="11251" y="3859"/>
                  </a:cubicBezTo>
                  <a:close/>
                  <a:moveTo>
                    <a:pt x="18751" y="14467"/>
                  </a:moveTo>
                  <a:cubicBezTo>
                    <a:pt x="18305" y="14467"/>
                    <a:pt x="17855" y="14617"/>
                    <a:pt x="17507" y="14884"/>
                  </a:cubicBezTo>
                  <a:cubicBezTo>
                    <a:pt x="16891" y="15318"/>
                    <a:pt x="16526" y="16094"/>
                    <a:pt x="16503" y="16847"/>
                  </a:cubicBezTo>
                  <a:cubicBezTo>
                    <a:pt x="16503" y="17281"/>
                    <a:pt x="16594" y="17715"/>
                    <a:pt x="16822" y="18057"/>
                  </a:cubicBezTo>
                  <a:cubicBezTo>
                    <a:pt x="17051" y="18399"/>
                    <a:pt x="17439" y="18673"/>
                    <a:pt x="17850" y="18673"/>
                  </a:cubicBezTo>
                  <a:cubicBezTo>
                    <a:pt x="17907" y="18676"/>
                    <a:pt x="17966" y="18677"/>
                    <a:pt x="18028" y="18677"/>
                  </a:cubicBezTo>
                  <a:cubicBezTo>
                    <a:pt x="18531" y="18677"/>
                    <a:pt x="19164" y="18583"/>
                    <a:pt x="19653" y="18217"/>
                  </a:cubicBezTo>
                  <a:cubicBezTo>
                    <a:pt x="20223" y="17806"/>
                    <a:pt x="20611" y="17144"/>
                    <a:pt x="20611" y="16436"/>
                  </a:cubicBezTo>
                  <a:cubicBezTo>
                    <a:pt x="20634" y="15752"/>
                    <a:pt x="20269" y="15044"/>
                    <a:pt x="19653" y="14702"/>
                  </a:cubicBezTo>
                  <a:cubicBezTo>
                    <a:pt x="19379" y="14541"/>
                    <a:pt x="19066" y="14467"/>
                    <a:pt x="18751" y="14467"/>
                  </a:cubicBezTo>
                  <a:close/>
                  <a:moveTo>
                    <a:pt x="3642" y="15501"/>
                  </a:moveTo>
                  <a:cubicBezTo>
                    <a:pt x="3206" y="15501"/>
                    <a:pt x="2770" y="15592"/>
                    <a:pt x="2374" y="15774"/>
                  </a:cubicBezTo>
                  <a:cubicBezTo>
                    <a:pt x="1895" y="15980"/>
                    <a:pt x="1438" y="16322"/>
                    <a:pt x="1278" y="16824"/>
                  </a:cubicBezTo>
                  <a:cubicBezTo>
                    <a:pt x="1119" y="17281"/>
                    <a:pt x="1256" y="17829"/>
                    <a:pt x="1529" y="18217"/>
                  </a:cubicBezTo>
                  <a:cubicBezTo>
                    <a:pt x="1826" y="18605"/>
                    <a:pt x="2283" y="18856"/>
                    <a:pt x="2739" y="19016"/>
                  </a:cubicBezTo>
                  <a:cubicBezTo>
                    <a:pt x="3018" y="19094"/>
                    <a:pt x="3308" y="19133"/>
                    <a:pt x="3599" y="19133"/>
                  </a:cubicBezTo>
                  <a:cubicBezTo>
                    <a:pt x="4401" y="19133"/>
                    <a:pt x="5205" y="18838"/>
                    <a:pt x="5775" y="18285"/>
                  </a:cubicBezTo>
                  <a:cubicBezTo>
                    <a:pt x="6117" y="17966"/>
                    <a:pt x="6186" y="17167"/>
                    <a:pt x="5866" y="16596"/>
                  </a:cubicBezTo>
                  <a:cubicBezTo>
                    <a:pt x="5547" y="16026"/>
                    <a:pt x="4930" y="15683"/>
                    <a:pt x="4291" y="15569"/>
                  </a:cubicBezTo>
                  <a:cubicBezTo>
                    <a:pt x="4078" y="15523"/>
                    <a:pt x="3860" y="15501"/>
                    <a:pt x="3642" y="1550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" name="Google Shape;1106;p63"/>
            <p:cNvSpPr/>
            <p:nvPr/>
          </p:nvSpPr>
          <p:spPr>
            <a:xfrm flipH="1">
              <a:off x="2901003" y="2405215"/>
              <a:ext cx="384929" cy="800239"/>
            </a:xfrm>
            <a:custGeom>
              <a:rect b="b" l="l" r="r" t="t"/>
              <a:pathLst>
                <a:path extrusionOk="0" h="39957" w="19220">
                  <a:moveTo>
                    <a:pt x="123" y="1"/>
                  </a:moveTo>
                  <a:cubicBezTo>
                    <a:pt x="97" y="1"/>
                    <a:pt x="69" y="12"/>
                    <a:pt x="46" y="35"/>
                  </a:cubicBezTo>
                  <a:cubicBezTo>
                    <a:pt x="0" y="58"/>
                    <a:pt x="0" y="126"/>
                    <a:pt x="23" y="172"/>
                  </a:cubicBezTo>
                  <a:cubicBezTo>
                    <a:pt x="4520" y="5536"/>
                    <a:pt x="8354" y="11425"/>
                    <a:pt x="11459" y="17679"/>
                  </a:cubicBezTo>
                  <a:cubicBezTo>
                    <a:pt x="8393" y="17019"/>
                    <a:pt x="5262" y="16690"/>
                    <a:pt x="2121" y="16690"/>
                  </a:cubicBezTo>
                  <a:cubicBezTo>
                    <a:pt x="1566" y="16690"/>
                    <a:pt x="1012" y="16700"/>
                    <a:pt x="457" y="16720"/>
                  </a:cubicBezTo>
                  <a:cubicBezTo>
                    <a:pt x="411" y="16743"/>
                    <a:pt x="366" y="16789"/>
                    <a:pt x="366" y="16834"/>
                  </a:cubicBezTo>
                  <a:cubicBezTo>
                    <a:pt x="366" y="16880"/>
                    <a:pt x="388" y="16926"/>
                    <a:pt x="434" y="16949"/>
                  </a:cubicBezTo>
                  <a:lnTo>
                    <a:pt x="480" y="16949"/>
                  </a:lnTo>
                  <a:cubicBezTo>
                    <a:pt x="1097" y="16922"/>
                    <a:pt x="1715" y="16909"/>
                    <a:pt x="2332" y="16909"/>
                  </a:cubicBezTo>
                  <a:cubicBezTo>
                    <a:pt x="5434" y="16909"/>
                    <a:pt x="8527" y="17245"/>
                    <a:pt x="11573" y="17930"/>
                  </a:cubicBezTo>
                  <a:cubicBezTo>
                    <a:pt x="12531" y="19893"/>
                    <a:pt x="13444" y="21902"/>
                    <a:pt x="14266" y="23956"/>
                  </a:cubicBezTo>
                  <a:cubicBezTo>
                    <a:pt x="14266" y="23979"/>
                    <a:pt x="14266" y="24002"/>
                    <a:pt x="14289" y="24024"/>
                  </a:cubicBezTo>
                  <a:cubicBezTo>
                    <a:pt x="16343" y="29137"/>
                    <a:pt x="17941" y="34456"/>
                    <a:pt x="19014" y="39865"/>
                  </a:cubicBezTo>
                  <a:cubicBezTo>
                    <a:pt x="19014" y="39911"/>
                    <a:pt x="19037" y="39956"/>
                    <a:pt x="19082" y="39956"/>
                  </a:cubicBezTo>
                  <a:lnTo>
                    <a:pt x="19128" y="39956"/>
                  </a:lnTo>
                  <a:cubicBezTo>
                    <a:pt x="19196" y="39956"/>
                    <a:pt x="19219" y="39888"/>
                    <a:pt x="19219" y="39842"/>
                  </a:cubicBezTo>
                  <a:cubicBezTo>
                    <a:pt x="18146" y="34387"/>
                    <a:pt x="16549" y="29069"/>
                    <a:pt x="14472" y="23933"/>
                  </a:cubicBezTo>
                  <a:cubicBezTo>
                    <a:pt x="14791" y="22404"/>
                    <a:pt x="15522" y="20966"/>
                    <a:pt x="16229" y="19573"/>
                  </a:cubicBezTo>
                  <a:cubicBezTo>
                    <a:pt x="16412" y="19208"/>
                    <a:pt x="16594" y="18843"/>
                    <a:pt x="16777" y="18478"/>
                  </a:cubicBezTo>
                  <a:cubicBezTo>
                    <a:pt x="17051" y="17953"/>
                    <a:pt x="17302" y="17405"/>
                    <a:pt x="17530" y="16880"/>
                  </a:cubicBezTo>
                  <a:cubicBezTo>
                    <a:pt x="17918" y="16036"/>
                    <a:pt x="18306" y="15168"/>
                    <a:pt x="18763" y="14347"/>
                  </a:cubicBezTo>
                  <a:cubicBezTo>
                    <a:pt x="18786" y="14278"/>
                    <a:pt x="18763" y="14232"/>
                    <a:pt x="18717" y="14187"/>
                  </a:cubicBezTo>
                  <a:cubicBezTo>
                    <a:pt x="18705" y="14181"/>
                    <a:pt x="18691" y="14178"/>
                    <a:pt x="18677" y="14178"/>
                  </a:cubicBezTo>
                  <a:cubicBezTo>
                    <a:pt x="18638" y="14178"/>
                    <a:pt x="18597" y="14199"/>
                    <a:pt x="18580" y="14232"/>
                  </a:cubicBezTo>
                  <a:cubicBezTo>
                    <a:pt x="18124" y="15077"/>
                    <a:pt x="17736" y="15944"/>
                    <a:pt x="17348" y="16789"/>
                  </a:cubicBezTo>
                  <a:cubicBezTo>
                    <a:pt x="17097" y="17314"/>
                    <a:pt x="16845" y="17862"/>
                    <a:pt x="16594" y="18387"/>
                  </a:cubicBezTo>
                  <a:cubicBezTo>
                    <a:pt x="16412" y="18752"/>
                    <a:pt x="16229" y="19117"/>
                    <a:pt x="16047" y="19482"/>
                  </a:cubicBezTo>
                  <a:cubicBezTo>
                    <a:pt x="15362" y="20783"/>
                    <a:pt x="14677" y="22153"/>
                    <a:pt x="14335" y="23591"/>
                  </a:cubicBezTo>
                  <a:cubicBezTo>
                    <a:pt x="13536" y="21628"/>
                    <a:pt x="12691" y="19710"/>
                    <a:pt x="11755" y="17816"/>
                  </a:cubicBezTo>
                  <a:cubicBezTo>
                    <a:pt x="11755" y="17793"/>
                    <a:pt x="11733" y="17770"/>
                    <a:pt x="11733" y="17770"/>
                  </a:cubicBezTo>
                  <a:cubicBezTo>
                    <a:pt x="10820" y="15944"/>
                    <a:pt x="9861" y="14164"/>
                    <a:pt x="8857" y="12406"/>
                  </a:cubicBezTo>
                  <a:cubicBezTo>
                    <a:pt x="9199" y="9371"/>
                    <a:pt x="9952" y="6403"/>
                    <a:pt x="11048" y="3573"/>
                  </a:cubicBezTo>
                  <a:cubicBezTo>
                    <a:pt x="11071" y="3505"/>
                    <a:pt x="11048" y="3459"/>
                    <a:pt x="10979" y="3436"/>
                  </a:cubicBezTo>
                  <a:cubicBezTo>
                    <a:pt x="10967" y="3430"/>
                    <a:pt x="10953" y="3427"/>
                    <a:pt x="10939" y="3427"/>
                  </a:cubicBezTo>
                  <a:cubicBezTo>
                    <a:pt x="10900" y="3427"/>
                    <a:pt x="10859" y="3448"/>
                    <a:pt x="10842" y="3482"/>
                  </a:cubicBezTo>
                  <a:cubicBezTo>
                    <a:pt x="9770" y="6266"/>
                    <a:pt x="9039" y="9165"/>
                    <a:pt x="8674" y="12110"/>
                  </a:cubicBezTo>
                  <a:cubicBezTo>
                    <a:pt x="6186" y="7864"/>
                    <a:pt x="3356" y="3824"/>
                    <a:pt x="183" y="35"/>
                  </a:cubicBezTo>
                  <a:cubicBezTo>
                    <a:pt x="172" y="12"/>
                    <a:pt x="149" y="1"/>
                    <a:pt x="1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07" name="Google Shape;1107;p63"/>
          <p:cNvGrpSpPr/>
          <p:nvPr/>
        </p:nvGrpSpPr>
        <p:grpSpPr>
          <a:xfrm>
            <a:off x="2847548" y="2309713"/>
            <a:ext cx="1168901" cy="1311737"/>
            <a:chOff x="2899562" y="2309713"/>
            <a:chExt cx="1168901" cy="1311737"/>
          </a:xfrm>
        </p:grpSpPr>
        <p:sp>
          <p:nvSpPr>
            <p:cNvPr id="1108" name="Google Shape;1108;p63"/>
            <p:cNvSpPr/>
            <p:nvPr/>
          </p:nvSpPr>
          <p:spPr>
            <a:xfrm flipH="1">
              <a:off x="3373608" y="2309713"/>
              <a:ext cx="694854" cy="738975"/>
            </a:xfrm>
            <a:custGeom>
              <a:rect b="b" l="l" r="r" t="t"/>
              <a:pathLst>
                <a:path extrusionOk="0" h="36898" w="34695">
                  <a:moveTo>
                    <a:pt x="19611" y="0"/>
                  </a:moveTo>
                  <a:cubicBezTo>
                    <a:pt x="18957" y="0"/>
                    <a:pt x="18319" y="263"/>
                    <a:pt x="17827" y="673"/>
                  </a:cubicBezTo>
                  <a:cubicBezTo>
                    <a:pt x="17279" y="1152"/>
                    <a:pt x="16868" y="1768"/>
                    <a:pt x="16526" y="2407"/>
                  </a:cubicBezTo>
                  <a:cubicBezTo>
                    <a:pt x="15659" y="4119"/>
                    <a:pt x="15271" y="6082"/>
                    <a:pt x="15248" y="8022"/>
                  </a:cubicBezTo>
                  <a:cubicBezTo>
                    <a:pt x="15225" y="9963"/>
                    <a:pt x="15544" y="11880"/>
                    <a:pt x="16001" y="13774"/>
                  </a:cubicBezTo>
                  <a:cubicBezTo>
                    <a:pt x="16115" y="14231"/>
                    <a:pt x="16229" y="14710"/>
                    <a:pt x="16389" y="15167"/>
                  </a:cubicBezTo>
                  <a:cubicBezTo>
                    <a:pt x="14905" y="13774"/>
                    <a:pt x="13079" y="12770"/>
                    <a:pt x="11162" y="12063"/>
                  </a:cubicBezTo>
                  <a:cubicBezTo>
                    <a:pt x="9432" y="11450"/>
                    <a:pt x="7602" y="11065"/>
                    <a:pt x="5773" y="11065"/>
                  </a:cubicBezTo>
                  <a:cubicBezTo>
                    <a:pt x="5286" y="11065"/>
                    <a:pt x="4799" y="11092"/>
                    <a:pt x="4314" y="11149"/>
                  </a:cubicBezTo>
                  <a:cubicBezTo>
                    <a:pt x="2739" y="11332"/>
                    <a:pt x="1050" y="11948"/>
                    <a:pt x="366" y="13364"/>
                  </a:cubicBezTo>
                  <a:cubicBezTo>
                    <a:pt x="0" y="14140"/>
                    <a:pt x="0" y="15075"/>
                    <a:pt x="252" y="15897"/>
                  </a:cubicBezTo>
                  <a:cubicBezTo>
                    <a:pt x="525" y="16719"/>
                    <a:pt x="1050" y="17449"/>
                    <a:pt x="1667" y="18043"/>
                  </a:cubicBezTo>
                  <a:cubicBezTo>
                    <a:pt x="3105" y="19458"/>
                    <a:pt x="5068" y="20211"/>
                    <a:pt x="7031" y="20668"/>
                  </a:cubicBezTo>
                  <a:cubicBezTo>
                    <a:pt x="8237" y="20934"/>
                    <a:pt x="9478" y="21089"/>
                    <a:pt x="10716" y="21089"/>
                  </a:cubicBezTo>
                  <a:cubicBezTo>
                    <a:pt x="11493" y="21089"/>
                    <a:pt x="12268" y="21028"/>
                    <a:pt x="13034" y="20896"/>
                  </a:cubicBezTo>
                  <a:cubicBezTo>
                    <a:pt x="15019" y="20554"/>
                    <a:pt x="16937" y="19709"/>
                    <a:pt x="18420" y="18339"/>
                  </a:cubicBezTo>
                  <a:cubicBezTo>
                    <a:pt x="18420" y="18317"/>
                    <a:pt x="18398" y="18271"/>
                    <a:pt x="18398" y="18225"/>
                  </a:cubicBezTo>
                  <a:lnTo>
                    <a:pt x="18398" y="18225"/>
                  </a:lnTo>
                  <a:cubicBezTo>
                    <a:pt x="18420" y="18248"/>
                    <a:pt x="18443" y="18271"/>
                    <a:pt x="18466" y="18294"/>
                  </a:cubicBezTo>
                  <a:lnTo>
                    <a:pt x="18420" y="18362"/>
                  </a:lnTo>
                  <a:cubicBezTo>
                    <a:pt x="19836" y="17153"/>
                    <a:pt x="20657" y="15395"/>
                    <a:pt x="21274" y="13637"/>
                  </a:cubicBezTo>
                  <a:cubicBezTo>
                    <a:pt x="22438" y="10419"/>
                    <a:pt x="23122" y="6972"/>
                    <a:pt x="22552" y="3617"/>
                  </a:cubicBezTo>
                  <a:cubicBezTo>
                    <a:pt x="22415" y="2818"/>
                    <a:pt x="22209" y="2019"/>
                    <a:pt x="21776" y="1335"/>
                  </a:cubicBezTo>
                  <a:cubicBezTo>
                    <a:pt x="21342" y="650"/>
                    <a:pt x="20635" y="102"/>
                    <a:pt x="19836" y="11"/>
                  </a:cubicBezTo>
                  <a:cubicBezTo>
                    <a:pt x="19761" y="4"/>
                    <a:pt x="19686" y="0"/>
                    <a:pt x="19611" y="0"/>
                  </a:cubicBezTo>
                  <a:close/>
                  <a:moveTo>
                    <a:pt x="33051" y="13009"/>
                  </a:moveTo>
                  <a:cubicBezTo>
                    <a:pt x="32705" y="13009"/>
                    <a:pt x="32359" y="13165"/>
                    <a:pt x="32070" y="13364"/>
                  </a:cubicBezTo>
                  <a:cubicBezTo>
                    <a:pt x="31134" y="13957"/>
                    <a:pt x="30472" y="14893"/>
                    <a:pt x="29947" y="15897"/>
                  </a:cubicBezTo>
                  <a:cubicBezTo>
                    <a:pt x="28737" y="18271"/>
                    <a:pt x="28281" y="21033"/>
                    <a:pt x="28715" y="23681"/>
                  </a:cubicBezTo>
                  <a:cubicBezTo>
                    <a:pt x="28760" y="24069"/>
                    <a:pt x="28852" y="24457"/>
                    <a:pt x="29148" y="24822"/>
                  </a:cubicBezTo>
                  <a:cubicBezTo>
                    <a:pt x="30107" y="24639"/>
                    <a:pt x="30974" y="24069"/>
                    <a:pt x="31636" y="23361"/>
                  </a:cubicBezTo>
                  <a:cubicBezTo>
                    <a:pt x="32321" y="22653"/>
                    <a:pt x="32823" y="21809"/>
                    <a:pt x="33257" y="20919"/>
                  </a:cubicBezTo>
                  <a:cubicBezTo>
                    <a:pt x="33782" y="19892"/>
                    <a:pt x="34238" y="18819"/>
                    <a:pt x="34467" y="17678"/>
                  </a:cubicBezTo>
                  <a:cubicBezTo>
                    <a:pt x="34695" y="16559"/>
                    <a:pt x="34695" y="15349"/>
                    <a:pt x="34330" y="14254"/>
                  </a:cubicBezTo>
                  <a:cubicBezTo>
                    <a:pt x="34170" y="13729"/>
                    <a:pt x="33850" y="13181"/>
                    <a:pt x="33325" y="13044"/>
                  </a:cubicBezTo>
                  <a:cubicBezTo>
                    <a:pt x="33235" y="13020"/>
                    <a:pt x="33143" y="13009"/>
                    <a:pt x="33051" y="13009"/>
                  </a:cubicBezTo>
                  <a:close/>
                  <a:moveTo>
                    <a:pt x="23893" y="23697"/>
                  </a:moveTo>
                  <a:cubicBezTo>
                    <a:pt x="22489" y="23697"/>
                    <a:pt x="21047" y="23882"/>
                    <a:pt x="19767" y="24046"/>
                  </a:cubicBezTo>
                  <a:cubicBezTo>
                    <a:pt x="18010" y="24274"/>
                    <a:pt x="16206" y="24845"/>
                    <a:pt x="15042" y="26169"/>
                  </a:cubicBezTo>
                  <a:cubicBezTo>
                    <a:pt x="14563" y="26739"/>
                    <a:pt x="14198" y="27447"/>
                    <a:pt x="14243" y="28200"/>
                  </a:cubicBezTo>
                  <a:cubicBezTo>
                    <a:pt x="14266" y="29159"/>
                    <a:pt x="14997" y="30026"/>
                    <a:pt x="15864" y="30460"/>
                  </a:cubicBezTo>
                  <a:cubicBezTo>
                    <a:pt x="16657" y="30826"/>
                    <a:pt x="17541" y="30920"/>
                    <a:pt x="18403" y="30920"/>
                  </a:cubicBezTo>
                  <a:cubicBezTo>
                    <a:pt x="18508" y="30920"/>
                    <a:pt x="18613" y="30919"/>
                    <a:pt x="18717" y="30916"/>
                  </a:cubicBezTo>
                  <a:cubicBezTo>
                    <a:pt x="20110" y="30848"/>
                    <a:pt x="21525" y="30597"/>
                    <a:pt x="22757" y="29980"/>
                  </a:cubicBezTo>
                  <a:cubicBezTo>
                    <a:pt x="24401" y="29181"/>
                    <a:pt x="25725" y="27835"/>
                    <a:pt x="27322" y="26990"/>
                  </a:cubicBezTo>
                  <a:lnTo>
                    <a:pt x="27322" y="26990"/>
                  </a:lnTo>
                  <a:cubicBezTo>
                    <a:pt x="26569" y="28200"/>
                    <a:pt x="25953" y="29524"/>
                    <a:pt x="25656" y="30939"/>
                  </a:cubicBezTo>
                  <a:cubicBezTo>
                    <a:pt x="25359" y="32354"/>
                    <a:pt x="25382" y="33838"/>
                    <a:pt x="25862" y="35207"/>
                  </a:cubicBezTo>
                  <a:cubicBezTo>
                    <a:pt x="26021" y="35641"/>
                    <a:pt x="26227" y="36052"/>
                    <a:pt x="26523" y="36371"/>
                  </a:cubicBezTo>
                  <a:cubicBezTo>
                    <a:pt x="26828" y="36676"/>
                    <a:pt x="27237" y="36898"/>
                    <a:pt x="27670" y="36898"/>
                  </a:cubicBezTo>
                  <a:cubicBezTo>
                    <a:pt x="27691" y="36898"/>
                    <a:pt x="27712" y="36897"/>
                    <a:pt x="27733" y="36896"/>
                  </a:cubicBezTo>
                  <a:cubicBezTo>
                    <a:pt x="28327" y="36851"/>
                    <a:pt x="28806" y="36371"/>
                    <a:pt x="29126" y="35869"/>
                  </a:cubicBezTo>
                  <a:cubicBezTo>
                    <a:pt x="29536" y="35230"/>
                    <a:pt x="29765" y="34500"/>
                    <a:pt x="29947" y="33747"/>
                  </a:cubicBezTo>
                  <a:cubicBezTo>
                    <a:pt x="30358" y="32035"/>
                    <a:pt x="30472" y="30231"/>
                    <a:pt x="30290" y="28474"/>
                  </a:cubicBezTo>
                  <a:cubicBezTo>
                    <a:pt x="30175" y="27470"/>
                    <a:pt x="29947" y="26465"/>
                    <a:pt x="29308" y="25689"/>
                  </a:cubicBezTo>
                  <a:cubicBezTo>
                    <a:pt x="28057" y="24122"/>
                    <a:pt x="26019" y="23697"/>
                    <a:pt x="23893" y="2369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" name="Google Shape;1109;p63"/>
            <p:cNvSpPr/>
            <p:nvPr/>
          </p:nvSpPr>
          <p:spPr>
            <a:xfrm flipH="1">
              <a:off x="2899562" y="2353629"/>
              <a:ext cx="1126847" cy="1267821"/>
            </a:xfrm>
            <a:custGeom>
              <a:rect b="b" l="l" r="r" t="t"/>
              <a:pathLst>
                <a:path extrusionOk="0" h="63304" w="56265">
                  <a:moveTo>
                    <a:pt x="17011" y="0"/>
                  </a:moveTo>
                  <a:cubicBezTo>
                    <a:pt x="16972" y="0"/>
                    <a:pt x="16931" y="21"/>
                    <a:pt x="16914" y="55"/>
                  </a:cubicBezTo>
                  <a:cubicBezTo>
                    <a:pt x="16526" y="1036"/>
                    <a:pt x="16389" y="2063"/>
                    <a:pt x="16252" y="3113"/>
                  </a:cubicBezTo>
                  <a:cubicBezTo>
                    <a:pt x="15978" y="5350"/>
                    <a:pt x="15795" y="7655"/>
                    <a:pt x="15704" y="9915"/>
                  </a:cubicBezTo>
                  <a:cubicBezTo>
                    <a:pt x="15636" y="11901"/>
                    <a:pt x="15636" y="14024"/>
                    <a:pt x="16184" y="15895"/>
                  </a:cubicBezTo>
                  <a:cubicBezTo>
                    <a:pt x="15544" y="15599"/>
                    <a:pt x="14905" y="15348"/>
                    <a:pt x="14266" y="15119"/>
                  </a:cubicBezTo>
                  <a:cubicBezTo>
                    <a:pt x="12006" y="14343"/>
                    <a:pt x="9633" y="13932"/>
                    <a:pt x="7327" y="13544"/>
                  </a:cubicBezTo>
                  <a:cubicBezTo>
                    <a:pt x="4931" y="13111"/>
                    <a:pt x="2465" y="12700"/>
                    <a:pt x="137" y="11855"/>
                  </a:cubicBezTo>
                  <a:cubicBezTo>
                    <a:pt x="126" y="11850"/>
                    <a:pt x="113" y="11847"/>
                    <a:pt x="100" y="11847"/>
                  </a:cubicBezTo>
                  <a:cubicBezTo>
                    <a:pt x="60" y="11847"/>
                    <a:pt x="17" y="11872"/>
                    <a:pt x="0" y="11924"/>
                  </a:cubicBezTo>
                  <a:cubicBezTo>
                    <a:pt x="0" y="11969"/>
                    <a:pt x="23" y="12038"/>
                    <a:pt x="69" y="12061"/>
                  </a:cubicBezTo>
                  <a:cubicBezTo>
                    <a:pt x="2397" y="12905"/>
                    <a:pt x="4885" y="13339"/>
                    <a:pt x="7282" y="13750"/>
                  </a:cubicBezTo>
                  <a:cubicBezTo>
                    <a:pt x="9587" y="14138"/>
                    <a:pt x="11961" y="14549"/>
                    <a:pt x="14198" y="15325"/>
                  </a:cubicBezTo>
                  <a:cubicBezTo>
                    <a:pt x="14882" y="15576"/>
                    <a:pt x="15567" y="15850"/>
                    <a:pt x="16275" y="16169"/>
                  </a:cubicBezTo>
                  <a:cubicBezTo>
                    <a:pt x="16298" y="16192"/>
                    <a:pt x="16320" y="16192"/>
                    <a:pt x="16343" y="16192"/>
                  </a:cubicBezTo>
                  <a:cubicBezTo>
                    <a:pt x="18398" y="17151"/>
                    <a:pt x="20520" y="18452"/>
                    <a:pt x="23008" y="20301"/>
                  </a:cubicBezTo>
                  <a:cubicBezTo>
                    <a:pt x="24241" y="21214"/>
                    <a:pt x="25451" y="22172"/>
                    <a:pt x="26615" y="23154"/>
                  </a:cubicBezTo>
                  <a:cubicBezTo>
                    <a:pt x="24994" y="23496"/>
                    <a:pt x="23556" y="23998"/>
                    <a:pt x="22164" y="24478"/>
                  </a:cubicBezTo>
                  <a:lnTo>
                    <a:pt x="21684" y="24637"/>
                  </a:lnTo>
                  <a:cubicBezTo>
                    <a:pt x="19331" y="25450"/>
                    <a:pt x="16858" y="26223"/>
                    <a:pt x="14340" y="26223"/>
                  </a:cubicBezTo>
                  <a:cubicBezTo>
                    <a:pt x="14171" y="26223"/>
                    <a:pt x="14002" y="26220"/>
                    <a:pt x="13833" y="26212"/>
                  </a:cubicBezTo>
                  <a:cubicBezTo>
                    <a:pt x="13787" y="26212"/>
                    <a:pt x="13741" y="26235"/>
                    <a:pt x="13718" y="26304"/>
                  </a:cubicBezTo>
                  <a:cubicBezTo>
                    <a:pt x="13718" y="26372"/>
                    <a:pt x="13764" y="26418"/>
                    <a:pt x="13833" y="26418"/>
                  </a:cubicBezTo>
                  <a:cubicBezTo>
                    <a:pt x="14003" y="26425"/>
                    <a:pt x="14174" y="26428"/>
                    <a:pt x="14344" y="26428"/>
                  </a:cubicBezTo>
                  <a:cubicBezTo>
                    <a:pt x="16887" y="26428"/>
                    <a:pt x="19400" y="25656"/>
                    <a:pt x="21753" y="24843"/>
                  </a:cubicBezTo>
                  <a:lnTo>
                    <a:pt x="22232" y="24683"/>
                  </a:lnTo>
                  <a:cubicBezTo>
                    <a:pt x="23625" y="24204"/>
                    <a:pt x="25063" y="23702"/>
                    <a:pt x="26683" y="23359"/>
                  </a:cubicBezTo>
                  <a:lnTo>
                    <a:pt x="26683" y="23359"/>
                  </a:lnTo>
                  <a:cubicBezTo>
                    <a:pt x="26318" y="26418"/>
                    <a:pt x="25816" y="29499"/>
                    <a:pt x="25177" y="32489"/>
                  </a:cubicBezTo>
                  <a:cubicBezTo>
                    <a:pt x="25154" y="32558"/>
                    <a:pt x="25200" y="32603"/>
                    <a:pt x="25245" y="32626"/>
                  </a:cubicBezTo>
                  <a:lnTo>
                    <a:pt x="25268" y="32626"/>
                  </a:lnTo>
                  <a:cubicBezTo>
                    <a:pt x="25314" y="32626"/>
                    <a:pt x="25359" y="32581"/>
                    <a:pt x="25382" y="32535"/>
                  </a:cubicBezTo>
                  <a:cubicBezTo>
                    <a:pt x="26021" y="29522"/>
                    <a:pt x="26546" y="26441"/>
                    <a:pt x="26889" y="23382"/>
                  </a:cubicBezTo>
                  <a:cubicBezTo>
                    <a:pt x="40470" y="34909"/>
                    <a:pt x="49554" y="50567"/>
                    <a:pt x="56036" y="63258"/>
                  </a:cubicBezTo>
                  <a:cubicBezTo>
                    <a:pt x="56059" y="63303"/>
                    <a:pt x="56105" y="63303"/>
                    <a:pt x="56128" y="63303"/>
                  </a:cubicBezTo>
                  <a:lnTo>
                    <a:pt x="56196" y="63303"/>
                  </a:lnTo>
                  <a:cubicBezTo>
                    <a:pt x="56242" y="63281"/>
                    <a:pt x="56265" y="63212"/>
                    <a:pt x="56242" y="63166"/>
                  </a:cubicBezTo>
                  <a:cubicBezTo>
                    <a:pt x="49737" y="50453"/>
                    <a:pt x="40652" y="34795"/>
                    <a:pt x="27048" y="23245"/>
                  </a:cubicBezTo>
                  <a:cubicBezTo>
                    <a:pt x="27391" y="19684"/>
                    <a:pt x="28509" y="16192"/>
                    <a:pt x="30267" y="13088"/>
                  </a:cubicBezTo>
                  <a:cubicBezTo>
                    <a:pt x="30290" y="13019"/>
                    <a:pt x="30290" y="12974"/>
                    <a:pt x="30221" y="12928"/>
                  </a:cubicBezTo>
                  <a:cubicBezTo>
                    <a:pt x="30209" y="12922"/>
                    <a:pt x="30195" y="12919"/>
                    <a:pt x="30181" y="12919"/>
                  </a:cubicBezTo>
                  <a:cubicBezTo>
                    <a:pt x="30142" y="12919"/>
                    <a:pt x="30101" y="12940"/>
                    <a:pt x="30084" y="12974"/>
                  </a:cubicBezTo>
                  <a:cubicBezTo>
                    <a:pt x="28327" y="16055"/>
                    <a:pt x="27208" y="19547"/>
                    <a:pt x="26843" y="23085"/>
                  </a:cubicBezTo>
                  <a:cubicBezTo>
                    <a:pt x="25656" y="22058"/>
                    <a:pt x="24401" y="21077"/>
                    <a:pt x="23122" y="20118"/>
                  </a:cubicBezTo>
                  <a:cubicBezTo>
                    <a:pt x="20634" y="18292"/>
                    <a:pt x="18489" y="16968"/>
                    <a:pt x="16435" y="16010"/>
                  </a:cubicBezTo>
                  <a:cubicBezTo>
                    <a:pt x="15887" y="14229"/>
                    <a:pt x="15841" y="12289"/>
                    <a:pt x="15932" y="9915"/>
                  </a:cubicBezTo>
                  <a:cubicBezTo>
                    <a:pt x="16001" y="7655"/>
                    <a:pt x="16184" y="5373"/>
                    <a:pt x="16457" y="3136"/>
                  </a:cubicBezTo>
                  <a:cubicBezTo>
                    <a:pt x="16594" y="2086"/>
                    <a:pt x="16731" y="1082"/>
                    <a:pt x="17119" y="146"/>
                  </a:cubicBezTo>
                  <a:cubicBezTo>
                    <a:pt x="17142" y="77"/>
                    <a:pt x="17119" y="32"/>
                    <a:pt x="17051" y="9"/>
                  </a:cubicBezTo>
                  <a:cubicBezTo>
                    <a:pt x="17039" y="3"/>
                    <a:pt x="17025" y="0"/>
                    <a:pt x="1701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0" name="Google Shape;1110;p63"/>
          <p:cNvGrpSpPr/>
          <p:nvPr/>
        </p:nvGrpSpPr>
        <p:grpSpPr>
          <a:xfrm flipH="1">
            <a:off x="827506" y="2416538"/>
            <a:ext cx="308584" cy="389695"/>
            <a:chOff x="3311031" y="3025663"/>
            <a:chExt cx="308584" cy="389695"/>
          </a:xfrm>
        </p:grpSpPr>
        <p:sp>
          <p:nvSpPr>
            <p:cNvPr id="1111" name="Google Shape;1111;p63"/>
            <p:cNvSpPr/>
            <p:nvPr/>
          </p:nvSpPr>
          <p:spPr>
            <a:xfrm flipH="1">
              <a:off x="3311031" y="3025663"/>
              <a:ext cx="308584" cy="389695"/>
            </a:xfrm>
            <a:custGeom>
              <a:rect b="b" l="l" r="r" t="t"/>
              <a:pathLst>
                <a:path extrusionOk="0" h="19458" w="15408">
                  <a:moveTo>
                    <a:pt x="11748" y="0"/>
                  </a:moveTo>
                  <a:cubicBezTo>
                    <a:pt x="11325" y="0"/>
                    <a:pt x="10903" y="69"/>
                    <a:pt x="10501" y="209"/>
                  </a:cubicBezTo>
                  <a:cubicBezTo>
                    <a:pt x="8789" y="802"/>
                    <a:pt x="7716" y="2445"/>
                    <a:pt x="6757" y="3998"/>
                  </a:cubicBezTo>
                  <a:cubicBezTo>
                    <a:pt x="4771" y="7239"/>
                    <a:pt x="2786" y="10503"/>
                    <a:pt x="777" y="13744"/>
                  </a:cubicBezTo>
                  <a:cubicBezTo>
                    <a:pt x="1" y="15022"/>
                    <a:pt x="161" y="17008"/>
                    <a:pt x="1279" y="18263"/>
                  </a:cubicBezTo>
                  <a:cubicBezTo>
                    <a:pt x="1958" y="19027"/>
                    <a:pt x="2996" y="19458"/>
                    <a:pt x="4019" y="19458"/>
                  </a:cubicBezTo>
                  <a:cubicBezTo>
                    <a:pt x="4647" y="19458"/>
                    <a:pt x="5269" y="19295"/>
                    <a:pt x="5799" y="18948"/>
                  </a:cubicBezTo>
                  <a:cubicBezTo>
                    <a:pt x="6278" y="18629"/>
                    <a:pt x="6666" y="18218"/>
                    <a:pt x="7031" y="17761"/>
                  </a:cubicBezTo>
                  <a:cubicBezTo>
                    <a:pt x="7579" y="17099"/>
                    <a:pt x="8058" y="16392"/>
                    <a:pt x="8538" y="15661"/>
                  </a:cubicBezTo>
                  <a:cubicBezTo>
                    <a:pt x="10683" y="12443"/>
                    <a:pt x="12852" y="9225"/>
                    <a:pt x="14586" y="5755"/>
                  </a:cubicBezTo>
                  <a:cubicBezTo>
                    <a:pt x="14906" y="5116"/>
                    <a:pt x="15225" y="4431"/>
                    <a:pt x="15294" y="3701"/>
                  </a:cubicBezTo>
                  <a:cubicBezTo>
                    <a:pt x="15408" y="2537"/>
                    <a:pt x="14837" y="1327"/>
                    <a:pt x="13879" y="642"/>
                  </a:cubicBezTo>
                  <a:cubicBezTo>
                    <a:pt x="13250" y="218"/>
                    <a:pt x="12500" y="0"/>
                    <a:pt x="117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" name="Google Shape;1112;p63"/>
            <p:cNvSpPr/>
            <p:nvPr/>
          </p:nvSpPr>
          <p:spPr>
            <a:xfrm flipH="1">
              <a:off x="3311033" y="3038519"/>
              <a:ext cx="285712" cy="376837"/>
            </a:xfrm>
            <a:custGeom>
              <a:rect b="b" l="l" r="r" t="t"/>
              <a:pathLst>
                <a:path extrusionOk="0" h="18816" w="14266">
                  <a:moveTo>
                    <a:pt x="12737" y="0"/>
                  </a:moveTo>
                  <a:cubicBezTo>
                    <a:pt x="12737" y="0"/>
                    <a:pt x="13262" y="2306"/>
                    <a:pt x="11641" y="4816"/>
                  </a:cubicBezTo>
                  <a:cubicBezTo>
                    <a:pt x="10020" y="7327"/>
                    <a:pt x="5181" y="15156"/>
                    <a:pt x="3903" y="16571"/>
                  </a:cubicBezTo>
                  <a:cubicBezTo>
                    <a:pt x="3155" y="17401"/>
                    <a:pt x="1970" y="17599"/>
                    <a:pt x="1100" y="17599"/>
                  </a:cubicBezTo>
                  <a:cubicBezTo>
                    <a:pt x="510" y="17599"/>
                    <a:pt x="65" y="17508"/>
                    <a:pt x="0" y="17462"/>
                  </a:cubicBezTo>
                  <a:lnTo>
                    <a:pt x="0" y="17462"/>
                  </a:lnTo>
                  <a:cubicBezTo>
                    <a:pt x="46" y="17507"/>
                    <a:pt x="91" y="17553"/>
                    <a:pt x="137" y="17621"/>
                  </a:cubicBezTo>
                  <a:cubicBezTo>
                    <a:pt x="816" y="18385"/>
                    <a:pt x="1854" y="18816"/>
                    <a:pt x="2877" y="18816"/>
                  </a:cubicBezTo>
                  <a:cubicBezTo>
                    <a:pt x="3505" y="18816"/>
                    <a:pt x="4127" y="18653"/>
                    <a:pt x="4657" y="18306"/>
                  </a:cubicBezTo>
                  <a:cubicBezTo>
                    <a:pt x="5136" y="17987"/>
                    <a:pt x="5524" y="17576"/>
                    <a:pt x="5889" y="17119"/>
                  </a:cubicBezTo>
                  <a:cubicBezTo>
                    <a:pt x="6414" y="16457"/>
                    <a:pt x="6916" y="15750"/>
                    <a:pt x="7396" y="15019"/>
                  </a:cubicBezTo>
                  <a:cubicBezTo>
                    <a:pt x="9541" y="11801"/>
                    <a:pt x="11710" y="8583"/>
                    <a:pt x="13444" y="5113"/>
                  </a:cubicBezTo>
                  <a:cubicBezTo>
                    <a:pt x="13764" y="4474"/>
                    <a:pt x="14083" y="3789"/>
                    <a:pt x="14152" y="3059"/>
                  </a:cubicBezTo>
                  <a:cubicBezTo>
                    <a:pt x="14266" y="1895"/>
                    <a:pt x="13695" y="685"/>
                    <a:pt x="12737" y="0"/>
                  </a:cubicBezTo>
                  <a:close/>
                </a:path>
              </a:pathLst>
            </a:custGeom>
            <a:solidFill>
              <a:schemeClr val="dk1">
                <a:alpha val="297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" name="Google Shape;1113;p63"/>
            <p:cNvSpPr/>
            <p:nvPr/>
          </p:nvSpPr>
          <p:spPr>
            <a:xfrm flipH="1">
              <a:off x="3397429" y="3183403"/>
              <a:ext cx="222185" cy="231938"/>
            </a:xfrm>
            <a:custGeom>
              <a:rect b="b" l="l" r="r" t="t"/>
              <a:pathLst>
                <a:path extrusionOk="0" h="11581" w="11094">
                  <a:moveTo>
                    <a:pt x="4383" y="1"/>
                  </a:moveTo>
                  <a:cubicBezTo>
                    <a:pt x="3174" y="1964"/>
                    <a:pt x="1987" y="3927"/>
                    <a:pt x="777" y="5867"/>
                  </a:cubicBezTo>
                  <a:cubicBezTo>
                    <a:pt x="1" y="7145"/>
                    <a:pt x="161" y="9131"/>
                    <a:pt x="1279" y="10386"/>
                  </a:cubicBezTo>
                  <a:cubicBezTo>
                    <a:pt x="1958" y="11150"/>
                    <a:pt x="2996" y="11581"/>
                    <a:pt x="4019" y="11581"/>
                  </a:cubicBezTo>
                  <a:cubicBezTo>
                    <a:pt x="4647" y="11581"/>
                    <a:pt x="5269" y="11418"/>
                    <a:pt x="5799" y="11071"/>
                  </a:cubicBezTo>
                  <a:cubicBezTo>
                    <a:pt x="6278" y="10752"/>
                    <a:pt x="6666" y="10341"/>
                    <a:pt x="7031" y="9884"/>
                  </a:cubicBezTo>
                  <a:cubicBezTo>
                    <a:pt x="7579" y="9222"/>
                    <a:pt x="8058" y="8515"/>
                    <a:pt x="8538" y="7784"/>
                  </a:cubicBezTo>
                  <a:cubicBezTo>
                    <a:pt x="9382" y="6506"/>
                    <a:pt x="10249" y="5228"/>
                    <a:pt x="11094" y="3927"/>
                  </a:cubicBezTo>
                  <a:lnTo>
                    <a:pt x="11094" y="3927"/>
                  </a:lnTo>
                  <a:cubicBezTo>
                    <a:pt x="10803" y="3978"/>
                    <a:pt x="10510" y="4002"/>
                    <a:pt x="10218" y="4002"/>
                  </a:cubicBezTo>
                  <a:cubicBezTo>
                    <a:pt x="9207" y="4002"/>
                    <a:pt x="8203" y="3718"/>
                    <a:pt x="7282" y="3311"/>
                  </a:cubicBezTo>
                  <a:cubicBezTo>
                    <a:pt x="6575" y="2991"/>
                    <a:pt x="5890" y="2603"/>
                    <a:pt x="5365" y="2055"/>
                  </a:cubicBezTo>
                  <a:cubicBezTo>
                    <a:pt x="4817" y="1507"/>
                    <a:pt x="4429" y="777"/>
                    <a:pt x="440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4" name="Google Shape;1114;p63"/>
            <p:cNvSpPr/>
            <p:nvPr/>
          </p:nvSpPr>
          <p:spPr>
            <a:xfrm flipH="1">
              <a:off x="3397432" y="3259740"/>
              <a:ext cx="199314" cy="155594"/>
            </a:xfrm>
            <a:custGeom>
              <a:rect b="b" l="l" r="r" t="t"/>
              <a:pathLst>
                <a:path extrusionOk="0" h="7769" w="9952">
                  <a:moveTo>
                    <a:pt x="7669" y="1"/>
                  </a:moveTo>
                  <a:cubicBezTo>
                    <a:pt x="6095" y="2489"/>
                    <a:pt x="4542" y="4817"/>
                    <a:pt x="3903" y="5524"/>
                  </a:cubicBezTo>
                  <a:cubicBezTo>
                    <a:pt x="3155" y="6354"/>
                    <a:pt x="1970" y="6552"/>
                    <a:pt x="1100" y="6552"/>
                  </a:cubicBezTo>
                  <a:cubicBezTo>
                    <a:pt x="510" y="6552"/>
                    <a:pt x="65" y="6461"/>
                    <a:pt x="0" y="6415"/>
                  </a:cubicBezTo>
                  <a:lnTo>
                    <a:pt x="0" y="6415"/>
                  </a:lnTo>
                  <a:cubicBezTo>
                    <a:pt x="46" y="6460"/>
                    <a:pt x="91" y="6506"/>
                    <a:pt x="137" y="6574"/>
                  </a:cubicBezTo>
                  <a:cubicBezTo>
                    <a:pt x="816" y="7338"/>
                    <a:pt x="1854" y="7769"/>
                    <a:pt x="2877" y="7769"/>
                  </a:cubicBezTo>
                  <a:cubicBezTo>
                    <a:pt x="3505" y="7769"/>
                    <a:pt x="4127" y="7606"/>
                    <a:pt x="4657" y="7259"/>
                  </a:cubicBezTo>
                  <a:cubicBezTo>
                    <a:pt x="5136" y="6940"/>
                    <a:pt x="5524" y="6529"/>
                    <a:pt x="5889" y="6072"/>
                  </a:cubicBezTo>
                  <a:cubicBezTo>
                    <a:pt x="6437" y="5410"/>
                    <a:pt x="6916" y="4703"/>
                    <a:pt x="7396" y="3972"/>
                  </a:cubicBezTo>
                  <a:cubicBezTo>
                    <a:pt x="8240" y="2694"/>
                    <a:pt x="9107" y="1416"/>
                    <a:pt x="9952" y="115"/>
                  </a:cubicBezTo>
                  <a:lnTo>
                    <a:pt x="9952" y="115"/>
                  </a:lnTo>
                  <a:cubicBezTo>
                    <a:pt x="9679" y="164"/>
                    <a:pt x="9403" y="187"/>
                    <a:pt x="9126" y="187"/>
                  </a:cubicBezTo>
                  <a:cubicBezTo>
                    <a:pt x="8639" y="187"/>
                    <a:pt x="8150" y="117"/>
                    <a:pt x="76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15" name="Google Shape;1115;p63"/>
          <p:cNvGrpSpPr/>
          <p:nvPr/>
        </p:nvGrpSpPr>
        <p:grpSpPr>
          <a:xfrm>
            <a:off x="1263116" y="1786669"/>
            <a:ext cx="1817596" cy="2099350"/>
            <a:chOff x="1263116" y="1786669"/>
            <a:chExt cx="1817596" cy="2099350"/>
          </a:xfrm>
        </p:grpSpPr>
        <p:sp>
          <p:nvSpPr>
            <p:cNvPr id="1116" name="Google Shape;1116;p63"/>
            <p:cNvSpPr/>
            <p:nvPr/>
          </p:nvSpPr>
          <p:spPr>
            <a:xfrm flipH="1">
              <a:off x="1263116" y="2689756"/>
              <a:ext cx="1817596" cy="1196263"/>
            </a:xfrm>
            <a:custGeom>
              <a:rect b="b" l="l" r="r" t="t"/>
              <a:pathLst>
                <a:path extrusionOk="0" h="59731" w="90755">
                  <a:moveTo>
                    <a:pt x="43072" y="1"/>
                  </a:moveTo>
                  <a:lnTo>
                    <a:pt x="43072" y="1"/>
                  </a:lnTo>
                  <a:cubicBezTo>
                    <a:pt x="39238" y="480"/>
                    <a:pt x="35563" y="1986"/>
                    <a:pt x="32162" y="3790"/>
                  </a:cubicBezTo>
                  <a:cubicBezTo>
                    <a:pt x="31066" y="4383"/>
                    <a:pt x="29993" y="4999"/>
                    <a:pt x="28966" y="5638"/>
                  </a:cubicBezTo>
                  <a:cubicBezTo>
                    <a:pt x="25109" y="8035"/>
                    <a:pt x="21548" y="10957"/>
                    <a:pt x="18672" y="14472"/>
                  </a:cubicBezTo>
                  <a:lnTo>
                    <a:pt x="22872" y="15339"/>
                  </a:lnTo>
                  <a:cubicBezTo>
                    <a:pt x="23557" y="15476"/>
                    <a:pt x="24287" y="15636"/>
                    <a:pt x="24858" y="16070"/>
                  </a:cubicBezTo>
                  <a:cubicBezTo>
                    <a:pt x="25246" y="16366"/>
                    <a:pt x="25542" y="16823"/>
                    <a:pt x="25611" y="17302"/>
                  </a:cubicBezTo>
                  <a:cubicBezTo>
                    <a:pt x="28145" y="17964"/>
                    <a:pt x="30655" y="18649"/>
                    <a:pt x="33166" y="19402"/>
                  </a:cubicBezTo>
                  <a:cubicBezTo>
                    <a:pt x="33942" y="17416"/>
                    <a:pt x="34741" y="15430"/>
                    <a:pt x="35540" y="13445"/>
                  </a:cubicBezTo>
                  <a:cubicBezTo>
                    <a:pt x="36681" y="10683"/>
                    <a:pt x="37868" y="7921"/>
                    <a:pt x="39466" y="5410"/>
                  </a:cubicBezTo>
                  <a:cubicBezTo>
                    <a:pt x="39968" y="4611"/>
                    <a:pt x="40516" y="3812"/>
                    <a:pt x="41132" y="3082"/>
                  </a:cubicBezTo>
                  <a:cubicBezTo>
                    <a:pt x="41520" y="2580"/>
                    <a:pt x="41931" y="2123"/>
                    <a:pt x="42273" y="1598"/>
                  </a:cubicBezTo>
                  <a:cubicBezTo>
                    <a:pt x="42593" y="1096"/>
                    <a:pt x="42867" y="571"/>
                    <a:pt x="43072" y="1"/>
                  </a:cubicBezTo>
                  <a:close/>
                  <a:moveTo>
                    <a:pt x="7145" y="16412"/>
                  </a:moveTo>
                  <a:cubicBezTo>
                    <a:pt x="3311" y="23511"/>
                    <a:pt x="1" y="31180"/>
                    <a:pt x="206" y="39214"/>
                  </a:cubicBezTo>
                  <a:cubicBezTo>
                    <a:pt x="252" y="41200"/>
                    <a:pt x="526" y="43232"/>
                    <a:pt x="1325" y="45058"/>
                  </a:cubicBezTo>
                  <a:cubicBezTo>
                    <a:pt x="2831" y="48436"/>
                    <a:pt x="6072" y="50832"/>
                    <a:pt x="9610" y="51905"/>
                  </a:cubicBezTo>
                  <a:cubicBezTo>
                    <a:pt x="11019" y="52339"/>
                    <a:pt x="12492" y="52579"/>
                    <a:pt x="13957" y="52579"/>
                  </a:cubicBezTo>
                  <a:cubicBezTo>
                    <a:pt x="14962" y="52579"/>
                    <a:pt x="15963" y="52466"/>
                    <a:pt x="16937" y="52225"/>
                  </a:cubicBezTo>
                  <a:cubicBezTo>
                    <a:pt x="18352" y="51882"/>
                    <a:pt x="19699" y="51243"/>
                    <a:pt x="20863" y="50353"/>
                  </a:cubicBezTo>
                  <a:cubicBezTo>
                    <a:pt x="19197" y="49782"/>
                    <a:pt x="17554" y="49189"/>
                    <a:pt x="15887" y="48596"/>
                  </a:cubicBezTo>
                  <a:cubicBezTo>
                    <a:pt x="15111" y="48322"/>
                    <a:pt x="14312" y="48002"/>
                    <a:pt x="13833" y="47340"/>
                  </a:cubicBezTo>
                  <a:cubicBezTo>
                    <a:pt x="13514" y="46884"/>
                    <a:pt x="13399" y="46313"/>
                    <a:pt x="13285" y="45788"/>
                  </a:cubicBezTo>
                  <a:cubicBezTo>
                    <a:pt x="11414" y="36818"/>
                    <a:pt x="9519" y="27847"/>
                    <a:pt x="7647" y="18877"/>
                  </a:cubicBezTo>
                  <a:cubicBezTo>
                    <a:pt x="7488" y="18055"/>
                    <a:pt x="7305" y="17234"/>
                    <a:pt x="7145" y="16412"/>
                  </a:cubicBezTo>
                  <a:close/>
                  <a:moveTo>
                    <a:pt x="63159" y="3013"/>
                  </a:moveTo>
                  <a:cubicBezTo>
                    <a:pt x="61949" y="5228"/>
                    <a:pt x="60739" y="7419"/>
                    <a:pt x="59552" y="9656"/>
                  </a:cubicBezTo>
                  <a:cubicBezTo>
                    <a:pt x="57886" y="12851"/>
                    <a:pt x="56311" y="16092"/>
                    <a:pt x="54964" y="19448"/>
                  </a:cubicBezTo>
                  <a:cubicBezTo>
                    <a:pt x="52956" y="24492"/>
                    <a:pt x="51495" y="29810"/>
                    <a:pt x="51152" y="35197"/>
                  </a:cubicBezTo>
                  <a:cubicBezTo>
                    <a:pt x="51015" y="35151"/>
                    <a:pt x="50901" y="35106"/>
                    <a:pt x="50787" y="35083"/>
                  </a:cubicBezTo>
                  <a:cubicBezTo>
                    <a:pt x="50262" y="35699"/>
                    <a:pt x="49760" y="36338"/>
                    <a:pt x="49281" y="37000"/>
                  </a:cubicBezTo>
                  <a:cubicBezTo>
                    <a:pt x="46998" y="40150"/>
                    <a:pt x="45127" y="43620"/>
                    <a:pt x="43780" y="47272"/>
                  </a:cubicBezTo>
                  <a:cubicBezTo>
                    <a:pt x="43437" y="48185"/>
                    <a:pt x="43118" y="49121"/>
                    <a:pt x="42844" y="50056"/>
                  </a:cubicBezTo>
                  <a:cubicBezTo>
                    <a:pt x="44350" y="51015"/>
                    <a:pt x="45880" y="51928"/>
                    <a:pt x="47432" y="52795"/>
                  </a:cubicBezTo>
                  <a:cubicBezTo>
                    <a:pt x="50810" y="54713"/>
                    <a:pt x="54302" y="56379"/>
                    <a:pt x="57954" y="57612"/>
                  </a:cubicBezTo>
                  <a:cubicBezTo>
                    <a:pt x="61882" y="58926"/>
                    <a:pt x="66020" y="59731"/>
                    <a:pt x="70150" y="59731"/>
                  </a:cubicBezTo>
                  <a:cubicBezTo>
                    <a:pt x="71613" y="59731"/>
                    <a:pt x="73075" y="59630"/>
                    <a:pt x="74526" y="59415"/>
                  </a:cubicBezTo>
                  <a:cubicBezTo>
                    <a:pt x="76648" y="59095"/>
                    <a:pt x="78771" y="58525"/>
                    <a:pt x="80666" y="57475"/>
                  </a:cubicBezTo>
                  <a:cubicBezTo>
                    <a:pt x="85253" y="54872"/>
                    <a:pt x="87833" y="49691"/>
                    <a:pt x="88905" y="44533"/>
                  </a:cubicBezTo>
                  <a:cubicBezTo>
                    <a:pt x="90754" y="35768"/>
                    <a:pt x="88974" y="26318"/>
                    <a:pt x="84181" y="18740"/>
                  </a:cubicBezTo>
                  <a:cubicBezTo>
                    <a:pt x="82309" y="15750"/>
                    <a:pt x="79981" y="13079"/>
                    <a:pt x="77333" y="10774"/>
                  </a:cubicBezTo>
                  <a:cubicBezTo>
                    <a:pt x="73247" y="7213"/>
                    <a:pt x="68386" y="4543"/>
                    <a:pt x="63159" y="301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7" name="Google Shape;1117;p63"/>
            <p:cNvSpPr/>
            <p:nvPr/>
          </p:nvSpPr>
          <p:spPr>
            <a:xfrm flipH="1">
              <a:off x="2130850" y="3583351"/>
              <a:ext cx="182871" cy="163685"/>
            </a:xfrm>
            <a:custGeom>
              <a:rect b="b" l="l" r="r" t="t"/>
              <a:pathLst>
                <a:path extrusionOk="0" h="8173" w="9131">
                  <a:moveTo>
                    <a:pt x="1" y="1"/>
                  </a:moveTo>
                  <a:lnTo>
                    <a:pt x="1" y="1"/>
                  </a:lnTo>
                  <a:cubicBezTo>
                    <a:pt x="594" y="2283"/>
                    <a:pt x="1119" y="4612"/>
                    <a:pt x="1553" y="6940"/>
                  </a:cubicBezTo>
                  <a:cubicBezTo>
                    <a:pt x="4064" y="7419"/>
                    <a:pt x="6597" y="7853"/>
                    <a:pt x="9131" y="8172"/>
                  </a:cubicBezTo>
                  <a:cubicBezTo>
                    <a:pt x="7579" y="7305"/>
                    <a:pt x="6049" y="6392"/>
                    <a:pt x="4543" y="5433"/>
                  </a:cubicBezTo>
                  <a:cubicBezTo>
                    <a:pt x="4817" y="4498"/>
                    <a:pt x="5136" y="3562"/>
                    <a:pt x="5479" y="2649"/>
                  </a:cubicBezTo>
                  <a:cubicBezTo>
                    <a:pt x="4452" y="1485"/>
                    <a:pt x="2968" y="754"/>
                    <a:pt x="1462" y="343"/>
                  </a:cubicBezTo>
                  <a:cubicBezTo>
                    <a:pt x="982" y="206"/>
                    <a:pt x="503" y="92"/>
                    <a:pt x="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8" name="Google Shape;1118;p63"/>
            <p:cNvSpPr/>
            <p:nvPr/>
          </p:nvSpPr>
          <p:spPr>
            <a:xfrm flipH="1">
              <a:off x="1888086" y="2798094"/>
              <a:ext cx="528466" cy="632689"/>
            </a:xfrm>
            <a:custGeom>
              <a:rect b="b" l="l" r="r" t="t"/>
              <a:pathLst>
                <a:path extrusionOk="0" h="31591" w="26387">
                  <a:moveTo>
                    <a:pt x="6300" y="0"/>
                  </a:moveTo>
                  <a:cubicBezTo>
                    <a:pt x="4702" y="2511"/>
                    <a:pt x="3515" y="5273"/>
                    <a:pt x="2374" y="8035"/>
                  </a:cubicBezTo>
                  <a:cubicBezTo>
                    <a:pt x="1575" y="10020"/>
                    <a:pt x="776" y="12006"/>
                    <a:pt x="0" y="13992"/>
                  </a:cubicBezTo>
                  <a:cubicBezTo>
                    <a:pt x="297" y="14083"/>
                    <a:pt x="594" y="14175"/>
                    <a:pt x="867" y="14266"/>
                  </a:cubicBezTo>
                  <a:cubicBezTo>
                    <a:pt x="1575" y="18009"/>
                    <a:pt x="2260" y="21753"/>
                    <a:pt x="2945" y="25496"/>
                  </a:cubicBezTo>
                  <a:cubicBezTo>
                    <a:pt x="6277" y="26044"/>
                    <a:pt x="9016" y="28623"/>
                    <a:pt x="12120" y="30107"/>
                  </a:cubicBezTo>
                  <a:cubicBezTo>
                    <a:pt x="13399" y="30746"/>
                    <a:pt x="14768" y="31179"/>
                    <a:pt x="16115" y="31590"/>
                  </a:cubicBezTo>
                  <a:cubicBezTo>
                    <a:pt x="16594" y="30928"/>
                    <a:pt x="17096" y="30289"/>
                    <a:pt x="17621" y="29673"/>
                  </a:cubicBezTo>
                  <a:cubicBezTo>
                    <a:pt x="17735" y="29696"/>
                    <a:pt x="17849" y="29741"/>
                    <a:pt x="17986" y="29787"/>
                  </a:cubicBezTo>
                  <a:cubicBezTo>
                    <a:pt x="18329" y="24400"/>
                    <a:pt x="19790" y="19082"/>
                    <a:pt x="21798" y="14038"/>
                  </a:cubicBezTo>
                  <a:cubicBezTo>
                    <a:pt x="23145" y="10682"/>
                    <a:pt x="24720" y="7441"/>
                    <a:pt x="26386" y="4246"/>
                  </a:cubicBezTo>
                  <a:lnTo>
                    <a:pt x="26386" y="4246"/>
                  </a:lnTo>
                  <a:cubicBezTo>
                    <a:pt x="24857" y="5159"/>
                    <a:pt x="23099" y="5729"/>
                    <a:pt x="21342" y="5980"/>
                  </a:cubicBezTo>
                  <a:cubicBezTo>
                    <a:pt x="20391" y="6120"/>
                    <a:pt x="19434" y="6179"/>
                    <a:pt x="18476" y="6179"/>
                  </a:cubicBezTo>
                  <a:cubicBezTo>
                    <a:pt x="16925" y="6179"/>
                    <a:pt x="15370" y="6023"/>
                    <a:pt x="13832" y="5798"/>
                  </a:cubicBezTo>
                  <a:cubicBezTo>
                    <a:pt x="12486" y="5615"/>
                    <a:pt x="11116" y="5364"/>
                    <a:pt x="9952" y="4679"/>
                  </a:cubicBezTo>
                  <a:cubicBezTo>
                    <a:pt x="8194" y="3675"/>
                    <a:pt x="7076" y="1895"/>
                    <a:pt x="630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9" name="Google Shape;1119;p63"/>
            <p:cNvSpPr/>
            <p:nvPr/>
          </p:nvSpPr>
          <p:spPr>
            <a:xfrm flipH="1">
              <a:off x="2267450" y="2965627"/>
              <a:ext cx="679333" cy="861683"/>
            </a:xfrm>
            <a:custGeom>
              <a:rect b="b" l="l" r="r" t="t"/>
              <a:pathLst>
                <a:path extrusionOk="0" h="43025" w="33920">
                  <a:moveTo>
                    <a:pt x="1005" y="1"/>
                  </a:moveTo>
                  <a:cubicBezTo>
                    <a:pt x="937" y="1"/>
                    <a:pt x="868" y="3"/>
                    <a:pt x="800" y="11"/>
                  </a:cubicBezTo>
                  <a:cubicBezTo>
                    <a:pt x="571" y="11"/>
                    <a:pt x="297" y="34"/>
                    <a:pt x="161" y="239"/>
                  </a:cubicBezTo>
                  <a:cubicBezTo>
                    <a:pt x="1" y="422"/>
                    <a:pt x="46" y="673"/>
                    <a:pt x="92" y="901"/>
                  </a:cubicBezTo>
                  <a:cubicBezTo>
                    <a:pt x="206" y="1495"/>
                    <a:pt x="343" y="2065"/>
                    <a:pt x="457" y="2636"/>
                  </a:cubicBezTo>
                  <a:cubicBezTo>
                    <a:pt x="617" y="3458"/>
                    <a:pt x="800" y="4279"/>
                    <a:pt x="959" y="5101"/>
                  </a:cubicBezTo>
                  <a:cubicBezTo>
                    <a:pt x="2831" y="14071"/>
                    <a:pt x="4703" y="23042"/>
                    <a:pt x="6597" y="32012"/>
                  </a:cubicBezTo>
                  <a:cubicBezTo>
                    <a:pt x="6711" y="32537"/>
                    <a:pt x="6826" y="33108"/>
                    <a:pt x="7145" y="33564"/>
                  </a:cubicBezTo>
                  <a:cubicBezTo>
                    <a:pt x="7624" y="34226"/>
                    <a:pt x="8423" y="34546"/>
                    <a:pt x="9199" y="34820"/>
                  </a:cubicBezTo>
                  <a:cubicBezTo>
                    <a:pt x="10866" y="35413"/>
                    <a:pt x="12509" y="36006"/>
                    <a:pt x="14175" y="36577"/>
                  </a:cubicBezTo>
                  <a:cubicBezTo>
                    <a:pt x="20247" y="38745"/>
                    <a:pt x="26318" y="40845"/>
                    <a:pt x="32413" y="42877"/>
                  </a:cubicBezTo>
                  <a:cubicBezTo>
                    <a:pt x="32641" y="42960"/>
                    <a:pt x="32913" y="43024"/>
                    <a:pt x="33160" y="43024"/>
                  </a:cubicBezTo>
                  <a:cubicBezTo>
                    <a:pt x="33455" y="43024"/>
                    <a:pt x="33716" y="42932"/>
                    <a:pt x="33828" y="42671"/>
                  </a:cubicBezTo>
                  <a:cubicBezTo>
                    <a:pt x="33919" y="42489"/>
                    <a:pt x="33896" y="42261"/>
                    <a:pt x="33873" y="42055"/>
                  </a:cubicBezTo>
                  <a:cubicBezTo>
                    <a:pt x="33668" y="40640"/>
                    <a:pt x="33440" y="39202"/>
                    <a:pt x="33166" y="37787"/>
                  </a:cubicBezTo>
                  <a:cubicBezTo>
                    <a:pt x="32732" y="35459"/>
                    <a:pt x="32207" y="33130"/>
                    <a:pt x="31614" y="30848"/>
                  </a:cubicBezTo>
                  <a:cubicBezTo>
                    <a:pt x="30336" y="30597"/>
                    <a:pt x="29035" y="30460"/>
                    <a:pt x="27756" y="30209"/>
                  </a:cubicBezTo>
                  <a:cubicBezTo>
                    <a:pt x="25474" y="29775"/>
                    <a:pt x="23260" y="29022"/>
                    <a:pt x="21183" y="27949"/>
                  </a:cubicBezTo>
                  <a:cubicBezTo>
                    <a:pt x="20566" y="27652"/>
                    <a:pt x="19973" y="27287"/>
                    <a:pt x="19585" y="26739"/>
                  </a:cubicBezTo>
                  <a:cubicBezTo>
                    <a:pt x="19265" y="26260"/>
                    <a:pt x="19151" y="25598"/>
                    <a:pt x="19379" y="25096"/>
                  </a:cubicBezTo>
                  <a:cubicBezTo>
                    <a:pt x="19242" y="24982"/>
                    <a:pt x="19106" y="24845"/>
                    <a:pt x="18969" y="24708"/>
                  </a:cubicBezTo>
                  <a:cubicBezTo>
                    <a:pt x="18672" y="24366"/>
                    <a:pt x="18375" y="23955"/>
                    <a:pt x="18444" y="23498"/>
                  </a:cubicBezTo>
                  <a:cubicBezTo>
                    <a:pt x="18489" y="23179"/>
                    <a:pt x="18695" y="22928"/>
                    <a:pt x="18923" y="22722"/>
                  </a:cubicBezTo>
                  <a:cubicBezTo>
                    <a:pt x="18786" y="22562"/>
                    <a:pt x="18649" y="22380"/>
                    <a:pt x="18535" y="22220"/>
                  </a:cubicBezTo>
                  <a:cubicBezTo>
                    <a:pt x="18421" y="22037"/>
                    <a:pt x="18329" y="21855"/>
                    <a:pt x="18352" y="21649"/>
                  </a:cubicBezTo>
                  <a:cubicBezTo>
                    <a:pt x="18352" y="21284"/>
                    <a:pt x="18695" y="21056"/>
                    <a:pt x="19037" y="20896"/>
                  </a:cubicBezTo>
                  <a:cubicBezTo>
                    <a:pt x="18991" y="20850"/>
                    <a:pt x="18946" y="20782"/>
                    <a:pt x="18900" y="20736"/>
                  </a:cubicBezTo>
                  <a:cubicBezTo>
                    <a:pt x="18603" y="20417"/>
                    <a:pt x="18421" y="19846"/>
                    <a:pt x="18809" y="19641"/>
                  </a:cubicBezTo>
                  <a:cubicBezTo>
                    <a:pt x="18881" y="19597"/>
                    <a:pt x="18972" y="19581"/>
                    <a:pt x="19069" y="19581"/>
                  </a:cubicBezTo>
                  <a:cubicBezTo>
                    <a:pt x="19126" y="19581"/>
                    <a:pt x="19184" y="19587"/>
                    <a:pt x="19242" y="19595"/>
                  </a:cubicBezTo>
                  <a:cubicBezTo>
                    <a:pt x="22532" y="19843"/>
                    <a:pt x="25785" y="20673"/>
                    <a:pt x="29067" y="20673"/>
                  </a:cubicBezTo>
                  <a:cubicBezTo>
                    <a:pt x="29406" y="20673"/>
                    <a:pt x="29745" y="20664"/>
                    <a:pt x="30084" y="20645"/>
                  </a:cubicBezTo>
                  <a:cubicBezTo>
                    <a:pt x="29856" y="19481"/>
                    <a:pt x="29651" y="18294"/>
                    <a:pt x="29423" y="17130"/>
                  </a:cubicBezTo>
                  <a:cubicBezTo>
                    <a:pt x="28738" y="13387"/>
                    <a:pt x="28053" y="9643"/>
                    <a:pt x="27345" y="5900"/>
                  </a:cubicBezTo>
                  <a:cubicBezTo>
                    <a:pt x="27072" y="5809"/>
                    <a:pt x="26775" y="5717"/>
                    <a:pt x="26478" y="5626"/>
                  </a:cubicBezTo>
                  <a:cubicBezTo>
                    <a:pt x="23967" y="4873"/>
                    <a:pt x="21457" y="4188"/>
                    <a:pt x="18923" y="3526"/>
                  </a:cubicBezTo>
                  <a:cubicBezTo>
                    <a:pt x="14814" y="2476"/>
                    <a:pt x="10660" y="1540"/>
                    <a:pt x="6483" y="764"/>
                  </a:cubicBezTo>
                  <a:cubicBezTo>
                    <a:pt x="5753" y="627"/>
                    <a:pt x="4999" y="490"/>
                    <a:pt x="4246" y="376"/>
                  </a:cubicBezTo>
                  <a:cubicBezTo>
                    <a:pt x="3310" y="194"/>
                    <a:pt x="2352" y="57"/>
                    <a:pt x="1416" y="11"/>
                  </a:cubicBezTo>
                  <a:cubicBezTo>
                    <a:pt x="1279" y="11"/>
                    <a:pt x="1142" y="1"/>
                    <a:pt x="100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0" name="Google Shape;1120;p63"/>
            <p:cNvSpPr/>
            <p:nvPr/>
          </p:nvSpPr>
          <p:spPr>
            <a:xfrm flipH="1">
              <a:off x="2567816" y="2962563"/>
              <a:ext cx="249142" cy="73701"/>
            </a:xfrm>
            <a:custGeom>
              <a:rect b="b" l="l" r="r" t="t"/>
              <a:pathLst>
                <a:path extrusionOk="0" h="3680" w="12440">
                  <a:moveTo>
                    <a:pt x="1173" y="0"/>
                  </a:moveTo>
                  <a:cubicBezTo>
                    <a:pt x="931" y="0"/>
                    <a:pt x="696" y="38"/>
                    <a:pt x="479" y="141"/>
                  </a:cubicBezTo>
                  <a:cubicBezTo>
                    <a:pt x="206" y="301"/>
                    <a:pt x="23" y="621"/>
                    <a:pt x="0" y="917"/>
                  </a:cubicBezTo>
                  <a:cubicBezTo>
                    <a:pt x="4177" y="1693"/>
                    <a:pt x="8331" y="2629"/>
                    <a:pt x="12440" y="3679"/>
                  </a:cubicBezTo>
                  <a:cubicBezTo>
                    <a:pt x="12371" y="3200"/>
                    <a:pt x="12075" y="2743"/>
                    <a:pt x="11687" y="2447"/>
                  </a:cubicBezTo>
                  <a:cubicBezTo>
                    <a:pt x="11116" y="2013"/>
                    <a:pt x="10386" y="1853"/>
                    <a:pt x="9701" y="1716"/>
                  </a:cubicBezTo>
                  <a:cubicBezTo>
                    <a:pt x="8309" y="1419"/>
                    <a:pt x="6893" y="1123"/>
                    <a:pt x="5501" y="849"/>
                  </a:cubicBezTo>
                  <a:lnTo>
                    <a:pt x="2511" y="210"/>
                  </a:lnTo>
                  <a:cubicBezTo>
                    <a:pt x="2351" y="187"/>
                    <a:pt x="2191" y="141"/>
                    <a:pt x="2054" y="118"/>
                  </a:cubicBezTo>
                  <a:cubicBezTo>
                    <a:pt x="1767" y="56"/>
                    <a:pt x="1465" y="0"/>
                    <a:pt x="117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" name="Google Shape;1121;p63"/>
            <p:cNvSpPr/>
            <p:nvPr/>
          </p:nvSpPr>
          <p:spPr>
            <a:xfrm flipH="1">
              <a:off x="1309347" y="1786669"/>
              <a:ext cx="1332550" cy="1118976"/>
            </a:xfrm>
            <a:custGeom>
              <a:rect b="b" l="l" r="r" t="t"/>
              <a:pathLst>
                <a:path extrusionOk="0" h="55872" w="66536">
                  <a:moveTo>
                    <a:pt x="28883" y="0"/>
                  </a:moveTo>
                  <a:cubicBezTo>
                    <a:pt x="26130" y="0"/>
                    <a:pt x="23375" y="627"/>
                    <a:pt x="20908" y="1867"/>
                  </a:cubicBezTo>
                  <a:cubicBezTo>
                    <a:pt x="16366" y="4126"/>
                    <a:pt x="12897" y="8440"/>
                    <a:pt x="11641" y="13348"/>
                  </a:cubicBezTo>
                  <a:cubicBezTo>
                    <a:pt x="10842" y="16429"/>
                    <a:pt x="10888" y="19739"/>
                    <a:pt x="9724" y="22683"/>
                  </a:cubicBezTo>
                  <a:cubicBezTo>
                    <a:pt x="7989" y="27111"/>
                    <a:pt x="3789" y="30215"/>
                    <a:pt x="2100" y="34644"/>
                  </a:cubicBezTo>
                  <a:cubicBezTo>
                    <a:pt x="0" y="40236"/>
                    <a:pt x="2557" y="46764"/>
                    <a:pt x="7053" y="50735"/>
                  </a:cubicBezTo>
                  <a:cubicBezTo>
                    <a:pt x="8080" y="50096"/>
                    <a:pt x="9153" y="49480"/>
                    <a:pt x="10249" y="48887"/>
                  </a:cubicBezTo>
                  <a:cubicBezTo>
                    <a:pt x="13650" y="47083"/>
                    <a:pt x="17325" y="45577"/>
                    <a:pt x="21159" y="45098"/>
                  </a:cubicBezTo>
                  <a:cubicBezTo>
                    <a:pt x="21524" y="44162"/>
                    <a:pt x="21730" y="43157"/>
                    <a:pt x="21913" y="42153"/>
                  </a:cubicBezTo>
                  <a:cubicBezTo>
                    <a:pt x="19881" y="41834"/>
                    <a:pt x="17850" y="41309"/>
                    <a:pt x="16092" y="40236"/>
                  </a:cubicBezTo>
                  <a:cubicBezTo>
                    <a:pt x="13193" y="38433"/>
                    <a:pt x="11299" y="35100"/>
                    <a:pt x="11230" y="31699"/>
                  </a:cubicBezTo>
                  <a:cubicBezTo>
                    <a:pt x="11185" y="30010"/>
                    <a:pt x="11573" y="28344"/>
                    <a:pt x="11961" y="26700"/>
                  </a:cubicBezTo>
                  <a:cubicBezTo>
                    <a:pt x="12531" y="24167"/>
                    <a:pt x="13125" y="21633"/>
                    <a:pt x="13764" y="19100"/>
                  </a:cubicBezTo>
                  <a:cubicBezTo>
                    <a:pt x="14220" y="17342"/>
                    <a:pt x="14723" y="15562"/>
                    <a:pt x="15636" y="14010"/>
                  </a:cubicBezTo>
                  <a:cubicBezTo>
                    <a:pt x="17096" y="11544"/>
                    <a:pt x="19584" y="9764"/>
                    <a:pt x="22323" y="8965"/>
                  </a:cubicBezTo>
                  <a:cubicBezTo>
                    <a:pt x="23620" y="8581"/>
                    <a:pt x="24975" y="8402"/>
                    <a:pt x="26334" y="8402"/>
                  </a:cubicBezTo>
                  <a:cubicBezTo>
                    <a:pt x="27799" y="8402"/>
                    <a:pt x="29269" y="8609"/>
                    <a:pt x="30677" y="8988"/>
                  </a:cubicBezTo>
                  <a:cubicBezTo>
                    <a:pt x="30723" y="9011"/>
                    <a:pt x="30746" y="9011"/>
                    <a:pt x="30769" y="9034"/>
                  </a:cubicBezTo>
                  <a:cubicBezTo>
                    <a:pt x="30426" y="10654"/>
                    <a:pt x="30655" y="12412"/>
                    <a:pt x="31385" y="13918"/>
                  </a:cubicBezTo>
                  <a:cubicBezTo>
                    <a:pt x="33006" y="17137"/>
                    <a:pt x="36680" y="18826"/>
                    <a:pt x="38575" y="21861"/>
                  </a:cubicBezTo>
                  <a:cubicBezTo>
                    <a:pt x="39648" y="23596"/>
                    <a:pt x="40059" y="25719"/>
                    <a:pt x="39739" y="27750"/>
                  </a:cubicBezTo>
                  <a:cubicBezTo>
                    <a:pt x="40841" y="26442"/>
                    <a:pt x="42557" y="25740"/>
                    <a:pt x="44262" y="25740"/>
                  </a:cubicBezTo>
                  <a:cubicBezTo>
                    <a:pt x="45383" y="25740"/>
                    <a:pt x="46499" y="26044"/>
                    <a:pt x="47431" y="26678"/>
                  </a:cubicBezTo>
                  <a:cubicBezTo>
                    <a:pt x="48002" y="27066"/>
                    <a:pt x="48504" y="27568"/>
                    <a:pt x="48801" y="28184"/>
                  </a:cubicBezTo>
                  <a:cubicBezTo>
                    <a:pt x="49668" y="30010"/>
                    <a:pt x="48344" y="32270"/>
                    <a:pt x="46495" y="33091"/>
                  </a:cubicBezTo>
                  <a:cubicBezTo>
                    <a:pt x="45651" y="33456"/>
                    <a:pt x="44750" y="33597"/>
                    <a:pt x="43833" y="33597"/>
                  </a:cubicBezTo>
                  <a:cubicBezTo>
                    <a:pt x="42741" y="33597"/>
                    <a:pt x="41627" y="33398"/>
                    <a:pt x="40561" y="33137"/>
                  </a:cubicBezTo>
                  <a:lnTo>
                    <a:pt x="40561" y="33137"/>
                  </a:lnTo>
                  <a:cubicBezTo>
                    <a:pt x="40104" y="38136"/>
                    <a:pt x="40333" y="43226"/>
                    <a:pt x="41200" y="48110"/>
                  </a:cubicBezTo>
                  <a:lnTo>
                    <a:pt x="41246" y="48110"/>
                  </a:lnTo>
                  <a:cubicBezTo>
                    <a:pt x="46473" y="49640"/>
                    <a:pt x="51334" y="52310"/>
                    <a:pt x="55420" y="55871"/>
                  </a:cubicBezTo>
                  <a:cubicBezTo>
                    <a:pt x="59643" y="52653"/>
                    <a:pt x="62998" y="48293"/>
                    <a:pt x="64641" y="43272"/>
                  </a:cubicBezTo>
                  <a:cubicBezTo>
                    <a:pt x="66536" y="37520"/>
                    <a:pt x="66034" y="30946"/>
                    <a:pt x="62861" y="25787"/>
                  </a:cubicBezTo>
                  <a:cubicBezTo>
                    <a:pt x="61583" y="23733"/>
                    <a:pt x="59917" y="21907"/>
                    <a:pt x="58844" y="19739"/>
                  </a:cubicBezTo>
                  <a:cubicBezTo>
                    <a:pt x="57383" y="16886"/>
                    <a:pt x="57063" y="13599"/>
                    <a:pt x="55991" y="10586"/>
                  </a:cubicBezTo>
                  <a:cubicBezTo>
                    <a:pt x="54712" y="6934"/>
                    <a:pt x="52293" y="3624"/>
                    <a:pt x="48938" y="1707"/>
                  </a:cubicBezTo>
                  <a:cubicBezTo>
                    <a:pt x="47063" y="648"/>
                    <a:pt x="44888" y="67"/>
                    <a:pt x="42733" y="67"/>
                  </a:cubicBezTo>
                  <a:cubicBezTo>
                    <a:pt x="41032" y="67"/>
                    <a:pt x="39342" y="429"/>
                    <a:pt x="37822" y="1205"/>
                  </a:cubicBezTo>
                  <a:cubicBezTo>
                    <a:pt x="37479" y="1387"/>
                    <a:pt x="37114" y="1593"/>
                    <a:pt x="36726" y="1615"/>
                  </a:cubicBezTo>
                  <a:cubicBezTo>
                    <a:pt x="36702" y="1617"/>
                    <a:pt x="36679" y="1618"/>
                    <a:pt x="36655" y="1618"/>
                  </a:cubicBezTo>
                  <a:cubicBezTo>
                    <a:pt x="36314" y="1618"/>
                    <a:pt x="35974" y="1470"/>
                    <a:pt x="35653" y="1342"/>
                  </a:cubicBezTo>
                  <a:cubicBezTo>
                    <a:pt x="33515" y="444"/>
                    <a:pt x="31200" y="0"/>
                    <a:pt x="28883" y="0"/>
                  </a:cubicBezTo>
                  <a:close/>
                </a:path>
              </a:pathLst>
            </a:custGeom>
            <a:solidFill>
              <a:srgbClr val="3F253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" name="Google Shape;1122;p63"/>
            <p:cNvSpPr/>
            <p:nvPr/>
          </p:nvSpPr>
          <p:spPr>
            <a:xfrm flipH="1">
              <a:off x="2766643" y="2564517"/>
              <a:ext cx="289377" cy="390416"/>
            </a:xfrm>
            <a:custGeom>
              <a:rect b="b" l="l" r="r" t="t"/>
              <a:pathLst>
                <a:path extrusionOk="0" h="19494" w="14449">
                  <a:moveTo>
                    <a:pt x="12760" y="0"/>
                  </a:moveTo>
                  <a:cubicBezTo>
                    <a:pt x="11756" y="1324"/>
                    <a:pt x="10751" y="2648"/>
                    <a:pt x="9747" y="3995"/>
                  </a:cubicBezTo>
                  <a:cubicBezTo>
                    <a:pt x="9313" y="4565"/>
                    <a:pt x="8880" y="5159"/>
                    <a:pt x="8446" y="5730"/>
                  </a:cubicBezTo>
                  <a:cubicBezTo>
                    <a:pt x="8948" y="6186"/>
                    <a:pt x="9405" y="6711"/>
                    <a:pt x="9747" y="7282"/>
                  </a:cubicBezTo>
                  <a:cubicBezTo>
                    <a:pt x="10158" y="6780"/>
                    <a:pt x="10546" y="6277"/>
                    <a:pt x="10934" y="5752"/>
                  </a:cubicBezTo>
                  <a:cubicBezTo>
                    <a:pt x="10979" y="5684"/>
                    <a:pt x="11025" y="5638"/>
                    <a:pt x="11094" y="5570"/>
                  </a:cubicBezTo>
                  <a:cubicBezTo>
                    <a:pt x="12235" y="4018"/>
                    <a:pt x="13308" y="2420"/>
                    <a:pt x="14449" y="868"/>
                  </a:cubicBezTo>
                  <a:cubicBezTo>
                    <a:pt x="13901" y="548"/>
                    <a:pt x="13330" y="252"/>
                    <a:pt x="12760" y="0"/>
                  </a:cubicBezTo>
                  <a:close/>
                  <a:moveTo>
                    <a:pt x="2283" y="14472"/>
                  </a:moveTo>
                  <a:cubicBezTo>
                    <a:pt x="1621" y="15430"/>
                    <a:pt x="982" y="16412"/>
                    <a:pt x="320" y="17370"/>
                  </a:cubicBezTo>
                  <a:cubicBezTo>
                    <a:pt x="206" y="18078"/>
                    <a:pt x="115" y="18786"/>
                    <a:pt x="0" y="19493"/>
                  </a:cubicBezTo>
                  <a:cubicBezTo>
                    <a:pt x="662" y="19037"/>
                    <a:pt x="1347" y="18603"/>
                    <a:pt x="1895" y="18147"/>
                  </a:cubicBezTo>
                  <a:cubicBezTo>
                    <a:pt x="2443" y="17530"/>
                    <a:pt x="2945" y="16914"/>
                    <a:pt x="3424" y="16252"/>
                  </a:cubicBezTo>
                  <a:cubicBezTo>
                    <a:pt x="3401" y="16229"/>
                    <a:pt x="3379" y="16206"/>
                    <a:pt x="3356" y="16161"/>
                  </a:cubicBezTo>
                  <a:cubicBezTo>
                    <a:pt x="2922" y="15659"/>
                    <a:pt x="2511" y="15111"/>
                    <a:pt x="2283" y="1447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" name="Google Shape;1123;p63"/>
            <p:cNvSpPr/>
            <p:nvPr/>
          </p:nvSpPr>
          <p:spPr>
            <a:xfrm flipH="1">
              <a:off x="1647111" y="1954923"/>
              <a:ext cx="1368679" cy="1681649"/>
            </a:xfrm>
            <a:custGeom>
              <a:rect b="b" l="l" r="r" t="t"/>
              <a:pathLst>
                <a:path extrusionOk="0" h="83967" w="68340">
                  <a:moveTo>
                    <a:pt x="45005" y="0"/>
                  </a:moveTo>
                  <a:cubicBezTo>
                    <a:pt x="43646" y="0"/>
                    <a:pt x="42291" y="179"/>
                    <a:pt x="40994" y="563"/>
                  </a:cubicBezTo>
                  <a:cubicBezTo>
                    <a:pt x="38255" y="1362"/>
                    <a:pt x="35767" y="3142"/>
                    <a:pt x="34307" y="5608"/>
                  </a:cubicBezTo>
                  <a:cubicBezTo>
                    <a:pt x="33394" y="7160"/>
                    <a:pt x="32891" y="8940"/>
                    <a:pt x="32435" y="10698"/>
                  </a:cubicBezTo>
                  <a:cubicBezTo>
                    <a:pt x="31796" y="13231"/>
                    <a:pt x="31202" y="15765"/>
                    <a:pt x="30632" y="18298"/>
                  </a:cubicBezTo>
                  <a:cubicBezTo>
                    <a:pt x="30244" y="19942"/>
                    <a:pt x="29856" y="21608"/>
                    <a:pt x="29901" y="23297"/>
                  </a:cubicBezTo>
                  <a:cubicBezTo>
                    <a:pt x="29970" y="26698"/>
                    <a:pt x="31864" y="30031"/>
                    <a:pt x="34763" y="31834"/>
                  </a:cubicBezTo>
                  <a:cubicBezTo>
                    <a:pt x="36521" y="32907"/>
                    <a:pt x="38552" y="33432"/>
                    <a:pt x="40584" y="33751"/>
                  </a:cubicBezTo>
                  <a:cubicBezTo>
                    <a:pt x="40401" y="34755"/>
                    <a:pt x="40195" y="35760"/>
                    <a:pt x="39830" y="36696"/>
                  </a:cubicBezTo>
                  <a:cubicBezTo>
                    <a:pt x="39625" y="37266"/>
                    <a:pt x="39351" y="37791"/>
                    <a:pt x="39031" y="38293"/>
                  </a:cubicBezTo>
                  <a:cubicBezTo>
                    <a:pt x="38689" y="38818"/>
                    <a:pt x="38278" y="39275"/>
                    <a:pt x="37890" y="39777"/>
                  </a:cubicBezTo>
                  <a:cubicBezTo>
                    <a:pt x="37274" y="40507"/>
                    <a:pt x="36726" y="41306"/>
                    <a:pt x="36224" y="42105"/>
                  </a:cubicBezTo>
                  <a:cubicBezTo>
                    <a:pt x="37000" y="44000"/>
                    <a:pt x="38118" y="45780"/>
                    <a:pt x="39876" y="46784"/>
                  </a:cubicBezTo>
                  <a:cubicBezTo>
                    <a:pt x="41040" y="47469"/>
                    <a:pt x="42410" y="47720"/>
                    <a:pt x="43756" y="47903"/>
                  </a:cubicBezTo>
                  <a:cubicBezTo>
                    <a:pt x="45294" y="48128"/>
                    <a:pt x="46849" y="48284"/>
                    <a:pt x="48400" y="48284"/>
                  </a:cubicBezTo>
                  <a:cubicBezTo>
                    <a:pt x="49358" y="48284"/>
                    <a:pt x="50315" y="48225"/>
                    <a:pt x="51266" y="48085"/>
                  </a:cubicBezTo>
                  <a:cubicBezTo>
                    <a:pt x="53023" y="47834"/>
                    <a:pt x="54781" y="47264"/>
                    <a:pt x="56310" y="46351"/>
                  </a:cubicBezTo>
                  <a:cubicBezTo>
                    <a:pt x="57497" y="44114"/>
                    <a:pt x="58707" y="41923"/>
                    <a:pt x="59917" y="39708"/>
                  </a:cubicBezTo>
                  <a:lnTo>
                    <a:pt x="59871" y="39708"/>
                  </a:lnTo>
                  <a:cubicBezTo>
                    <a:pt x="59004" y="34824"/>
                    <a:pt x="58775" y="29734"/>
                    <a:pt x="59232" y="24735"/>
                  </a:cubicBezTo>
                  <a:lnTo>
                    <a:pt x="59232" y="24735"/>
                  </a:lnTo>
                  <a:cubicBezTo>
                    <a:pt x="60298" y="24996"/>
                    <a:pt x="61412" y="25195"/>
                    <a:pt x="62504" y="25195"/>
                  </a:cubicBezTo>
                  <a:cubicBezTo>
                    <a:pt x="63421" y="25195"/>
                    <a:pt x="64322" y="25054"/>
                    <a:pt x="65166" y="24689"/>
                  </a:cubicBezTo>
                  <a:cubicBezTo>
                    <a:pt x="67015" y="23868"/>
                    <a:pt x="68339" y="21608"/>
                    <a:pt x="67472" y="19782"/>
                  </a:cubicBezTo>
                  <a:cubicBezTo>
                    <a:pt x="67175" y="19166"/>
                    <a:pt x="66673" y="18664"/>
                    <a:pt x="66102" y="18276"/>
                  </a:cubicBezTo>
                  <a:cubicBezTo>
                    <a:pt x="65170" y="17642"/>
                    <a:pt x="64054" y="17338"/>
                    <a:pt x="62933" y="17338"/>
                  </a:cubicBezTo>
                  <a:cubicBezTo>
                    <a:pt x="61228" y="17338"/>
                    <a:pt x="59512" y="18040"/>
                    <a:pt x="58410" y="19348"/>
                  </a:cubicBezTo>
                  <a:cubicBezTo>
                    <a:pt x="58730" y="17340"/>
                    <a:pt x="58319" y="15194"/>
                    <a:pt x="57246" y="13459"/>
                  </a:cubicBezTo>
                  <a:cubicBezTo>
                    <a:pt x="55351" y="10424"/>
                    <a:pt x="51677" y="8735"/>
                    <a:pt x="50056" y="5516"/>
                  </a:cubicBezTo>
                  <a:cubicBezTo>
                    <a:pt x="49326" y="4010"/>
                    <a:pt x="49097" y="2252"/>
                    <a:pt x="49440" y="632"/>
                  </a:cubicBezTo>
                  <a:cubicBezTo>
                    <a:pt x="49417" y="609"/>
                    <a:pt x="49394" y="609"/>
                    <a:pt x="49348" y="586"/>
                  </a:cubicBezTo>
                  <a:cubicBezTo>
                    <a:pt x="49348" y="609"/>
                    <a:pt x="49326" y="609"/>
                    <a:pt x="49326" y="609"/>
                  </a:cubicBezTo>
                  <a:cubicBezTo>
                    <a:pt x="49326" y="609"/>
                    <a:pt x="49326" y="586"/>
                    <a:pt x="49348" y="586"/>
                  </a:cubicBezTo>
                  <a:cubicBezTo>
                    <a:pt x="47940" y="207"/>
                    <a:pt x="46470" y="0"/>
                    <a:pt x="45005" y="0"/>
                  </a:cubicBezTo>
                  <a:close/>
                  <a:moveTo>
                    <a:pt x="6129" y="32979"/>
                  </a:moveTo>
                  <a:cubicBezTo>
                    <a:pt x="6072" y="32979"/>
                    <a:pt x="6015" y="32985"/>
                    <a:pt x="5958" y="32998"/>
                  </a:cubicBezTo>
                  <a:cubicBezTo>
                    <a:pt x="5638" y="33066"/>
                    <a:pt x="5410" y="33340"/>
                    <a:pt x="5273" y="33614"/>
                  </a:cubicBezTo>
                  <a:cubicBezTo>
                    <a:pt x="4999" y="34162"/>
                    <a:pt x="5022" y="34801"/>
                    <a:pt x="5296" y="35326"/>
                  </a:cubicBezTo>
                  <a:cubicBezTo>
                    <a:pt x="5136" y="35258"/>
                    <a:pt x="4999" y="35212"/>
                    <a:pt x="4839" y="35166"/>
                  </a:cubicBezTo>
                  <a:cubicBezTo>
                    <a:pt x="4765" y="35154"/>
                    <a:pt x="4688" y="35147"/>
                    <a:pt x="4611" y="35147"/>
                  </a:cubicBezTo>
                  <a:cubicBezTo>
                    <a:pt x="4263" y="35147"/>
                    <a:pt x="3908" y="35278"/>
                    <a:pt x="3721" y="35577"/>
                  </a:cubicBezTo>
                  <a:cubicBezTo>
                    <a:pt x="3447" y="36011"/>
                    <a:pt x="3652" y="36627"/>
                    <a:pt x="3903" y="37084"/>
                  </a:cubicBezTo>
                  <a:cubicBezTo>
                    <a:pt x="3972" y="37198"/>
                    <a:pt x="4040" y="37335"/>
                    <a:pt x="4109" y="37449"/>
                  </a:cubicBezTo>
                  <a:lnTo>
                    <a:pt x="3972" y="37517"/>
                  </a:lnTo>
                  <a:cubicBezTo>
                    <a:pt x="3845" y="37449"/>
                    <a:pt x="3710" y="37418"/>
                    <a:pt x="3574" y="37418"/>
                  </a:cubicBezTo>
                  <a:cubicBezTo>
                    <a:pt x="3073" y="37418"/>
                    <a:pt x="2558" y="37836"/>
                    <a:pt x="2397" y="38339"/>
                  </a:cubicBezTo>
                  <a:cubicBezTo>
                    <a:pt x="2214" y="38955"/>
                    <a:pt x="2374" y="39594"/>
                    <a:pt x="2602" y="40211"/>
                  </a:cubicBezTo>
                  <a:lnTo>
                    <a:pt x="2534" y="40233"/>
                  </a:lnTo>
                  <a:cubicBezTo>
                    <a:pt x="1986" y="40325"/>
                    <a:pt x="1415" y="40599"/>
                    <a:pt x="1164" y="41101"/>
                  </a:cubicBezTo>
                  <a:cubicBezTo>
                    <a:pt x="982" y="41512"/>
                    <a:pt x="1004" y="41945"/>
                    <a:pt x="1141" y="42379"/>
                  </a:cubicBezTo>
                  <a:lnTo>
                    <a:pt x="1027" y="42402"/>
                  </a:lnTo>
                  <a:cubicBezTo>
                    <a:pt x="297" y="42744"/>
                    <a:pt x="0" y="43703"/>
                    <a:pt x="160" y="44502"/>
                  </a:cubicBezTo>
                  <a:cubicBezTo>
                    <a:pt x="183" y="44639"/>
                    <a:pt x="228" y="44776"/>
                    <a:pt x="274" y="44913"/>
                  </a:cubicBezTo>
                  <a:cubicBezTo>
                    <a:pt x="502" y="45552"/>
                    <a:pt x="913" y="46100"/>
                    <a:pt x="1347" y="46602"/>
                  </a:cubicBezTo>
                  <a:cubicBezTo>
                    <a:pt x="1370" y="46647"/>
                    <a:pt x="1392" y="46670"/>
                    <a:pt x="1415" y="46693"/>
                  </a:cubicBezTo>
                  <a:cubicBezTo>
                    <a:pt x="1963" y="47355"/>
                    <a:pt x="2579" y="47994"/>
                    <a:pt x="3378" y="48336"/>
                  </a:cubicBezTo>
                  <a:cubicBezTo>
                    <a:pt x="3549" y="48405"/>
                    <a:pt x="3755" y="48456"/>
                    <a:pt x="3955" y="48456"/>
                  </a:cubicBezTo>
                  <a:cubicBezTo>
                    <a:pt x="4154" y="48456"/>
                    <a:pt x="4348" y="48405"/>
                    <a:pt x="4497" y="48268"/>
                  </a:cubicBezTo>
                  <a:cubicBezTo>
                    <a:pt x="4497" y="48268"/>
                    <a:pt x="4497" y="48268"/>
                    <a:pt x="4520" y="48245"/>
                  </a:cubicBezTo>
                  <a:cubicBezTo>
                    <a:pt x="4588" y="48976"/>
                    <a:pt x="4725" y="49866"/>
                    <a:pt x="4862" y="50459"/>
                  </a:cubicBezTo>
                  <a:lnTo>
                    <a:pt x="4862" y="50482"/>
                  </a:lnTo>
                  <a:cubicBezTo>
                    <a:pt x="5798" y="50528"/>
                    <a:pt x="6756" y="50665"/>
                    <a:pt x="7692" y="50847"/>
                  </a:cubicBezTo>
                  <a:cubicBezTo>
                    <a:pt x="8445" y="50961"/>
                    <a:pt x="9199" y="51098"/>
                    <a:pt x="9929" y="51235"/>
                  </a:cubicBezTo>
                  <a:cubicBezTo>
                    <a:pt x="9952" y="50939"/>
                    <a:pt x="10135" y="50619"/>
                    <a:pt x="10408" y="50459"/>
                  </a:cubicBezTo>
                  <a:cubicBezTo>
                    <a:pt x="10625" y="50356"/>
                    <a:pt x="10860" y="50318"/>
                    <a:pt x="11102" y="50318"/>
                  </a:cubicBezTo>
                  <a:cubicBezTo>
                    <a:pt x="11394" y="50318"/>
                    <a:pt x="11696" y="50374"/>
                    <a:pt x="11983" y="50436"/>
                  </a:cubicBezTo>
                  <a:cubicBezTo>
                    <a:pt x="12120" y="50459"/>
                    <a:pt x="12280" y="50505"/>
                    <a:pt x="12440" y="50528"/>
                  </a:cubicBezTo>
                  <a:cubicBezTo>
                    <a:pt x="12189" y="48816"/>
                    <a:pt x="11321" y="46305"/>
                    <a:pt x="11550" y="44616"/>
                  </a:cubicBezTo>
                  <a:cubicBezTo>
                    <a:pt x="11664" y="43703"/>
                    <a:pt x="11961" y="42836"/>
                    <a:pt x="12098" y="41945"/>
                  </a:cubicBezTo>
                  <a:cubicBezTo>
                    <a:pt x="12234" y="41032"/>
                    <a:pt x="12234" y="40074"/>
                    <a:pt x="11801" y="39275"/>
                  </a:cubicBezTo>
                  <a:cubicBezTo>
                    <a:pt x="11344" y="38430"/>
                    <a:pt x="10500" y="37905"/>
                    <a:pt x="9815" y="37243"/>
                  </a:cubicBezTo>
                  <a:cubicBezTo>
                    <a:pt x="9495" y="36924"/>
                    <a:pt x="9199" y="36581"/>
                    <a:pt x="8925" y="36193"/>
                  </a:cubicBezTo>
                  <a:cubicBezTo>
                    <a:pt x="8537" y="36718"/>
                    <a:pt x="8149" y="37221"/>
                    <a:pt x="7738" y="37723"/>
                  </a:cubicBezTo>
                  <a:cubicBezTo>
                    <a:pt x="7396" y="37152"/>
                    <a:pt x="6939" y="36627"/>
                    <a:pt x="6437" y="36171"/>
                  </a:cubicBezTo>
                  <a:cubicBezTo>
                    <a:pt x="6871" y="35600"/>
                    <a:pt x="7304" y="35006"/>
                    <a:pt x="7738" y="34436"/>
                  </a:cubicBezTo>
                  <a:cubicBezTo>
                    <a:pt x="7578" y="34185"/>
                    <a:pt x="7418" y="33957"/>
                    <a:pt x="7259" y="33751"/>
                  </a:cubicBezTo>
                  <a:cubicBezTo>
                    <a:pt x="6974" y="33365"/>
                    <a:pt x="6581" y="32979"/>
                    <a:pt x="6129" y="32979"/>
                  </a:cubicBezTo>
                  <a:close/>
                  <a:moveTo>
                    <a:pt x="32869" y="67601"/>
                  </a:moveTo>
                  <a:lnTo>
                    <a:pt x="32869" y="67601"/>
                  </a:lnTo>
                  <a:cubicBezTo>
                    <a:pt x="33097" y="68765"/>
                    <a:pt x="33302" y="69952"/>
                    <a:pt x="33530" y="71116"/>
                  </a:cubicBezTo>
                  <a:cubicBezTo>
                    <a:pt x="33191" y="71135"/>
                    <a:pt x="32852" y="71144"/>
                    <a:pt x="32513" y="71144"/>
                  </a:cubicBezTo>
                  <a:cubicBezTo>
                    <a:pt x="29231" y="71144"/>
                    <a:pt x="25978" y="70314"/>
                    <a:pt x="22688" y="70066"/>
                  </a:cubicBezTo>
                  <a:cubicBezTo>
                    <a:pt x="22630" y="70058"/>
                    <a:pt x="22572" y="70052"/>
                    <a:pt x="22515" y="70052"/>
                  </a:cubicBezTo>
                  <a:cubicBezTo>
                    <a:pt x="22418" y="70052"/>
                    <a:pt x="22327" y="70068"/>
                    <a:pt x="22255" y="70112"/>
                  </a:cubicBezTo>
                  <a:cubicBezTo>
                    <a:pt x="21867" y="70317"/>
                    <a:pt x="22049" y="70888"/>
                    <a:pt x="22346" y="71207"/>
                  </a:cubicBezTo>
                  <a:cubicBezTo>
                    <a:pt x="22392" y="71253"/>
                    <a:pt x="22437" y="71321"/>
                    <a:pt x="22483" y="71367"/>
                  </a:cubicBezTo>
                  <a:cubicBezTo>
                    <a:pt x="22141" y="71527"/>
                    <a:pt x="21798" y="71755"/>
                    <a:pt x="21798" y="72120"/>
                  </a:cubicBezTo>
                  <a:cubicBezTo>
                    <a:pt x="21775" y="72326"/>
                    <a:pt x="21867" y="72508"/>
                    <a:pt x="21981" y="72691"/>
                  </a:cubicBezTo>
                  <a:cubicBezTo>
                    <a:pt x="22095" y="72851"/>
                    <a:pt x="22232" y="73033"/>
                    <a:pt x="22369" y="73193"/>
                  </a:cubicBezTo>
                  <a:cubicBezTo>
                    <a:pt x="22141" y="73399"/>
                    <a:pt x="21935" y="73650"/>
                    <a:pt x="21890" y="73969"/>
                  </a:cubicBezTo>
                  <a:cubicBezTo>
                    <a:pt x="21821" y="74426"/>
                    <a:pt x="22118" y="74837"/>
                    <a:pt x="22415" y="75179"/>
                  </a:cubicBezTo>
                  <a:cubicBezTo>
                    <a:pt x="22552" y="75316"/>
                    <a:pt x="22688" y="75453"/>
                    <a:pt x="22825" y="75567"/>
                  </a:cubicBezTo>
                  <a:cubicBezTo>
                    <a:pt x="22597" y="76069"/>
                    <a:pt x="22711" y="76731"/>
                    <a:pt x="23031" y="77210"/>
                  </a:cubicBezTo>
                  <a:cubicBezTo>
                    <a:pt x="23419" y="77758"/>
                    <a:pt x="24012" y="78123"/>
                    <a:pt x="24629" y="78420"/>
                  </a:cubicBezTo>
                  <a:cubicBezTo>
                    <a:pt x="26706" y="79493"/>
                    <a:pt x="28920" y="80246"/>
                    <a:pt x="31202" y="80680"/>
                  </a:cubicBezTo>
                  <a:cubicBezTo>
                    <a:pt x="32481" y="80931"/>
                    <a:pt x="33782" y="81068"/>
                    <a:pt x="35060" y="81319"/>
                  </a:cubicBezTo>
                  <a:cubicBezTo>
                    <a:pt x="35562" y="81410"/>
                    <a:pt x="36041" y="81524"/>
                    <a:pt x="36521" y="81661"/>
                  </a:cubicBezTo>
                  <a:cubicBezTo>
                    <a:pt x="38027" y="82072"/>
                    <a:pt x="39511" y="82803"/>
                    <a:pt x="40538" y="83967"/>
                  </a:cubicBezTo>
                  <a:cubicBezTo>
                    <a:pt x="41885" y="80315"/>
                    <a:pt x="43756" y="76845"/>
                    <a:pt x="46039" y="73695"/>
                  </a:cubicBezTo>
                  <a:cubicBezTo>
                    <a:pt x="44692" y="73284"/>
                    <a:pt x="43323" y="72851"/>
                    <a:pt x="42044" y="72212"/>
                  </a:cubicBezTo>
                  <a:cubicBezTo>
                    <a:pt x="38940" y="70728"/>
                    <a:pt x="36201" y="68149"/>
                    <a:pt x="32869" y="6760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" name="Google Shape;1124;p63"/>
            <p:cNvSpPr/>
            <p:nvPr/>
          </p:nvSpPr>
          <p:spPr>
            <a:xfrm flipH="1">
              <a:off x="1345870" y="2791225"/>
              <a:ext cx="1731177" cy="1094783"/>
            </a:xfrm>
            <a:custGeom>
              <a:rect b="b" l="l" r="r" t="t"/>
              <a:pathLst>
                <a:path extrusionOk="0" h="54664" w="86440">
                  <a:moveTo>
                    <a:pt x="36567" y="1"/>
                  </a:moveTo>
                  <a:lnTo>
                    <a:pt x="36567" y="1"/>
                  </a:lnTo>
                  <a:cubicBezTo>
                    <a:pt x="34421" y="1850"/>
                    <a:pt x="32230" y="3858"/>
                    <a:pt x="30084" y="5890"/>
                  </a:cubicBezTo>
                  <a:cubicBezTo>
                    <a:pt x="29879" y="6072"/>
                    <a:pt x="29673" y="6278"/>
                    <a:pt x="29605" y="6529"/>
                  </a:cubicBezTo>
                  <a:cubicBezTo>
                    <a:pt x="29514" y="6826"/>
                    <a:pt x="29605" y="7145"/>
                    <a:pt x="29719" y="7442"/>
                  </a:cubicBezTo>
                  <a:lnTo>
                    <a:pt x="30290" y="9199"/>
                  </a:lnTo>
                  <a:cubicBezTo>
                    <a:pt x="30449" y="9702"/>
                    <a:pt x="30609" y="10204"/>
                    <a:pt x="30586" y="10729"/>
                  </a:cubicBezTo>
                  <a:cubicBezTo>
                    <a:pt x="30586" y="11642"/>
                    <a:pt x="30061" y="12486"/>
                    <a:pt x="29742" y="13354"/>
                  </a:cubicBezTo>
                  <a:lnTo>
                    <a:pt x="30107" y="13445"/>
                  </a:lnTo>
                  <a:lnTo>
                    <a:pt x="31248" y="11801"/>
                  </a:lnTo>
                  <a:cubicBezTo>
                    <a:pt x="31385" y="11619"/>
                    <a:pt x="31522" y="11436"/>
                    <a:pt x="31568" y="11208"/>
                  </a:cubicBezTo>
                  <a:cubicBezTo>
                    <a:pt x="31659" y="10911"/>
                    <a:pt x="31568" y="10592"/>
                    <a:pt x="31477" y="10295"/>
                  </a:cubicBezTo>
                  <a:cubicBezTo>
                    <a:pt x="31226" y="9450"/>
                    <a:pt x="30974" y="8606"/>
                    <a:pt x="30746" y="7784"/>
                  </a:cubicBezTo>
                  <a:cubicBezTo>
                    <a:pt x="30678" y="7602"/>
                    <a:pt x="30632" y="7396"/>
                    <a:pt x="30655" y="7214"/>
                  </a:cubicBezTo>
                  <a:cubicBezTo>
                    <a:pt x="30701" y="7008"/>
                    <a:pt x="30838" y="6826"/>
                    <a:pt x="30997" y="6666"/>
                  </a:cubicBezTo>
                  <a:cubicBezTo>
                    <a:pt x="32846" y="4429"/>
                    <a:pt x="34718" y="2215"/>
                    <a:pt x="36567" y="1"/>
                  </a:cubicBezTo>
                  <a:close/>
                  <a:moveTo>
                    <a:pt x="64642" y="3151"/>
                  </a:moveTo>
                  <a:lnTo>
                    <a:pt x="64642" y="3151"/>
                  </a:lnTo>
                  <a:cubicBezTo>
                    <a:pt x="64802" y="6392"/>
                    <a:pt x="64961" y="9656"/>
                    <a:pt x="65121" y="12897"/>
                  </a:cubicBezTo>
                  <a:cubicBezTo>
                    <a:pt x="65144" y="13171"/>
                    <a:pt x="65144" y="13468"/>
                    <a:pt x="65030" y="13742"/>
                  </a:cubicBezTo>
                  <a:cubicBezTo>
                    <a:pt x="64893" y="14084"/>
                    <a:pt x="64573" y="14289"/>
                    <a:pt x="64254" y="14495"/>
                  </a:cubicBezTo>
                  <a:cubicBezTo>
                    <a:pt x="62861" y="15408"/>
                    <a:pt x="61401" y="16207"/>
                    <a:pt x="59894" y="16937"/>
                  </a:cubicBezTo>
                  <a:cubicBezTo>
                    <a:pt x="59689" y="17028"/>
                    <a:pt x="59483" y="17120"/>
                    <a:pt x="59346" y="17302"/>
                  </a:cubicBezTo>
                  <a:cubicBezTo>
                    <a:pt x="59209" y="17508"/>
                    <a:pt x="59187" y="17736"/>
                    <a:pt x="59187" y="17987"/>
                  </a:cubicBezTo>
                  <a:cubicBezTo>
                    <a:pt x="59118" y="19882"/>
                    <a:pt x="59757" y="21753"/>
                    <a:pt x="60122" y="23625"/>
                  </a:cubicBezTo>
                  <a:cubicBezTo>
                    <a:pt x="60214" y="24036"/>
                    <a:pt x="60282" y="24447"/>
                    <a:pt x="60191" y="24857"/>
                  </a:cubicBezTo>
                  <a:cubicBezTo>
                    <a:pt x="60122" y="25314"/>
                    <a:pt x="59871" y="25702"/>
                    <a:pt x="59643" y="26090"/>
                  </a:cubicBezTo>
                  <a:cubicBezTo>
                    <a:pt x="58365" y="28121"/>
                    <a:pt x="57109" y="30153"/>
                    <a:pt x="55854" y="32184"/>
                  </a:cubicBezTo>
                  <a:lnTo>
                    <a:pt x="56744" y="32618"/>
                  </a:lnTo>
                  <a:cubicBezTo>
                    <a:pt x="57064" y="32321"/>
                    <a:pt x="57338" y="31979"/>
                    <a:pt x="57589" y="31637"/>
                  </a:cubicBezTo>
                  <a:cubicBezTo>
                    <a:pt x="58410" y="30541"/>
                    <a:pt x="59209" y="29445"/>
                    <a:pt x="60031" y="28327"/>
                  </a:cubicBezTo>
                  <a:cubicBezTo>
                    <a:pt x="60533" y="27642"/>
                    <a:pt x="61081" y="26912"/>
                    <a:pt x="61241" y="26067"/>
                  </a:cubicBezTo>
                  <a:cubicBezTo>
                    <a:pt x="61423" y="25131"/>
                    <a:pt x="61195" y="24196"/>
                    <a:pt x="60944" y="23283"/>
                  </a:cubicBezTo>
                  <a:cubicBezTo>
                    <a:pt x="60647" y="22141"/>
                    <a:pt x="60328" y="21000"/>
                    <a:pt x="60031" y="19859"/>
                  </a:cubicBezTo>
                  <a:cubicBezTo>
                    <a:pt x="59917" y="19448"/>
                    <a:pt x="59803" y="18991"/>
                    <a:pt x="59963" y="18581"/>
                  </a:cubicBezTo>
                  <a:cubicBezTo>
                    <a:pt x="60100" y="18215"/>
                    <a:pt x="60442" y="17964"/>
                    <a:pt x="60761" y="17713"/>
                  </a:cubicBezTo>
                  <a:cubicBezTo>
                    <a:pt x="62245" y="16640"/>
                    <a:pt x="63729" y="15568"/>
                    <a:pt x="65212" y="14518"/>
                  </a:cubicBezTo>
                  <a:cubicBezTo>
                    <a:pt x="65532" y="14267"/>
                    <a:pt x="65874" y="14015"/>
                    <a:pt x="66034" y="13650"/>
                  </a:cubicBezTo>
                  <a:cubicBezTo>
                    <a:pt x="66217" y="13285"/>
                    <a:pt x="66171" y="12851"/>
                    <a:pt x="66125" y="12441"/>
                  </a:cubicBezTo>
                  <a:cubicBezTo>
                    <a:pt x="65760" y="9382"/>
                    <a:pt x="65212" y="6346"/>
                    <a:pt x="64642" y="3151"/>
                  </a:cubicBezTo>
                  <a:close/>
                  <a:moveTo>
                    <a:pt x="69253" y="26318"/>
                  </a:moveTo>
                  <a:cubicBezTo>
                    <a:pt x="69117" y="26634"/>
                    <a:pt x="65861" y="34128"/>
                    <a:pt x="60299" y="34128"/>
                  </a:cubicBezTo>
                  <a:cubicBezTo>
                    <a:pt x="60233" y="34128"/>
                    <a:pt x="60166" y="34127"/>
                    <a:pt x="60100" y="34125"/>
                  </a:cubicBezTo>
                  <a:lnTo>
                    <a:pt x="60100" y="34125"/>
                  </a:lnTo>
                  <a:cubicBezTo>
                    <a:pt x="60533" y="34307"/>
                    <a:pt x="60967" y="34490"/>
                    <a:pt x="61401" y="34650"/>
                  </a:cubicBezTo>
                  <a:cubicBezTo>
                    <a:pt x="62839" y="35220"/>
                    <a:pt x="64345" y="35699"/>
                    <a:pt x="65874" y="36019"/>
                  </a:cubicBezTo>
                  <a:cubicBezTo>
                    <a:pt x="67175" y="32846"/>
                    <a:pt x="68294" y="29605"/>
                    <a:pt x="69253" y="26318"/>
                  </a:cubicBezTo>
                  <a:close/>
                  <a:moveTo>
                    <a:pt x="23" y="32572"/>
                  </a:moveTo>
                  <a:cubicBezTo>
                    <a:pt x="1" y="33097"/>
                    <a:pt x="1" y="33622"/>
                    <a:pt x="23" y="34147"/>
                  </a:cubicBezTo>
                  <a:cubicBezTo>
                    <a:pt x="69" y="36133"/>
                    <a:pt x="343" y="38165"/>
                    <a:pt x="1142" y="39991"/>
                  </a:cubicBezTo>
                  <a:cubicBezTo>
                    <a:pt x="2648" y="43369"/>
                    <a:pt x="5889" y="45765"/>
                    <a:pt x="9427" y="46838"/>
                  </a:cubicBezTo>
                  <a:cubicBezTo>
                    <a:pt x="10836" y="47272"/>
                    <a:pt x="12309" y="47512"/>
                    <a:pt x="13774" y="47512"/>
                  </a:cubicBezTo>
                  <a:cubicBezTo>
                    <a:pt x="14779" y="47512"/>
                    <a:pt x="15780" y="47399"/>
                    <a:pt x="16754" y="47158"/>
                  </a:cubicBezTo>
                  <a:cubicBezTo>
                    <a:pt x="18169" y="46815"/>
                    <a:pt x="19516" y="46176"/>
                    <a:pt x="20680" y="45286"/>
                  </a:cubicBezTo>
                  <a:cubicBezTo>
                    <a:pt x="19014" y="44715"/>
                    <a:pt x="17371" y="44122"/>
                    <a:pt x="15704" y="43529"/>
                  </a:cubicBezTo>
                  <a:cubicBezTo>
                    <a:pt x="15430" y="43414"/>
                    <a:pt x="15157" y="43323"/>
                    <a:pt x="14883" y="43186"/>
                  </a:cubicBezTo>
                  <a:cubicBezTo>
                    <a:pt x="13812" y="43416"/>
                    <a:pt x="12812" y="43522"/>
                    <a:pt x="11880" y="43522"/>
                  </a:cubicBezTo>
                  <a:cubicBezTo>
                    <a:pt x="4391" y="43522"/>
                    <a:pt x="1241" y="36693"/>
                    <a:pt x="23" y="32572"/>
                  </a:cubicBezTo>
                  <a:close/>
                  <a:moveTo>
                    <a:pt x="44898" y="39078"/>
                  </a:moveTo>
                  <a:cubicBezTo>
                    <a:pt x="44419" y="40105"/>
                    <a:pt x="43985" y="41155"/>
                    <a:pt x="43597" y="42205"/>
                  </a:cubicBezTo>
                  <a:cubicBezTo>
                    <a:pt x="43254" y="43118"/>
                    <a:pt x="42935" y="44054"/>
                    <a:pt x="42661" y="44989"/>
                  </a:cubicBezTo>
                  <a:cubicBezTo>
                    <a:pt x="44167" y="45948"/>
                    <a:pt x="45697" y="46861"/>
                    <a:pt x="47249" y="47728"/>
                  </a:cubicBezTo>
                  <a:cubicBezTo>
                    <a:pt x="50627" y="49646"/>
                    <a:pt x="54119" y="51312"/>
                    <a:pt x="57771" y="52545"/>
                  </a:cubicBezTo>
                  <a:cubicBezTo>
                    <a:pt x="61699" y="53859"/>
                    <a:pt x="65837" y="54664"/>
                    <a:pt x="69967" y="54664"/>
                  </a:cubicBezTo>
                  <a:cubicBezTo>
                    <a:pt x="71430" y="54664"/>
                    <a:pt x="72892" y="54563"/>
                    <a:pt x="74343" y="54348"/>
                  </a:cubicBezTo>
                  <a:cubicBezTo>
                    <a:pt x="76465" y="54028"/>
                    <a:pt x="78588" y="53458"/>
                    <a:pt x="80483" y="52408"/>
                  </a:cubicBezTo>
                  <a:cubicBezTo>
                    <a:pt x="83085" y="50924"/>
                    <a:pt x="85048" y="48619"/>
                    <a:pt x="86440" y="45971"/>
                  </a:cubicBezTo>
                  <a:lnTo>
                    <a:pt x="86440" y="45971"/>
                  </a:lnTo>
                  <a:cubicBezTo>
                    <a:pt x="83298" y="48465"/>
                    <a:pt x="78393" y="51150"/>
                    <a:pt x="71857" y="51150"/>
                  </a:cubicBezTo>
                  <a:cubicBezTo>
                    <a:pt x="70558" y="51150"/>
                    <a:pt x="69195" y="51044"/>
                    <a:pt x="67769" y="50810"/>
                  </a:cubicBezTo>
                  <a:cubicBezTo>
                    <a:pt x="55626" y="48824"/>
                    <a:pt x="47477" y="41634"/>
                    <a:pt x="44898" y="39078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" name="Google Shape;1125;p63"/>
            <p:cNvSpPr/>
            <p:nvPr/>
          </p:nvSpPr>
          <p:spPr>
            <a:xfrm flipH="1">
              <a:off x="1700689" y="2342435"/>
              <a:ext cx="527104" cy="369768"/>
            </a:xfrm>
            <a:custGeom>
              <a:rect b="b" l="l" r="r" t="t"/>
              <a:pathLst>
                <a:path extrusionOk="0" h="18463" w="26319">
                  <a:moveTo>
                    <a:pt x="24114" y="0"/>
                  </a:moveTo>
                  <a:cubicBezTo>
                    <a:pt x="23818" y="0"/>
                    <a:pt x="23522" y="40"/>
                    <a:pt x="23237" y="111"/>
                  </a:cubicBezTo>
                  <a:cubicBezTo>
                    <a:pt x="22210" y="340"/>
                    <a:pt x="21206" y="1002"/>
                    <a:pt x="20840" y="2006"/>
                  </a:cubicBezTo>
                  <a:cubicBezTo>
                    <a:pt x="20863" y="2029"/>
                    <a:pt x="21023" y="2189"/>
                    <a:pt x="21183" y="2211"/>
                  </a:cubicBezTo>
                  <a:cubicBezTo>
                    <a:pt x="21365" y="2211"/>
                    <a:pt x="21502" y="2143"/>
                    <a:pt x="21662" y="2052"/>
                  </a:cubicBezTo>
                  <a:cubicBezTo>
                    <a:pt x="22073" y="1801"/>
                    <a:pt x="22461" y="1504"/>
                    <a:pt x="22918" y="1321"/>
                  </a:cubicBezTo>
                  <a:cubicBezTo>
                    <a:pt x="23195" y="1204"/>
                    <a:pt x="23511" y="1125"/>
                    <a:pt x="23822" y="1125"/>
                  </a:cubicBezTo>
                  <a:cubicBezTo>
                    <a:pt x="23996" y="1125"/>
                    <a:pt x="24169" y="1150"/>
                    <a:pt x="24333" y="1207"/>
                  </a:cubicBezTo>
                  <a:cubicBezTo>
                    <a:pt x="24721" y="1344"/>
                    <a:pt x="25017" y="1641"/>
                    <a:pt x="25360" y="1892"/>
                  </a:cubicBezTo>
                  <a:cubicBezTo>
                    <a:pt x="25495" y="2008"/>
                    <a:pt x="25663" y="2108"/>
                    <a:pt x="25836" y="2108"/>
                  </a:cubicBezTo>
                  <a:cubicBezTo>
                    <a:pt x="25868" y="2108"/>
                    <a:pt x="25899" y="2104"/>
                    <a:pt x="25930" y="2097"/>
                  </a:cubicBezTo>
                  <a:cubicBezTo>
                    <a:pt x="26113" y="2052"/>
                    <a:pt x="26250" y="1892"/>
                    <a:pt x="26273" y="1709"/>
                  </a:cubicBezTo>
                  <a:cubicBezTo>
                    <a:pt x="26319" y="1527"/>
                    <a:pt x="26273" y="1344"/>
                    <a:pt x="26182" y="1161"/>
                  </a:cubicBezTo>
                  <a:cubicBezTo>
                    <a:pt x="25953" y="659"/>
                    <a:pt x="25474" y="271"/>
                    <a:pt x="24926" y="111"/>
                  </a:cubicBezTo>
                  <a:cubicBezTo>
                    <a:pt x="24663" y="35"/>
                    <a:pt x="24389" y="0"/>
                    <a:pt x="24114" y="0"/>
                  </a:cubicBezTo>
                  <a:close/>
                  <a:moveTo>
                    <a:pt x="14952" y="10725"/>
                  </a:moveTo>
                  <a:lnTo>
                    <a:pt x="14952" y="10725"/>
                  </a:lnTo>
                  <a:cubicBezTo>
                    <a:pt x="13719" y="12528"/>
                    <a:pt x="11688" y="13738"/>
                    <a:pt x="9565" y="14286"/>
                  </a:cubicBezTo>
                  <a:cubicBezTo>
                    <a:pt x="8299" y="14633"/>
                    <a:pt x="6986" y="14765"/>
                    <a:pt x="5662" y="14765"/>
                  </a:cubicBezTo>
                  <a:cubicBezTo>
                    <a:pt x="4551" y="14765"/>
                    <a:pt x="3433" y="14672"/>
                    <a:pt x="2329" y="14537"/>
                  </a:cubicBezTo>
                  <a:cubicBezTo>
                    <a:pt x="1964" y="14491"/>
                    <a:pt x="1599" y="14446"/>
                    <a:pt x="1234" y="14400"/>
                  </a:cubicBezTo>
                  <a:cubicBezTo>
                    <a:pt x="1051" y="15404"/>
                    <a:pt x="845" y="16409"/>
                    <a:pt x="480" y="17345"/>
                  </a:cubicBezTo>
                  <a:cubicBezTo>
                    <a:pt x="343" y="17710"/>
                    <a:pt x="184" y="18052"/>
                    <a:pt x="1" y="18395"/>
                  </a:cubicBezTo>
                  <a:cubicBezTo>
                    <a:pt x="597" y="18439"/>
                    <a:pt x="1197" y="18462"/>
                    <a:pt x="1797" y="18462"/>
                  </a:cubicBezTo>
                  <a:cubicBezTo>
                    <a:pt x="4296" y="18462"/>
                    <a:pt x="6794" y="18051"/>
                    <a:pt x="9040" y="17002"/>
                  </a:cubicBezTo>
                  <a:cubicBezTo>
                    <a:pt x="11710" y="15747"/>
                    <a:pt x="13993" y="13487"/>
                    <a:pt x="14952" y="10725"/>
                  </a:cubicBezTo>
                  <a:close/>
                </a:path>
              </a:pathLst>
            </a:custGeom>
            <a:solidFill>
              <a:srgbClr val="F8A3A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" name="Google Shape;1126;p63"/>
            <p:cNvSpPr/>
            <p:nvPr/>
          </p:nvSpPr>
          <p:spPr>
            <a:xfrm flipH="1">
              <a:off x="2025706" y="2187058"/>
              <a:ext cx="285272" cy="98736"/>
            </a:xfrm>
            <a:custGeom>
              <a:rect b="b" l="l" r="r" t="t"/>
              <a:pathLst>
                <a:path extrusionOk="0" h="4930" w="14244">
                  <a:moveTo>
                    <a:pt x="1874" y="1"/>
                  </a:moveTo>
                  <a:cubicBezTo>
                    <a:pt x="1728" y="1"/>
                    <a:pt x="1576" y="37"/>
                    <a:pt x="1439" y="87"/>
                  </a:cubicBezTo>
                  <a:cubicBezTo>
                    <a:pt x="617" y="384"/>
                    <a:pt x="1" y="1251"/>
                    <a:pt x="24" y="2141"/>
                  </a:cubicBezTo>
                  <a:cubicBezTo>
                    <a:pt x="46" y="2324"/>
                    <a:pt x="69" y="2484"/>
                    <a:pt x="138" y="2644"/>
                  </a:cubicBezTo>
                  <a:cubicBezTo>
                    <a:pt x="252" y="2895"/>
                    <a:pt x="457" y="3077"/>
                    <a:pt x="731" y="3168"/>
                  </a:cubicBezTo>
                  <a:cubicBezTo>
                    <a:pt x="809" y="3190"/>
                    <a:pt x="891" y="3200"/>
                    <a:pt x="974" y="3200"/>
                  </a:cubicBezTo>
                  <a:cubicBezTo>
                    <a:pt x="1159" y="3200"/>
                    <a:pt x="1350" y="3149"/>
                    <a:pt x="1507" y="3054"/>
                  </a:cubicBezTo>
                  <a:cubicBezTo>
                    <a:pt x="2078" y="2666"/>
                    <a:pt x="2626" y="1890"/>
                    <a:pt x="2648" y="1023"/>
                  </a:cubicBezTo>
                  <a:cubicBezTo>
                    <a:pt x="2648" y="658"/>
                    <a:pt x="2534" y="247"/>
                    <a:pt x="2215" y="87"/>
                  </a:cubicBezTo>
                  <a:cubicBezTo>
                    <a:pt x="2112" y="25"/>
                    <a:pt x="1995" y="1"/>
                    <a:pt x="1874" y="1"/>
                  </a:cubicBezTo>
                  <a:close/>
                  <a:moveTo>
                    <a:pt x="13452" y="1687"/>
                  </a:moveTo>
                  <a:cubicBezTo>
                    <a:pt x="13296" y="1687"/>
                    <a:pt x="13138" y="1731"/>
                    <a:pt x="12988" y="1799"/>
                  </a:cubicBezTo>
                  <a:cubicBezTo>
                    <a:pt x="12167" y="2119"/>
                    <a:pt x="11596" y="3032"/>
                    <a:pt x="11664" y="3922"/>
                  </a:cubicBezTo>
                  <a:cubicBezTo>
                    <a:pt x="11664" y="4081"/>
                    <a:pt x="11710" y="4241"/>
                    <a:pt x="11779" y="4401"/>
                  </a:cubicBezTo>
                  <a:cubicBezTo>
                    <a:pt x="11893" y="4652"/>
                    <a:pt x="12121" y="4835"/>
                    <a:pt x="12395" y="4903"/>
                  </a:cubicBezTo>
                  <a:cubicBezTo>
                    <a:pt x="12461" y="4921"/>
                    <a:pt x="12529" y="4930"/>
                    <a:pt x="12599" y="4930"/>
                  </a:cubicBezTo>
                  <a:cubicBezTo>
                    <a:pt x="12796" y="4930"/>
                    <a:pt x="13002" y="4861"/>
                    <a:pt x="13171" y="4743"/>
                  </a:cubicBezTo>
                  <a:cubicBezTo>
                    <a:pt x="13719" y="4355"/>
                    <a:pt x="14244" y="3557"/>
                    <a:pt x="14221" y="2689"/>
                  </a:cubicBezTo>
                  <a:cubicBezTo>
                    <a:pt x="14221" y="2324"/>
                    <a:pt x="14084" y="1913"/>
                    <a:pt x="13764" y="1753"/>
                  </a:cubicBezTo>
                  <a:cubicBezTo>
                    <a:pt x="13663" y="1707"/>
                    <a:pt x="13558" y="1687"/>
                    <a:pt x="13452" y="168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" name="Google Shape;1127;p63"/>
            <p:cNvSpPr/>
            <p:nvPr/>
          </p:nvSpPr>
          <p:spPr>
            <a:xfrm flipH="1">
              <a:off x="1964441" y="2078019"/>
              <a:ext cx="355208" cy="97594"/>
            </a:xfrm>
            <a:custGeom>
              <a:rect b="b" l="l" r="r" t="t"/>
              <a:pathLst>
                <a:path extrusionOk="0" h="4873" w="17736">
                  <a:moveTo>
                    <a:pt x="2781" y="0"/>
                  </a:moveTo>
                  <a:cubicBezTo>
                    <a:pt x="2357" y="0"/>
                    <a:pt x="1936" y="34"/>
                    <a:pt x="1529" y="122"/>
                  </a:cubicBezTo>
                  <a:cubicBezTo>
                    <a:pt x="1164" y="191"/>
                    <a:pt x="799" y="282"/>
                    <a:pt x="525" y="511"/>
                  </a:cubicBezTo>
                  <a:cubicBezTo>
                    <a:pt x="228" y="716"/>
                    <a:pt x="0" y="1058"/>
                    <a:pt x="23" y="1424"/>
                  </a:cubicBezTo>
                  <a:cubicBezTo>
                    <a:pt x="46" y="1492"/>
                    <a:pt x="46" y="1583"/>
                    <a:pt x="114" y="1629"/>
                  </a:cubicBezTo>
                  <a:cubicBezTo>
                    <a:pt x="183" y="1720"/>
                    <a:pt x="320" y="1720"/>
                    <a:pt x="434" y="1720"/>
                  </a:cubicBezTo>
                  <a:cubicBezTo>
                    <a:pt x="913" y="1675"/>
                    <a:pt x="1347" y="1492"/>
                    <a:pt x="1803" y="1401"/>
                  </a:cubicBezTo>
                  <a:cubicBezTo>
                    <a:pt x="2051" y="1345"/>
                    <a:pt x="2302" y="1318"/>
                    <a:pt x="2552" y="1318"/>
                  </a:cubicBezTo>
                  <a:cubicBezTo>
                    <a:pt x="3223" y="1318"/>
                    <a:pt x="3885" y="1514"/>
                    <a:pt x="4451" y="1880"/>
                  </a:cubicBezTo>
                  <a:cubicBezTo>
                    <a:pt x="4805" y="2109"/>
                    <a:pt x="5178" y="2414"/>
                    <a:pt x="5587" y="2414"/>
                  </a:cubicBezTo>
                  <a:cubicBezTo>
                    <a:pt x="5626" y="2414"/>
                    <a:pt x="5666" y="2411"/>
                    <a:pt x="5706" y="2405"/>
                  </a:cubicBezTo>
                  <a:cubicBezTo>
                    <a:pt x="5843" y="2177"/>
                    <a:pt x="5843" y="1766"/>
                    <a:pt x="5729" y="1446"/>
                  </a:cubicBezTo>
                  <a:cubicBezTo>
                    <a:pt x="5547" y="967"/>
                    <a:pt x="5136" y="579"/>
                    <a:pt x="4656" y="328"/>
                  </a:cubicBezTo>
                  <a:cubicBezTo>
                    <a:pt x="4200" y="100"/>
                    <a:pt x="3675" y="31"/>
                    <a:pt x="3150" y="8"/>
                  </a:cubicBezTo>
                  <a:cubicBezTo>
                    <a:pt x="3027" y="3"/>
                    <a:pt x="2904" y="0"/>
                    <a:pt x="2781" y="0"/>
                  </a:cubicBezTo>
                  <a:close/>
                  <a:moveTo>
                    <a:pt x="14134" y="1801"/>
                  </a:moveTo>
                  <a:cubicBezTo>
                    <a:pt x="13436" y="1801"/>
                    <a:pt x="12737" y="1950"/>
                    <a:pt x="12097" y="2245"/>
                  </a:cubicBezTo>
                  <a:cubicBezTo>
                    <a:pt x="11915" y="2337"/>
                    <a:pt x="11709" y="2451"/>
                    <a:pt x="11572" y="2633"/>
                  </a:cubicBezTo>
                  <a:cubicBezTo>
                    <a:pt x="11436" y="2816"/>
                    <a:pt x="11367" y="3067"/>
                    <a:pt x="11481" y="3272"/>
                  </a:cubicBezTo>
                  <a:cubicBezTo>
                    <a:pt x="11562" y="3418"/>
                    <a:pt x="11746" y="3495"/>
                    <a:pt x="11871" y="3495"/>
                  </a:cubicBezTo>
                  <a:cubicBezTo>
                    <a:pt x="11922" y="3495"/>
                    <a:pt x="11963" y="3482"/>
                    <a:pt x="11983" y="3455"/>
                  </a:cubicBezTo>
                  <a:cubicBezTo>
                    <a:pt x="12540" y="3299"/>
                    <a:pt x="13134" y="3192"/>
                    <a:pt x="13716" y="3192"/>
                  </a:cubicBezTo>
                  <a:cubicBezTo>
                    <a:pt x="14328" y="3192"/>
                    <a:pt x="14926" y="3311"/>
                    <a:pt x="15453" y="3615"/>
                  </a:cubicBezTo>
                  <a:cubicBezTo>
                    <a:pt x="15932" y="3911"/>
                    <a:pt x="16320" y="4322"/>
                    <a:pt x="16777" y="4665"/>
                  </a:cubicBezTo>
                  <a:cubicBezTo>
                    <a:pt x="16933" y="4774"/>
                    <a:pt x="17121" y="4873"/>
                    <a:pt x="17291" y="4873"/>
                  </a:cubicBezTo>
                  <a:cubicBezTo>
                    <a:pt x="17369" y="4873"/>
                    <a:pt x="17442" y="4852"/>
                    <a:pt x="17507" y="4802"/>
                  </a:cubicBezTo>
                  <a:cubicBezTo>
                    <a:pt x="17690" y="4688"/>
                    <a:pt x="17735" y="4459"/>
                    <a:pt x="17735" y="4254"/>
                  </a:cubicBezTo>
                  <a:cubicBezTo>
                    <a:pt x="17690" y="3250"/>
                    <a:pt x="16799" y="2473"/>
                    <a:pt x="15886" y="2131"/>
                  </a:cubicBezTo>
                  <a:cubicBezTo>
                    <a:pt x="15329" y="1910"/>
                    <a:pt x="14732" y="1801"/>
                    <a:pt x="14134" y="1801"/>
                  </a:cubicBezTo>
                  <a:close/>
                </a:path>
              </a:pathLst>
            </a:custGeom>
            <a:solidFill>
              <a:srgbClr val="3F253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" name="Google Shape;1128;p63"/>
            <p:cNvSpPr/>
            <p:nvPr/>
          </p:nvSpPr>
          <p:spPr>
            <a:xfrm flipH="1">
              <a:off x="1615129" y="1963273"/>
              <a:ext cx="1380095" cy="1675581"/>
            </a:xfrm>
            <a:custGeom>
              <a:rect b="b" l="l" r="r" t="t"/>
              <a:pathLst>
                <a:path extrusionOk="0" h="83664" w="68910">
                  <a:moveTo>
                    <a:pt x="48522" y="0"/>
                  </a:moveTo>
                  <a:cubicBezTo>
                    <a:pt x="48507" y="0"/>
                    <a:pt x="48493" y="3"/>
                    <a:pt x="48481" y="9"/>
                  </a:cubicBezTo>
                  <a:cubicBezTo>
                    <a:pt x="48436" y="9"/>
                    <a:pt x="48390" y="32"/>
                    <a:pt x="48344" y="55"/>
                  </a:cubicBezTo>
                  <a:cubicBezTo>
                    <a:pt x="48321" y="55"/>
                    <a:pt x="48299" y="55"/>
                    <a:pt x="48276" y="78"/>
                  </a:cubicBezTo>
                  <a:lnTo>
                    <a:pt x="48253" y="78"/>
                  </a:lnTo>
                  <a:cubicBezTo>
                    <a:pt x="48253" y="101"/>
                    <a:pt x="48253" y="101"/>
                    <a:pt x="48253" y="101"/>
                  </a:cubicBezTo>
                  <a:cubicBezTo>
                    <a:pt x="45856" y="1059"/>
                    <a:pt x="43802" y="2931"/>
                    <a:pt x="42592" y="5191"/>
                  </a:cubicBezTo>
                  <a:cubicBezTo>
                    <a:pt x="42547" y="5236"/>
                    <a:pt x="42569" y="5305"/>
                    <a:pt x="42638" y="5328"/>
                  </a:cubicBezTo>
                  <a:cubicBezTo>
                    <a:pt x="42638" y="5350"/>
                    <a:pt x="42661" y="5350"/>
                    <a:pt x="42684" y="5350"/>
                  </a:cubicBezTo>
                  <a:cubicBezTo>
                    <a:pt x="42706" y="5350"/>
                    <a:pt x="42752" y="5328"/>
                    <a:pt x="42775" y="5282"/>
                  </a:cubicBezTo>
                  <a:cubicBezTo>
                    <a:pt x="43825" y="3296"/>
                    <a:pt x="45560" y="1630"/>
                    <a:pt x="47591" y="626"/>
                  </a:cubicBezTo>
                  <a:lnTo>
                    <a:pt x="47591" y="626"/>
                  </a:lnTo>
                  <a:cubicBezTo>
                    <a:pt x="45902" y="2132"/>
                    <a:pt x="44852" y="4278"/>
                    <a:pt x="44715" y="6560"/>
                  </a:cubicBezTo>
                  <a:cubicBezTo>
                    <a:pt x="44715" y="6606"/>
                    <a:pt x="44761" y="6651"/>
                    <a:pt x="44829" y="6651"/>
                  </a:cubicBezTo>
                  <a:cubicBezTo>
                    <a:pt x="44875" y="6651"/>
                    <a:pt x="44920" y="6629"/>
                    <a:pt x="44943" y="6560"/>
                  </a:cubicBezTo>
                  <a:cubicBezTo>
                    <a:pt x="45057" y="4141"/>
                    <a:pt x="46358" y="1767"/>
                    <a:pt x="48299" y="329"/>
                  </a:cubicBezTo>
                  <a:lnTo>
                    <a:pt x="48299" y="329"/>
                  </a:lnTo>
                  <a:cubicBezTo>
                    <a:pt x="47979" y="1949"/>
                    <a:pt x="48207" y="3661"/>
                    <a:pt x="48938" y="5145"/>
                  </a:cubicBezTo>
                  <a:cubicBezTo>
                    <a:pt x="49805" y="6880"/>
                    <a:pt x="51289" y="8181"/>
                    <a:pt x="52727" y="9459"/>
                  </a:cubicBezTo>
                  <a:cubicBezTo>
                    <a:pt x="53959" y="10554"/>
                    <a:pt x="55260" y="11696"/>
                    <a:pt x="56128" y="13111"/>
                  </a:cubicBezTo>
                  <a:cubicBezTo>
                    <a:pt x="57178" y="14823"/>
                    <a:pt x="57611" y="16923"/>
                    <a:pt x="57269" y="18909"/>
                  </a:cubicBezTo>
                  <a:cubicBezTo>
                    <a:pt x="57269" y="18954"/>
                    <a:pt x="57315" y="19023"/>
                    <a:pt x="57360" y="19023"/>
                  </a:cubicBezTo>
                  <a:lnTo>
                    <a:pt x="57383" y="19023"/>
                  </a:lnTo>
                  <a:cubicBezTo>
                    <a:pt x="57429" y="19023"/>
                    <a:pt x="57474" y="19000"/>
                    <a:pt x="57497" y="18931"/>
                  </a:cubicBezTo>
                  <a:cubicBezTo>
                    <a:pt x="57817" y="16923"/>
                    <a:pt x="57383" y="14754"/>
                    <a:pt x="56310" y="12997"/>
                  </a:cubicBezTo>
                  <a:cubicBezTo>
                    <a:pt x="55420" y="11559"/>
                    <a:pt x="54119" y="10395"/>
                    <a:pt x="52864" y="9299"/>
                  </a:cubicBezTo>
                  <a:cubicBezTo>
                    <a:pt x="51448" y="8044"/>
                    <a:pt x="49988" y="6743"/>
                    <a:pt x="49143" y="5054"/>
                  </a:cubicBezTo>
                  <a:cubicBezTo>
                    <a:pt x="48390" y="3570"/>
                    <a:pt x="48184" y="1858"/>
                    <a:pt x="48527" y="237"/>
                  </a:cubicBezTo>
                  <a:cubicBezTo>
                    <a:pt x="48527" y="215"/>
                    <a:pt x="48527" y="215"/>
                    <a:pt x="48527" y="215"/>
                  </a:cubicBezTo>
                  <a:cubicBezTo>
                    <a:pt x="48527" y="215"/>
                    <a:pt x="48550" y="215"/>
                    <a:pt x="48550" y="192"/>
                  </a:cubicBezTo>
                  <a:cubicBezTo>
                    <a:pt x="48595" y="192"/>
                    <a:pt x="48641" y="123"/>
                    <a:pt x="48618" y="55"/>
                  </a:cubicBezTo>
                  <a:cubicBezTo>
                    <a:pt x="48601" y="21"/>
                    <a:pt x="48560" y="0"/>
                    <a:pt x="48522" y="0"/>
                  </a:cubicBezTo>
                  <a:close/>
                  <a:moveTo>
                    <a:pt x="39343" y="14822"/>
                  </a:moveTo>
                  <a:cubicBezTo>
                    <a:pt x="39308" y="14822"/>
                    <a:pt x="39275" y="14847"/>
                    <a:pt x="39260" y="14891"/>
                  </a:cubicBezTo>
                  <a:cubicBezTo>
                    <a:pt x="38712" y="15873"/>
                    <a:pt x="38004" y="16763"/>
                    <a:pt x="37160" y="17516"/>
                  </a:cubicBezTo>
                  <a:cubicBezTo>
                    <a:pt x="36977" y="17676"/>
                    <a:pt x="36726" y="17881"/>
                    <a:pt x="36726" y="18201"/>
                  </a:cubicBezTo>
                  <a:cubicBezTo>
                    <a:pt x="36726" y="18429"/>
                    <a:pt x="36863" y="18612"/>
                    <a:pt x="36977" y="18749"/>
                  </a:cubicBezTo>
                  <a:lnTo>
                    <a:pt x="37776" y="19822"/>
                  </a:lnTo>
                  <a:cubicBezTo>
                    <a:pt x="37799" y="19867"/>
                    <a:pt x="37845" y="19867"/>
                    <a:pt x="37867" y="19867"/>
                  </a:cubicBezTo>
                  <a:cubicBezTo>
                    <a:pt x="37890" y="19867"/>
                    <a:pt x="37913" y="19867"/>
                    <a:pt x="37936" y="19844"/>
                  </a:cubicBezTo>
                  <a:cubicBezTo>
                    <a:pt x="37982" y="19822"/>
                    <a:pt x="37982" y="19753"/>
                    <a:pt x="37959" y="19707"/>
                  </a:cubicBezTo>
                  <a:lnTo>
                    <a:pt x="37137" y="18635"/>
                  </a:lnTo>
                  <a:cubicBezTo>
                    <a:pt x="37023" y="18475"/>
                    <a:pt x="36932" y="18338"/>
                    <a:pt x="36932" y="18201"/>
                  </a:cubicBezTo>
                  <a:cubicBezTo>
                    <a:pt x="36932" y="17996"/>
                    <a:pt x="37137" y="17813"/>
                    <a:pt x="37297" y="17676"/>
                  </a:cubicBezTo>
                  <a:cubicBezTo>
                    <a:pt x="38164" y="16900"/>
                    <a:pt x="38895" y="15987"/>
                    <a:pt x="39442" y="14983"/>
                  </a:cubicBezTo>
                  <a:cubicBezTo>
                    <a:pt x="39465" y="14937"/>
                    <a:pt x="39442" y="14868"/>
                    <a:pt x="39397" y="14846"/>
                  </a:cubicBezTo>
                  <a:cubicBezTo>
                    <a:pt x="39381" y="14829"/>
                    <a:pt x="39362" y="14822"/>
                    <a:pt x="39343" y="14822"/>
                  </a:cubicBezTo>
                  <a:close/>
                  <a:moveTo>
                    <a:pt x="35448" y="22036"/>
                  </a:moveTo>
                  <a:cubicBezTo>
                    <a:pt x="35402" y="22036"/>
                    <a:pt x="35357" y="22104"/>
                    <a:pt x="35357" y="22150"/>
                  </a:cubicBezTo>
                  <a:cubicBezTo>
                    <a:pt x="35494" y="22880"/>
                    <a:pt x="35996" y="23588"/>
                    <a:pt x="36726" y="23999"/>
                  </a:cubicBezTo>
                  <a:cubicBezTo>
                    <a:pt x="37320" y="24341"/>
                    <a:pt x="38050" y="24546"/>
                    <a:pt x="38963" y="24615"/>
                  </a:cubicBezTo>
                  <a:cubicBezTo>
                    <a:pt x="39123" y="24638"/>
                    <a:pt x="39305" y="24638"/>
                    <a:pt x="39442" y="24638"/>
                  </a:cubicBezTo>
                  <a:cubicBezTo>
                    <a:pt x="39922" y="24638"/>
                    <a:pt x="40310" y="24569"/>
                    <a:pt x="40652" y="24455"/>
                  </a:cubicBezTo>
                  <a:cubicBezTo>
                    <a:pt x="41268" y="24272"/>
                    <a:pt x="41771" y="23884"/>
                    <a:pt x="42022" y="23405"/>
                  </a:cubicBezTo>
                  <a:cubicBezTo>
                    <a:pt x="42044" y="23359"/>
                    <a:pt x="42022" y="23291"/>
                    <a:pt x="41976" y="23268"/>
                  </a:cubicBezTo>
                  <a:cubicBezTo>
                    <a:pt x="41950" y="23251"/>
                    <a:pt x="41927" y="23243"/>
                    <a:pt x="41908" y="23243"/>
                  </a:cubicBezTo>
                  <a:cubicBezTo>
                    <a:pt x="41876" y="23243"/>
                    <a:pt x="41853" y="23263"/>
                    <a:pt x="41839" y="23291"/>
                  </a:cubicBezTo>
                  <a:cubicBezTo>
                    <a:pt x="41611" y="23725"/>
                    <a:pt x="41154" y="24090"/>
                    <a:pt x="40606" y="24272"/>
                  </a:cubicBezTo>
                  <a:cubicBezTo>
                    <a:pt x="40264" y="24375"/>
                    <a:pt x="39883" y="24427"/>
                    <a:pt x="39435" y="24427"/>
                  </a:cubicBezTo>
                  <a:cubicBezTo>
                    <a:pt x="39285" y="24427"/>
                    <a:pt x="39129" y="24421"/>
                    <a:pt x="38963" y="24409"/>
                  </a:cubicBezTo>
                  <a:cubicBezTo>
                    <a:pt x="38096" y="24341"/>
                    <a:pt x="37388" y="24158"/>
                    <a:pt x="36840" y="23816"/>
                  </a:cubicBezTo>
                  <a:cubicBezTo>
                    <a:pt x="36156" y="23428"/>
                    <a:pt x="35676" y="22789"/>
                    <a:pt x="35585" y="22127"/>
                  </a:cubicBezTo>
                  <a:cubicBezTo>
                    <a:pt x="35562" y="22058"/>
                    <a:pt x="35516" y="22036"/>
                    <a:pt x="35448" y="22036"/>
                  </a:cubicBezTo>
                  <a:close/>
                  <a:moveTo>
                    <a:pt x="3801" y="34652"/>
                  </a:moveTo>
                  <a:cubicBezTo>
                    <a:pt x="3751" y="34652"/>
                    <a:pt x="3717" y="34693"/>
                    <a:pt x="3698" y="34749"/>
                  </a:cubicBezTo>
                  <a:cubicBezTo>
                    <a:pt x="3698" y="34795"/>
                    <a:pt x="3744" y="34841"/>
                    <a:pt x="3789" y="34863"/>
                  </a:cubicBezTo>
                  <a:cubicBezTo>
                    <a:pt x="3926" y="34886"/>
                    <a:pt x="4063" y="34932"/>
                    <a:pt x="4223" y="35000"/>
                  </a:cubicBezTo>
                  <a:cubicBezTo>
                    <a:pt x="4451" y="35114"/>
                    <a:pt x="4657" y="35274"/>
                    <a:pt x="4839" y="35411"/>
                  </a:cubicBezTo>
                  <a:cubicBezTo>
                    <a:pt x="5022" y="35548"/>
                    <a:pt x="5182" y="35708"/>
                    <a:pt x="5341" y="35845"/>
                  </a:cubicBezTo>
                  <a:cubicBezTo>
                    <a:pt x="5866" y="36324"/>
                    <a:pt x="6300" y="36826"/>
                    <a:pt x="6620" y="37374"/>
                  </a:cubicBezTo>
                  <a:cubicBezTo>
                    <a:pt x="6848" y="37717"/>
                    <a:pt x="7008" y="38059"/>
                    <a:pt x="7122" y="38424"/>
                  </a:cubicBezTo>
                  <a:cubicBezTo>
                    <a:pt x="7282" y="38858"/>
                    <a:pt x="7441" y="39474"/>
                    <a:pt x="7053" y="39816"/>
                  </a:cubicBezTo>
                  <a:cubicBezTo>
                    <a:pt x="6918" y="39929"/>
                    <a:pt x="6752" y="39970"/>
                    <a:pt x="6585" y="39970"/>
                  </a:cubicBezTo>
                  <a:cubicBezTo>
                    <a:pt x="6245" y="39970"/>
                    <a:pt x="5897" y="39802"/>
                    <a:pt x="5775" y="39725"/>
                  </a:cubicBezTo>
                  <a:cubicBezTo>
                    <a:pt x="5752" y="39725"/>
                    <a:pt x="5729" y="39702"/>
                    <a:pt x="5729" y="39702"/>
                  </a:cubicBezTo>
                  <a:cubicBezTo>
                    <a:pt x="5524" y="39588"/>
                    <a:pt x="5341" y="39474"/>
                    <a:pt x="5182" y="39337"/>
                  </a:cubicBezTo>
                  <a:cubicBezTo>
                    <a:pt x="4931" y="39155"/>
                    <a:pt x="4702" y="38926"/>
                    <a:pt x="4474" y="38698"/>
                  </a:cubicBezTo>
                  <a:cubicBezTo>
                    <a:pt x="4269" y="38470"/>
                    <a:pt x="4040" y="38219"/>
                    <a:pt x="3858" y="37968"/>
                  </a:cubicBezTo>
                  <a:cubicBezTo>
                    <a:pt x="3607" y="37648"/>
                    <a:pt x="3378" y="37329"/>
                    <a:pt x="3173" y="36986"/>
                  </a:cubicBezTo>
                  <a:cubicBezTo>
                    <a:pt x="3144" y="36943"/>
                    <a:pt x="3115" y="36927"/>
                    <a:pt x="3080" y="36927"/>
                  </a:cubicBezTo>
                  <a:cubicBezTo>
                    <a:pt x="3060" y="36927"/>
                    <a:pt x="3038" y="36932"/>
                    <a:pt x="3013" y="36940"/>
                  </a:cubicBezTo>
                  <a:cubicBezTo>
                    <a:pt x="2968" y="36963"/>
                    <a:pt x="2945" y="37032"/>
                    <a:pt x="2990" y="37077"/>
                  </a:cubicBezTo>
                  <a:cubicBezTo>
                    <a:pt x="3196" y="37443"/>
                    <a:pt x="3424" y="37785"/>
                    <a:pt x="3698" y="38105"/>
                  </a:cubicBezTo>
                  <a:cubicBezTo>
                    <a:pt x="3881" y="38356"/>
                    <a:pt x="4109" y="38607"/>
                    <a:pt x="4314" y="38835"/>
                  </a:cubicBezTo>
                  <a:cubicBezTo>
                    <a:pt x="4565" y="39086"/>
                    <a:pt x="4794" y="39314"/>
                    <a:pt x="5045" y="39497"/>
                  </a:cubicBezTo>
                  <a:cubicBezTo>
                    <a:pt x="5204" y="39611"/>
                    <a:pt x="5364" y="39725"/>
                    <a:pt x="5547" y="39839"/>
                  </a:cubicBezTo>
                  <a:cubicBezTo>
                    <a:pt x="5547" y="39839"/>
                    <a:pt x="5547" y="39862"/>
                    <a:pt x="5547" y="39885"/>
                  </a:cubicBezTo>
                  <a:cubicBezTo>
                    <a:pt x="5912" y="40684"/>
                    <a:pt x="6072" y="41574"/>
                    <a:pt x="6003" y="42441"/>
                  </a:cubicBezTo>
                  <a:cubicBezTo>
                    <a:pt x="5980" y="42761"/>
                    <a:pt x="5844" y="43514"/>
                    <a:pt x="5296" y="43742"/>
                  </a:cubicBezTo>
                  <a:cubicBezTo>
                    <a:pt x="5208" y="43778"/>
                    <a:pt x="5113" y="43796"/>
                    <a:pt x="5013" y="43796"/>
                  </a:cubicBezTo>
                  <a:cubicBezTo>
                    <a:pt x="4853" y="43796"/>
                    <a:pt x="4679" y="43749"/>
                    <a:pt x="4497" y="43651"/>
                  </a:cubicBezTo>
                  <a:cubicBezTo>
                    <a:pt x="4314" y="43560"/>
                    <a:pt x="4109" y="43423"/>
                    <a:pt x="3881" y="43240"/>
                  </a:cubicBezTo>
                  <a:cubicBezTo>
                    <a:pt x="3607" y="42966"/>
                    <a:pt x="3356" y="42692"/>
                    <a:pt x="3104" y="42373"/>
                  </a:cubicBezTo>
                  <a:cubicBezTo>
                    <a:pt x="2716" y="41848"/>
                    <a:pt x="2351" y="41254"/>
                    <a:pt x="2032" y="40570"/>
                  </a:cubicBezTo>
                  <a:cubicBezTo>
                    <a:pt x="1918" y="40341"/>
                    <a:pt x="1803" y="40090"/>
                    <a:pt x="1712" y="39839"/>
                  </a:cubicBezTo>
                  <a:cubicBezTo>
                    <a:pt x="1712" y="39816"/>
                    <a:pt x="1689" y="39794"/>
                    <a:pt x="1689" y="39748"/>
                  </a:cubicBezTo>
                  <a:cubicBezTo>
                    <a:pt x="1667" y="39702"/>
                    <a:pt x="1598" y="39680"/>
                    <a:pt x="1552" y="39680"/>
                  </a:cubicBezTo>
                  <a:cubicBezTo>
                    <a:pt x="1507" y="39702"/>
                    <a:pt x="1461" y="39771"/>
                    <a:pt x="1484" y="39816"/>
                  </a:cubicBezTo>
                  <a:cubicBezTo>
                    <a:pt x="1507" y="39862"/>
                    <a:pt x="1507" y="39885"/>
                    <a:pt x="1530" y="39931"/>
                  </a:cubicBezTo>
                  <a:cubicBezTo>
                    <a:pt x="1621" y="40159"/>
                    <a:pt x="1735" y="40410"/>
                    <a:pt x="1849" y="40661"/>
                  </a:cubicBezTo>
                  <a:cubicBezTo>
                    <a:pt x="2169" y="41369"/>
                    <a:pt x="2534" y="41985"/>
                    <a:pt x="2945" y="42510"/>
                  </a:cubicBezTo>
                  <a:cubicBezTo>
                    <a:pt x="3196" y="42829"/>
                    <a:pt x="3470" y="43126"/>
                    <a:pt x="3744" y="43377"/>
                  </a:cubicBezTo>
                  <a:cubicBezTo>
                    <a:pt x="3949" y="43583"/>
                    <a:pt x="4177" y="43720"/>
                    <a:pt x="4360" y="43834"/>
                  </a:cubicBezTo>
                  <a:cubicBezTo>
                    <a:pt x="4520" y="44199"/>
                    <a:pt x="4611" y="44610"/>
                    <a:pt x="4611" y="45021"/>
                  </a:cubicBezTo>
                  <a:cubicBezTo>
                    <a:pt x="4611" y="45340"/>
                    <a:pt x="4542" y="45568"/>
                    <a:pt x="4406" y="45683"/>
                  </a:cubicBezTo>
                  <a:cubicBezTo>
                    <a:pt x="4316" y="45787"/>
                    <a:pt x="4187" y="45833"/>
                    <a:pt x="4032" y="45833"/>
                  </a:cubicBezTo>
                  <a:cubicBezTo>
                    <a:pt x="3950" y="45833"/>
                    <a:pt x="3861" y="45820"/>
                    <a:pt x="3766" y="45797"/>
                  </a:cubicBezTo>
                  <a:cubicBezTo>
                    <a:pt x="3561" y="45751"/>
                    <a:pt x="3356" y="45637"/>
                    <a:pt x="3241" y="45568"/>
                  </a:cubicBezTo>
                  <a:cubicBezTo>
                    <a:pt x="2694" y="45226"/>
                    <a:pt x="2191" y="44815"/>
                    <a:pt x="1758" y="44359"/>
                  </a:cubicBezTo>
                  <a:cubicBezTo>
                    <a:pt x="1278" y="43857"/>
                    <a:pt x="868" y="43309"/>
                    <a:pt x="548" y="42692"/>
                  </a:cubicBezTo>
                  <a:cubicBezTo>
                    <a:pt x="525" y="42670"/>
                    <a:pt x="502" y="42624"/>
                    <a:pt x="480" y="42601"/>
                  </a:cubicBezTo>
                  <a:lnTo>
                    <a:pt x="480" y="42556"/>
                  </a:lnTo>
                  <a:cubicBezTo>
                    <a:pt x="365" y="42327"/>
                    <a:pt x="274" y="42122"/>
                    <a:pt x="229" y="41939"/>
                  </a:cubicBezTo>
                  <a:cubicBezTo>
                    <a:pt x="210" y="41902"/>
                    <a:pt x="161" y="41865"/>
                    <a:pt x="119" y="41865"/>
                  </a:cubicBezTo>
                  <a:cubicBezTo>
                    <a:pt x="109" y="41865"/>
                    <a:pt x="100" y="41867"/>
                    <a:pt x="92" y="41871"/>
                  </a:cubicBezTo>
                  <a:cubicBezTo>
                    <a:pt x="23" y="41894"/>
                    <a:pt x="0" y="41939"/>
                    <a:pt x="23" y="42008"/>
                  </a:cubicBezTo>
                  <a:cubicBezTo>
                    <a:pt x="69" y="42213"/>
                    <a:pt x="160" y="42419"/>
                    <a:pt x="274" y="42647"/>
                  </a:cubicBezTo>
                  <a:lnTo>
                    <a:pt x="297" y="42692"/>
                  </a:lnTo>
                  <a:cubicBezTo>
                    <a:pt x="320" y="42715"/>
                    <a:pt x="343" y="42761"/>
                    <a:pt x="365" y="42807"/>
                  </a:cubicBezTo>
                  <a:cubicBezTo>
                    <a:pt x="685" y="43423"/>
                    <a:pt x="1119" y="43994"/>
                    <a:pt x="1598" y="44518"/>
                  </a:cubicBezTo>
                  <a:cubicBezTo>
                    <a:pt x="2055" y="44975"/>
                    <a:pt x="2557" y="45386"/>
                    <a:pt x="3127" y="45728"/>
                  </a:cubicBezTo>
                  <a:cubicBezTo>
                    <a:pt x="3264" y="45820"/>
                    <a:pt x="3470" y="45934"/>
                    <a:pt x="3721" y="46002"/>
                  </a:cubicBezTo>
                  <a:cubicBezTo>
                    <a:pt x="3835" y="46025"/>
                    <a:pt x="3926" y="46048"/>
                    <a:pt x="4018" y="46048"/>
                  </a:cubicBezTo>
                  <a:cubicBezTo>
                    <a:pt x="4246" y="46048"/>
                    <a:pt x="4406" y="45979"/>
                    <a:pt x="4542" y="45842"/>
                  </a:cubicBezTo>
                  <a:cubicBezTo>
                    <a:pt x="4748" y="45683"/>
                    <a:pt x="4816" y="45409"/>
                    <a:pt x="4816" y="45021"/>
                  </a:cubicBezTo>
                  <a:cubicBezTo>
                    <a:pt x="4816" y="44655"/>
                    <a:pt x="4748" y="44290"/>
                    <a:pt x="4634" y="43948"/>
                  </a:cubicBezTo>
                  <a:lnTo>
                    <a:pt x="4634" y="43948"/>
                  </a:lnTo>
                  <a:cubicBezTo>
                    <a:pt x="4771" y="43971"/>
                    <a:pt x="4885" y="43994"/>
                    <a:pt x="4999" y="43994"/>
                  </a:cubicBezTo>
                  <a:cubicBezTo>
                    <a:pt x="5136" y="43994"/>
                    <a:pt x="5250" y="43971"/>
                    <a:pt x="5364" y="43925"/>
                  </a:cubicBezTo>
                  <a:cubicBezTo>
                    <a:pt x="6003" y="43697"/>
                    <a:pt x="6163" y="42898"/>
                    <a:pt x="6209" y="42464"/>
                  </a:cubicBezTo>
                  <a:cubicBezTo>
                    <a:pt x="6277" y="41620"/>
                    <a:pt x="6140" y="40775"/>
                    <a:pt x="5821" y="39999"/>
                  </a:cubicBezTo>
                  <a:lnTo>
                    <a:pt x="5821" y="39999"/>
                  </a:lnTo>
                  <a:cubicBezTo>
                    <a:pt x="6095" y="40113"/>
                    <a:pt x="6346" y="40182"/>
                    <a:pt x="6574" y="40182"/>
                  </a:cubicBezTo>
                  <a:cubicBezTo>
                    <a:pt x="6825" y="40182"/>
                    <a:pt x="7030" y="40113"/>
                    <a:pt x="7190" y="39976"/>
                  </a:cubicBezTo>
                  <a:cubicBezTo>
                    <a:pt x="7670" y="39565"/>
                    <a:pt x="7487" y="38858"/>
                    <a:pt x="7327" y="38356"/>
                  </a:cubicBezTo>
                  <a:cubicBezTo>
                    <a:pt x="7213" y="37990"/>
                    <a:pt x="7030" y="37625"/>
                    <a:pt x="6802" y="37260"/>
                  </a:cubicBezTo>
                  <a:cubicBezTo>
                    <a:pt x="6483" y="36712"/>
                    <a:pt x="6026" y="36164"/>
                    <a:pt x="5501" y="35685"/>
                  </a:cubicBezTo>
                  <a:cubicBezTo>
                    <a:pt x="5319" y="35548"/>
                    <a:pt x="5159" y="35388"/>
                    <a:pt x="4976" y="35251"/>
                  </a:cubicBezTo>
                  <a:cubicBezTo>
                    <a:pt x="4771" y="35092"/>
                    <a:pt x="4565" y="34932"/>
                    <a:pt x="4314" y="34818"/>
                  </a:cubicBezTo>
                  <a:cubicBezTo>
                    <a:pt x="4154" y="34749"/>
                    <a:pt x="3995" y="34681"/>
                    <a:pt x="3835" y="34658"/>
                  </a:cubicBezTo>
                  <a:cubicBezTo>
                    <a:pt x="3823" y="34654"/>
                    <a:pt x="3811" y="34652"/>
                    <a:pt x="3801" y="34652"/>
                  </a:cubicBezTo>
                  <a:close/>
                  <a:moveTo>
                    <a:pt x="65633" y="65877"/>
                  </a:moveTo>
                  <a:cubicBezTo>
                    <a:pt x="65584" y="65877"/>
                    <a:pt x="65550" y="65914"/>
                    <a:pt x="65532" y="65951"/>
                  </a:cubicBezTo>
                  <a:cubicBezTo>
                    <a:pt x="64505" y="69786"/>
                    <a:pt x="63226" y="73598"/>
                    <a:pt x="61720" y="77250"/>
                  </a:cubicBezTo>
                  <a:cubicBezTo>
                    <a:pt x="60350" y="76953"/>
                    <a:pt x="58912" y="76519"/>
                    <a:pt x="57360" y="75903"/>
                  </a:cubicBezTo>
                  <a:cubicBezTo>
                    <a:pt x="55785" y="75287"/>
                    <a:pt x="54210" y="74557"/>
                    <a:pt x="52704" y="73872"/>
                  </a:cubicBezTo>
                  <a:cubicBezTo>
                    <a:pt x="50832" y="72982"/>
                    <a:pt x="48892" y="72091"/>
                    <a:pt x="46906" y="71384"/>
                  </a:cubicBezTo>
                  <a:cubicBezTo>
                    <a:pt x="46792" y="71338"/>
                    <a:pt x="46678" y="71293"/>
                    <a:pt x="46564" y="71270"/>
                  </a:cubicBezTo>
                  <a:lnTo>
                    <a:pt x="46541" y="71247"/>
                  </a:lnTo>
                  <a:cubicBezTo>
                    <a:pt x="46533" y="71243"/>
                    <a:pt x="46524" y="71241"/>
                    <a:pt x="46514" y="71241"/>
                  </a:cubicBezTo>
                  <a:cubicBezTo>
                    <a:pt x="46472" y="71241"/>
                    <a:pt x="46423" y="71278"/>
                    <a:pt x="46404" y="71315"/>
                  </a:cubicBezTo>
                  <a:cubicBezTo>
                    <a:pt x="46404" y="71384"/>
                    <a:pt x="46427" y="71429"/>
                    <a:pt x="46473" y="71452"/>
                  </a:cubicBezTo>
                  <a:lnTo>
                    <a:pt x="46495" y="71452"/>
                  </a:lnTo>
                  <a:cubicBezTo>
                    <a:pt x="46610" y="71498"/>
                    <a:pt x="46724" y="71544"/>
                    <a:pt x="46838" y="71589"/>
                  </a:cubicBezTo>
                  <a:cubicBezTo>
                    <a:pt x="48824" y="72274"/>
                    <a:pt x="50741" y="73187"/>
                    <a:pt x="52613" y="74054"/>
                  </a:cubicBezTo>
                  <a:cubicBezTo>
                    <a:pt x="54142" y="74762"/>
                    <a:pt x="55694" y="75492"/>
                    <a:pt x="57269" y="76109"/>
                  </a:cubicBezTo>
                  <a:cubicBezTo>
                    <a:pt x="58867" y="76725"/>
                    <a:pt x="60350" y="77181"/>
                    <a:pt x="61766" y="77478"/>
                  </a:cubicBezTo>
                  <a:cubicBezTo>
                    <a:pt x="63044" y="77729"/>
                    <a:pt x="64253" y="77866"/>
                    <a:pt x="65395" y="77866"/>
                  </a:cubicBezTo>
                  <a:cubicBezTo>
                    <a:pt x="66605" y="77866"/>
                    <a:pt x="67746" y="77706"/>
                    <a:pt x="68819" y="77433"/>
                  </a:cubicBezTo>
                  <a:cubicBezTo>
                    <a:pt x="68887" y="77433"/>
                    <a:pt x="68910" y="77364"/>
                    <a:pt x="68910" y="77296"/>
                  </a:cubicBezTo>
                  <a:cubicBezTo>
                    <a:pt x="68887" y="77250"/>
                    <a:pt x="68819" y="77227"/>
                    <a:pt x="68773" y="77227"/>
                  </a:cubicBezTo>
                  <a:cubicBezTo>
                    <a:pt x="67723" y="77510"/>
                    <a:pt x="66601" y="77647"/>
                    <a:pt x="65417" y="77647"/>
                  </a:cubicBezTo>
                  <a:cubicBezTo>
                    <a:pt x="64310" y="77647"/>
                    <a:pt x="63151" y="77527"/>
                    <a:pt x="61948" y="77296"/>
                  </a:cubicBezTo>
                  <a:cubicBezTo>
                    <a:pt x="63432" y="73644"/>
                    <a:pt x="64710" y="69832"/>
                    <a:pt x="65737" y="66020"/>
                  </a:cubicBezTo>
                  <a:cubicBezTo>
                    <a:pt x="65760" y="65951"/>
                    <a:pt x="65714" y="65906"/>
                    <a:pt x="65669" y="65883"/>
                  </a:cubicBezTo>
                  <a:cubicBezTo>
                    <a:pt x="65656" y="65879"/>
                    <a:pt x="65644" y="65877"/>
                    <a:pt x="65633" y="65877"/>
                  </a:cubicBezTo>
                  <a:close/>
                  <a:moveTo>
                    <a:pt x="21496" y="69522"/>
                  </a:moveTo>
                  <a:cubicBezTo>
                    <a:pt x="21382" y="69522"/>
                    <a:pt x="21266" y="69543"/>
                    <a:pt x="21159" y="69603"/>
                  </a:cubicBezTo>
                  <a:cubicBezTo>
                    <a:pt x="21022" y="69672"/>
                    <a:pt x="20931" y="69809"/>
                    <a:pt x="20908" y="69969"/>
                  </a:cubicBezTo>
                  <a:cubicBezTo>
                    <a:pt x="20863" y="70265"/>
                    <a:pt x="21045" y="70653"/>
                    <a:pt x="21251" y="70859"/>
                  </a:cubicBezTo>
                  <a:cubicBezTo>
                    <a:pt x="21251" y="70882"/>
                    <a:pt x="21273" y="70904"/>
                    <a:pt x="21273" y="70904"/>
                  </a:cubicBezTo>
                  <a:cubicBezTo>
                    <a:pt x="20885" y="71133"/>
                    <a:pt x="20680" y="71384"/>
                    <a:pt x="20657" y="71703"/>
                  </a:cubicBezTo>
                  <a:cubicBezTo>
                    <a:pt x="20657" y="71954"/>
                    <a:pt x="20771" y="72183"/>
                    <a:pt x="20863" y="72320"/>
                  </a:cubicBezTo>
                  <a:cubicBezTo>
                    <a:pt x="20954" y="72479"/>
                    <a:pt x="21068" y="72616"/>
                    <a:pt x="21205" y="72753"/>
                  </a:cubicBezTo>
                  <a:cubicBezTo>
                    <a:pt x="21022" y="72936"/>
                    <a:pt x="20794" y="73210"/>
                    <a:pt x="20748" y="73529"/>
                  </a:cubicBezTo>
                  <a:cubicBezTo>
                    <a:pt x="20703" y="73940"/>
                    <a:pt x="20885" y="74351"/>
                    <a:pt x="21319" y="74830"/>
                  </a:cubicBezTo>
                  <a:cubicBezTo>
                    <a:pt x="21433" y="74967"/>
                    <a:pt x="21547" y="75082"/>
                    <a:pt x="21684" y="75196"/>
                  </a:cubicBezTo>
                  <a:cubicBezTo>
                    <a:pt x="21479" y="75698"/>
                    <a:pt x="21570" y="76337"/>
                    <a:pt x="21913" y="76839"/>
                  </a:cubicBezTo>
                  <a:cubicBezTo>
                    <a:pt x="22323" y="77433"/>
                    <a:pt x="22963" y="77798"/>
                    <a:pt x="23556" y="78094"/>
                  </a:cubicBezTo>
                  <a:cubicBezTo>
                    <a:pt x="25633" y="79167"/>
                    <a:pt x="27870" y="79943"/>
                    <a:pt x="30152" y="80377"/>
                  </a:cubicBezTo>
                  <a:cubicBezTo>
                    <a:pt x="30792" y="80491"/>
                    <a:pt x="31454" y="80582"/>
                    <a:pt x="32093" y="80674"/>
                  </a:cubicBezTo>
                  <a:cubicBezTo>
                    <a:pt x="32732" y="80788"/>
                    <a:pt x="33371" y="80879"/>
                    <a:pt x="34010" y="80993"/>
                  </a:cubicBezTo>
                  <a:cubicBezTo>
                    <a:pt x="34581" y="81107"/>
                    <a:pt x="35037" y="81222"/>
                    <a:pt x="35471" y="81336"/>
                  </a:cubicBezTo>
                  <a:cubicBezTo>
                    <a:pt x="37160" y="81815"/>
                    <a:pt x="38529" y="82614"/>
                    <a:pt x="39420" y="83618"/>
                  </a:cubicBezTo>
                  <a:cubicBezTo>
                    <a:pt x="39442" y="83641"/>
                    <a:pt x="39465" y="83664"/>
                    <a:pt x="39511" y="83664"/>
                  </a:cubicBezTo>
                  <a:cubicBezTo>
                    <a:pt x="39534" y="83664"/>
                    <a:pt x="39557" y="83641"/>
                    <a:pt x="39579" y="83641"/>
                  </a:cubicBezTo>
                  <a:cubicBezTo>
                    <a:pt x="39625" y="83595"/>
                    <a:pt x="39625" y="83527"/>
                    <a:pt x="39579" y="83481"/>
                  </a:cubicBezTo>
                  <a:cubicBezTo>
                    <a:pt x="38666" y="82431"/>
                    <a:pt x="37251" y="81632"/>
                    <a:pt x="35539" y="81130"/>
                  </a:cubicBezTo>
                  <a:cubicBezTo>
                    <a:pt x="35106" y="81016"/>
                    <a:pt x="34626" y="80902"/>
                    <a:pt x="34056" y="80788"/>
                  </a:cubicBezTo>
                  <a:cubicBezTo>
                    <a:pt x="33417" y="80674"/>
                    <a:pt x="32755" y="80560"/>
                    <a:pt x="32115" y="80468"/>
                  </a:cubicBezTo>
                  <a:cubicBezTo>
                    <a:pt x="31499" y="80377"/>
                    <a:pt x="30837" y="80286"/>
                    <a:pt x="30198" y="80172"/>
                  </a:cubicBezTo>
                  <a:cubicBezTo>
                    <a:pt x="27916" y="79738"/>
                    <a:pt x="25724" y="78962"/>
                    <a:pt x="23647" y="77912"/>
                  </a:cubicBezTo>
                  <a:cubicBezTo>
                    <a:pt x="23099" y="77615"/>
                    <a:pt x="22460" y="77273"/>
                    <a:pt x="22095" y="76725"/>
                  </a:cubicBezTo>
                  <a:cubicBezTo>
                    <a:pt x="21798" y="76291"/>
                    <a:pt x="21707" y="75766"/>
                    <a:pt x="21844" y="75333"/>
                  </a:cubicBezTo>
                  <a:lnTo>
                    <a:pt x="21844" y="75333"/>
                  </a:lnTo>
                  <a:cubicBezTo>
                    <a:pt x="22734" y="76131"/>
                    <a:pt x="23876" y="76771"/>
                    <a:pt x="25291" y="77227"/>
                  </a:cubicBezTo>
                  <a:cubicBezTo>
                    <a:pt x="26112" y="77501"/>
                    <a:pt x="26957" y="77706"/>
                    <a:pt x="27824" y="77843"/>
                  </a:cubicBezTo>
                  <a:cubicBezTo>
                    <a:pt x="27893" y="77843"/>
                    <a:pt x="27916" y="77798"/>
                    <a:pt x="27938" y="77752"/>
                  </a:cubicBezTo>
                  <a:cubicBezTo>
                    <a:pt x="27938" y="77706"/>
                    <a:pt x="27893" y="77638"/>
                    <a:pt x="27847" y="77638"/>
                  </a:cubicBezTo>
                  <a:cubicBezTo>
                    <a:pt x="27003" y="77501"/>
                    <a:pt x="26158" y="77296"/>
                    <a:pt x="25359" y="77022"/>
                  </a:cubicBezTo>
                  <a:cubicBezTo>
                    <a:pt x="23921" y="76542"/>
                    <a:pt x="22757" y="75903"/>
                    <a:pt x="21867" y="75082"/>
                  </a:cubicBezTo>
                  <a:cubicBezTo>
                    <a:pt x="21730" y="74967"/>
                    <a:pt x="21616" y="74830"/>
                    <a:pt x="21479" y="74693"/>
                  </a:cubicBezTo>
                  <a:cubicBezTo>
                    <a:pt x="21091" y="74260"/>
                    <a:pt x="20931" y="73895"/>
                    <a:pt x="20977" y="73575"/>
                  </a:cubicBezTo>
                  <a:cubicBezTo>
                    <a:pt x="21000" y="73347"/>
                    <a:pt x="21114" y="73141"/>
                    <a:pt x="21342" y="72913"/>
                  </a:cubicBezTo>
                  <a:cubicBezTo>
                    <a:pt x="21684" y="73255"/>
                    <a:pt x="22072" y="73552"/>
                    <a:pt x="22392" y="73758"/>
                  </a:cubicBezTo>
                  <a:cubicBezTo>
                    <a:pt x="24241" y="75013"/>
                    <a:pt x="26409" y="75858"/>
                    <a:pt x="28623" y="76154"/>
                  </a:cubicBezTo>
                  <a:lnTo>
                    <a:pt x="28646" y="76154"/>
                  </a:lnTo>
                  <a:cubicBezTo>
                    <a:pt x="28692" y="76154"/>
                    <a:pt x="28737" y="76131"/>
                    <a:pt x="28760" y="76063"/>
                  </a:cubicBezTo>
                  <a:cubicBezTo>
                    <a:pt x="28760" y="76017"/>
                    <a:pt x="28714" y="75972"/>
                    <a:pt x="28669" y="75949"/>
                  </a:cubicBezTo>
                  <a:cubicBezTo>
                    <a:pt x="26478" y="75652"/>
                    <a:pt x="24332" y="74830"/>
                    <a:pt x="22506" y="73598"/>
                  </a:cubicBezTo>
                  <a:cubicBezTo>
                    <a:pt x="22186" y="73370"/>
                    <a:pt x="21776" y="73073"/>
                    <a:pt x="21410" y="72685"/>
                  </a:cubicBezTo>
                  <a:cubicBezTo>
                    <a:pt x="21273" y="72548"/>
                    <a:pt x="21159" y="72365"/>
                    <a:pt x="21045" y="72206"/>
                  </a:cubicBezTo>
                  <a:cubicBezTo>
                    <a:pt x="20908" y="72000"/>
                    <a:pt x="20863" y="71863"/>
                    <a:pt x="20863" y="71726"/>
                  </a:cubicBezTo>
                  <a:cubicBezTo>
                    <a:pt x="20885" y="71475"/>
                    <a:pt x="21068" y="71247"/>
                    <a:pt x="21433" y="71064"/>
                  </a:cubicBezTo>
                  <a:cubicBezTo>
                    <a:pt x="22072" y="71703"/>
                    <a:pt x="22917" y="72114"/>
                    <a:pt x="23647" y="72434"/>
                  </a:cubicBezTo>
                  <a:cubicBezTo>
                    <a:pt x="25679" y="73324"/>
                    <a:pt x="27824" y="73940"/>
                    <a:pt x="30016" y="74237"/>
                  </a:cubicBezTo>
                  <a:lnTo>
                    <a:pt x="30038" y="74237"/>
                  </a:lnTo>
                  <a:cubicBezTo>
                    <a:pt x="30084" y="74237"/>
                    <a:pt x="30130" y="74214"/>
                    <a:pt x="30130" y="74146"/>
                  </a:cubicBezTo>
                  <a:cubicBezTo>
                    <a:pt x="30152" y="74100"/>
                    <a:pt x="30107" y="74032"/>
                    <a:pt x="30038" y="74032"/>
                  </a:cubicBezTo>
                  <a:cubicBezTo>
                    <a:pt x="27870" y="73735"/>
                    <a:pt x="25747" y="73119"/>
                    <a:pt x="23739" y="72251"/>
                  </a:cubicBezTo>
                  <a:cubicBezTo>
                    <a:pt x="23008" y="71932"/>
                    <a:pt x="22164" y="71498"/>
                    <a:pt x="21525" y="70882"/>
                  </a:cubicBezTo>
                  <a:cubicBezTo>
                    <a:pt x="21479" y="70813"/>
                    <a:pt x="21433" y="70768"/>
                    <a:pt x="21388" y="70722"/>
                  </a:cubicBezTo>
                  <a:cubicBezTo>
                    <a:pt x="21228" y="70539"/>
                    <a:pt x="21091" y="70220"/>
                    <a:pt x="21114" y="69991"/>
                  </a:cubicBezTo>
                  <a:cubicBezTo>
                    <a:pt x="21136" y="69900"/>
                    <a:pt x="21182" y="69832"/>
                    <a:pt x="21273" y="69786"/>
                  </a:cubicBezTo>
                  <a:cubicBezTo>
                    <a:pt x="21365" y="69740"/>
                    <a:pt x="21502" y="69740"/>
                    <a:pt x="21661" y="69740"/>
                  </a:cubicBezTo>
                  <a:cubicBezTo>
                    <a:pt x="22985" y="69855"/>
                    <a:pt x="24332" y="70060"/>
                    <a:pt x="25633" y="70243"/>
                  </a:cubicBezTo>
                  <a:cubicBezTo>
                    <a:pt x="27524" y="70532"/>
                    <a:pt x="29479" y="70821"/>
                    <a:pt x="31431" y="70821"/>
                  </a:cubicBezTo>
                  <a:cubicBezTo>
                    <a:pt x="31789" y="70821"/>
                    <a:pt x="32147" y="70812"/>
                    <a:pt x="32503" y="70790"/>
                  </a:cubicBezTo>
                  <a:cubicBezTo>
                    <a:pt x="32709" y="70790"/>
                    <a:pt x="32914" y="70768"/>
                    <a:pt x="33120" y="70745"/>
                  </a:cubicBezTo>
                  <a:cubicBezTo>
                    <a:pt x="33165" y="70745"/>
                    <a:pt x="33211" y="70699"/>
                    <a:pt x="33211" y="70631"/>
                  </a:cubicBezTo>
                  <a:cubicBezTo>
                    <a:pt x="33211" y="70585"/>
                    <a:pt x="33165" y="70539"/>
                    <a:pt x="33097" y="70539"/>
                  </a:cubicBezTo>
                  <a:cubicBezTo>
                    <a:pt x="32914" y="70562"/>
                    <a:pt x="32709" y="70585"/>
                    <a:pt x="32481" y="70585"/>
                  </a:cubicBezTo>
                  <a:cubicBezTo>
                    <a:pt x="32131" y="70606"/>
                    <a:pt x="31779" y="70616"/>
                    <a:pt x="31427" y="70616"/>
                  </a:cubicBezTo>
                  <a:cubicBezTo>
                    <a:pt x="29502" y="70616"/>
                    <a:pt x="27546" y="70326"/>
                    <a:pt x="25656" y="70037"/>
                  </a:cubicBezTo>
                  <a:cubicBezTo>
                    <a:pt x="24355" y="69855"/>
                    <a:pt x="23008" y="69649"/>
                    <a:pt x="21661" y="69535"/>
                  </a:cubicBezTo>
                  <a:cubicBezTo>
                    <a:pt x="21608" y="69527"/>
                    <a:pt x="21552" y="69522"/>
                    <a:pt x="21496" y="6952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" name="Google Shape;1129;p63"/>
            <p:cNvSpPr/>
            <p:nvPr/>
          </p:nvSpPr>
          <p:spPr>
            <a:xfrm flipH="1">
              <a:off x="1880355" y="2291170"/>
              <a:ext cx="163224" cy="163224"/>
            </a:xfrm>
            <a:custGeom>
              <a:rect b="b" l="l" r="r" t="t"/>
              <a:pathLst>
                <a:path extrusionOk="0" h="8150" w="8150">
                  <a:moveTo>
                    <a:pt x="4086" y="1"/>
                  </a:moveTo>
                  <a:cubicBezTo>
                    <a:pt x="1827" y="1"/>
                    <a:pt x="1" y="1827"/>
                    <a:pt x="1" y="4087"/>
                  </a:cubicBezTo>
                  <a:cubicBezTo>
                    <a:pt x="1" y="6324"/>
                    <a:pt x="1827" y="8150"/>
                    <a:pt x="4086" y="8150"/>
                  </a:cubicBezTo>
                  <a:cubicBezTo>
                    <a:pt x="6323" y="8150"/>
                    <a:pt x="8149" y="6324"/>
                    <a:pt x="8149" y="4087"/>
                  </a:cubicBezTo>
                  <a:cubicBezTo>
                    <a:pt x="8149" y="1827"/>
                    <a:pt x="6323" y="1"/>
                    <a:pt x="4086" y="1"/>
                  </a:cubicBezTo>
                  <a:close/>
                </a:path>
              </a:pathLst>
            </a:custGeom>
            <a:solidFill>
              <a:srgbClr val="F8A3A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" name="Google Shape;1130;p63"/>
            <p:cNvSpPr/>
            <p:nvPr/>
          </p:nvSpPr>
          <p:spPr>
            <a:xfrm flipH="1">
              <a:off x="2299050" y="2243650"/>
              <a:ext cx="117501" cy="163204"/>
            </a:xfrm>
            <a:custGeom>
              <a:rect b="b" l="l" r="r" t="t"/>
              <a:pathLst>
                <a:path extrusionOk="0" h="8149" w="5867">
                  <a:moveTo>
                    <a:pt x="1598" y="0"/>
                  </a:moveTo>
                  <a:cubicBezTo>
                    <a:pt x="1301" y="1301"/>
                    <a:pt x="1004" y="2602"/>
                    <a:pt x="708" y="3880"/>
                  </a:cubicBezTo>
                  <a:cubicBezTo>
                    <a:pt x="411" y="5159"/>
                    <a:pt x="114" y="6437"/>
                    <a:pt x="0" y="7715"/>
                  </a:cubicBezTo>
                  <a:cubicBezTo>
                    <a:pt x="548" y="7989"/>
                    <a:pt x="1141" y="8149"/>
                    <a:pt x="1780" y="8149"/>
                  </a:cubicBezTo>
                  <a:cubicBezTo>
                    <a:pt x="4040" y="8149"/>
                    <a:pt x="5866" y="6323"/>
                    <a:pt x="5866" y="4063"/>
                  </a:cubicBezTo>
                  <a:cubicBezTo>
                    <a:pt x="5866" y="1826"/>
                    <a:pt x="4040" y="0"/>
                    <a:pt x="1780" y="0"/>
                  </a:cubicBezTo>
                  <a:close/>
                </a:path>
              </a:pathLst>
            </a:custGeom>
            <a:solidFill>
              <a:srgbClr val="F8A3A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" name="Google Shape;1131;p63"/>
            <p:cNvSpPr/>
            <p:nvPr/>
          </p:nvSpPr>
          <p:spPr>
            <a:xfrm flipH="1">
              <a:off x="1917393" y="2356273"/>
              <a:ext cx="59902" cy="45543"/>
            </a:xfrm>
            <a:custGeom>
              <a:rect b="b" l="l" r="r" t="t"/>
              <a:pathLst>
                <a:path extrusionOk="0" h="2274" w="2991">
                  <a:moveTo>
                    <a:pt x="2886" y="0"/>
                  </a:moveTo>
                  <a:cubicBezTo>
                    <a:pt x="2867" y="0"/>
                    <a:pt x="2847" y="6"/>
                    <a:pt x="2831" y="14"/>
                  </a:cubicBezTo>
                  <a:cubicBezTo>
                    <a:pt x="1826" y="607"/>
                    <a:pt x="890" y="1292"/>
                    <a:pt x="46" y="2091"/>
                  </a:cubicBezTo>
                  <a:cubicBezTo>
                    <a:pt x="0" y="2137"/>
                    <a:pt x="0" y="2205"/>
                    <a:pt x="46" y="2251"/>
                  </a:cubicBezTo>
                  <a:cubicBezTo>
                    <a:pt x="69" y="2274"/>
                    <a:pt x="92" y="2274"/>
                    <a:pt x="137" y="2274"/>
                  </a:cubicBezTo>
                  <a:cubicBezTo>
                    <a:pt x="160" y="2274"/>
                    <a:pt x="183" y="2274"/>
                    <a:pt x="206" y="2251"/>
                  </a:cubicBezTo>
                  <a:cubicBezTo>
                    <a:pt x="1027" y="1475"/>
                    <a:pt x="1940" y="767"/>
                    <a:pt x="2922" y="197"/>
                  </a:cubicBezTo>
                  <a:cubicBezTo>
                    <a:pt x="2990" y="174"/>
                    <a:pt x="2990" y="105"/>
                    <a:pt x="2968" y="60"/>
                  </a:cubicBezTo>
                  <a:cubicBezTo>
                    <a:pt x="2953" y="16"/>
                    <a:pt x="2920" y="0"/>
                    <a:pt x="28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" name="Google Shape;1132;p63"/>
            <p:cNvSpPr/>
            <p:nvPr/>
          </p:nvSpPr>
          <p:spPr>
            <a:xfrm flipH="1">
              <a:off x="1945287" y="2342655"/>
              <a:ext cx="68114" cy="48186"/>
            </a:xfrm>
            <a:custGeom>
              <a:rect b="b" l="l" r="r" t="t"/>
              <a:pathLst>
                <a:path extrusionOk="0" h="2406" w="3401">
                  <a:moveTo>
                    <a:pt x="3279" y="1"/>
                  </a:moveTo>
                  <a:cubicBezTo>
                    <a:pt x="3265" y="1"/>
                    <a:pt x="3253" y="3"/>
                    <a:pt x="3241" y="9"/>
                  </a:cubicBezTo>
                  <a:cubicBezTo>
                    <a:pt x="2077" y="603"/>
                    <a:pt x="1004" y="1333"/>
                    <a:pt x="46" y="2223"/>
                  </a:cubicBezTo>
                  <a:cubicBezTo>
                    <a:pt x="0" y="2269"/>
                    <a:pt x="0" y="2337"/>
                    <a:pt x="46" y="2360"/>
                  </a:cubicBezTo>
                  <a:cubicBezTo>
                    <a:pt x="46" y="2383"/>
                    <a:pt x="91" y="2406"/>
                    <a:pt x="114" y="2406"/>
                  </a:cubicBezTo>
                  <a:cubicBezTo>
                    <a:pt x="137" y="2406"/>
                    <a:pt x="160" y="2383"/>
                    <a:pt x="183" y="2383"/>
                  </a:cubicBezTo>
                  <a:cubicBezTo>
                    <a:pt x="1118" y="1493"/>
                    <a:pt x="2191" y="785"/>
                    <a:pt x="3333" y="215"/>
                  </a:cubicBezTo>
                  <a:cubicBezTo>
                    <a:pt x="3378" y="192"/>
                    <a:pt x="3401" y="123"/>
                    <a:pt x="3378" y="78"/>
                  </a:cubicBezTo>
                  <a:cubicBezTo>
                    <a:pt x="3361" y="26"/>
                    <a:pt x="3318" y="1"/>
                    <a:pt x="327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" name="Google Shape;1133;p63"/>
            <p:cNvSpPr/>
            <p:nvPr/>
          </p:nvSpPr>
          <p:spPr>
            <a:xfrm flipH="1">
              <a:off x="2327853" y="2315220"/>
              <a:ext cx="53053" cy="37231"/>
            </a:xfrm>
            <a:custGeom>
              <a:rect b="b" l="l" r="r" t="t"/>
              <a:pathLst>
                <a:path extrusionOk="0" h="1859" w="2649">
                  <a:moveTo>
                    <a:pt x="2529" y="1"/>
                  </a:moveTo>
                  <a:cubicBezTo>
                    <a:pt x="2515" y="1"/>
                    <a:pt x="2501" y="4"/>
                    <a:pt x="2488" y="10"/>
                  </a:cubicBezTo>
                  <a:cubicBezTo>
                    <a:pt x="1621" y="466"/>
                    <a:pt x="799" y="1037"/>
                    <a:pt x="46" y="1676"/>
                  </a:cubicBezTo>
                  <a:cubicBezTo>
                    <a:pt x="0" y="1722"/>
                    <a:pt x="0" y="1790"/>
                    <a:pt x="46" y="1836"/>
                  </a:cubicBezTo>
                  <a:cubicBezTo>
                    <a:pt x="69" y="1859"/>
                    <a:pt x="92" y="1859"/>
                    <a:pt x="115" y="1859"/>
                  </a:cubicBezTo>
                  <a:cubicBezTo>
                    <a:pt x="137" y="1859"/>
                    <a:pt x="160" y="1859"/>
                    <a:pt x="183" y="1836"/>
                  </a:cubicBezTo>
                  <a:cubicBezTo>
                    <a:pt x="913" y="1197"/>
                    <a:pt x="1735" y="649"/>
                    <a:pt x="2580" y="192"/>
                  </a:cubicBezTo>
                  <a:cubicBezTo>
                    <a:pt x="2648" y="169"/>
                    <a:pt x="2648" y="101"/>
                    <a:pt x="2625" y="55"/>
                  </a:cubicBezTo>
                  <a:cubicBezTo>
                    <a:pt x="2609" y="22"/>
                    <a:pt x="2567" y="1"/>
                    <a:pt x="252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" name="Google Shape;1134;p63"/>
            <p:cNvSpPr/>
            <p:nvPr/>
          </p:nvSpPr>
          <p:spPr>
            <a:xfrm flipH="1">
              <a:off x="2346596" y="2295736"/>
              <a:ext cx="60363" cy="45282"/>
            </a:xfrm>
            <a:custGeom>
              <a:rect b="b" l="l" r="r" t="t"/>
              <a:pathLst>
                <a:path extrusionOk="0" h="2261" w="3014">
                  <a:moveTo>
                    <a:pt x="2908" y="0"/>
                  </a:moveTo>
                  <a:cubicBezTo>
                    <a:pt x="2889" y="0"/>
                    <a:pt x="2870" y="8"/>
                    <a:pt x="2854" y="24"/>
                  </a:cubicBezTo>
                  <a:cubicBezTo>
                    <a:pt x="1849" y="526"/>
                    <a:pt x="913" y="1165"/>
                    <a:pt x="69" y="1896"/>
                  </a:cubicBezTo>
                  <a:cubicBezTo>
                    <a:pt x="46" y="2033"/>
                    <a:pt x="23" y="2147"/>
                    <a:pt x="0" y="2261"/>
                  </a:cubicBezTo>
                  <a:cubicBezTo>
                    <a:pt x="868" y="1439"/>
                    <a:pt x="1872" y="732"/>
                    <a:pt x="2945" y="207"/>
                  </a:cubicBezTo>
                  <a:cubicBezTo>
                    <a:pt x="2991" y="184"/>
                    <a:pt x="3013" y="115"/>
                    <a:pt x="2991" y="70"/>
                  </a:cubicBezTo>
                  <a:cubicBezTo>
                    <a:pt x="2976" y="25"/>
                    <a:pt x="2942" y="0"/>
                    <a:pt x="29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" name="Google Shape;1135;p63"/>
            <p:cNvSpPr/>
            <p:nvPr/>
          </p:nvSpPr>
          <p:spPr>
            <a:xfrm flipH="1">
              <a:off x="1714835" y="2644058"/>
              <a:ext cx="825594" cy="744683"/>
            </a:xfrm>
            <a:custGeom>
              <a:rect b="b" l="l" r="r" t="t"/>
              <a:pathLst>
                <a:path extrusionOk="0" h="37183" w="41223">
                  <a:moveTo>
                    <a:pt x="35471" y="0"/>
                  </a:moveTo>
                  <a:cubicBezTo>
                    <a:pt x="35494" y="365"/>
                    <a:pt x="35517" y="730"/>
                    <a:pt x="35562" y="1073"/>
                  </a:cubicBezTo>
                  <a:cubicBezTo>
                    <a:pt x="41223" y="5341"/>
                    <a:pt x="37480" y="15384"/>
                    <a:pt x="37434" y="15476"/>
                  </a:cubicBezTo>
                  <a:cubicBezTo>
                    <a:pt x="37365" y="15704"/>
                    <a:pt x="37480" y="15955"/>
                    <a:pt x="37685" y="16023"/>
                  </a:cubicBezTo>
                  <a:cubicBezTo>
                    <a:pt x="37731" y="16046"/>
                    <a:pt x="37799" y="16046"/>
                    <a:pt x="37845" y="16046"/>
                  </a:cubicBezTo>
                  <a:cubicBezTo>
                    <a:pt x="38005" y="16046"/>
                    <a:pt x="38164" y="15955"/>
                    <a:pt x="38233" y="15795"/>
                  </a:cubicBezTo>
                  <a:cubicBezTo>
                    <a:pt x="38278" y="15658"/>
                    <a:pt x="39374" y="12759"/>
                    <a:pt x="39534" y="9290"/>
                  </a:cubicBezTo>
                  <a:cubicBezTo>
                    <a:pt x="39739" y="4976"/>
                    <a:pt x="38324" y="1780"/>
                    <a:pt x="35471" y="0"/>
                  </a:cubicBezTo>
                  <a:close/>
                  <a:moveTo>
                    <a:pt x="16686" y="137"/>
                  </a:moveTo>
                  <a:lnTo>
                    <a:pt x="16686" y="137"/>
                  </a:lnTo>
                  <a:cubicBezTo>
                    <a:pt x="9496" y="1255"/>
                    <a:pt x="4086" y="14608"/>
                    <a:pt x="3150" y="17073"/>
                  </a:cubicBezTo>
                  <a:cubicBezTo>
                    <a:pt x="3003" y="17049"/>
                    <a:pt x="2852" y="17036"/>
                    <a:pt x="2701" y="17036"/>
                  </a:cubicBezTo>
                  <a:cubicBezTo>
                    <a:pt x="2431" y="17036"/>
                    <a:pt x="2158" y="17077"/>
                    <a:pt x="1895" y="17165"/>
                  </a:cubicBezTo>
                  <a:cubicBezTo>
                    <a:pt x="799" y="17553"/>
                    <a:pt x="0" y="18694"/>
                    <a:pt x="46" y="19858"/>
                  </a:cubicBezTo>
                  <a:lnTo>
                    <a:pt x="4976" y="21387"/>
                  </a:lnTo>
                  <a:cubicBezTo>
                    <a:pt x="5661" y="20474"/>
                    <a:pt x="5684" y="19082"/>
                    <a:pt x="4999" y="18146"/>
                  </a:cubicBezTo>
                  <a:cubicBezTo>
                    <a:pt x="4725" y="17781"/>
                    <a:pt x="4383" y="17507"/>
                    <a:pt x="3972" y="17324"/>
                  </a:cubicBezTo>
                  <a:cubicBezTo>
                    <a:pt x="4908" y="14905"/>
                    <a:pt x="10044" y="2442"/>
                    <a:pt x="16480" y="1027"/>
                  </a:cubicBezTo>
                  <a:cubicBezTo>
                    <a:pt x="16549" y="730"/>
                    <a:pt x="16617" y="434"/>
                    <a:pt x="16686" y="137"/>
                  </a:cubicBezTo>
                  <a:close/>
                  <a:moveTo>
                    <a:pt x="31702" y="18223"/>
                  </a:moveTo>
                  <a:cubicBezTo>
                    <a:pt x="31623" y="18223"/>
                    <a:pt x="31542" y="18251"/>
                    <a:pt x="31477" y="18306"/>
                  </a:cubicBezTo>
                  <a:cubicBezTo>
                    <a:pt x="28829" y="20908"/>
                    <a:pt x="26204" y="23830"/>
                    <a:pt x="24857" y="27436"/>
                  </a:cubicBezTo>
                  <a:cubicBezTo>
                    <a:pt x="24264" y="29011"/>
                    <a:pt x="24081" y="30358"/>
                    <a:pt x="24241" y="31613"/>
                  </a:cubicBezTo>
                  <a:cubicBezTo>
                    <a:pt x="24469" y="33165"/>
                    <a:pt x="25314" y="34489"/>
                    <a:pt x="26523" y="35151"/>
                  </a:cubicBezTo>
                  <a:cubicBezTo>
                    <a:pt x="26569" y="35197"/>
                    <a:pt x="26615" y="35197"/>
                    <a:pt x="26683" y="35197"/>
                  </a:cubicBezTo>
                  <a:cubicBezTo>
                    <a:pt x="26797" y="35197"/>
                    <a:pt x="26889" y="35128"/>
                    <a:pt x="26957" y="35037"/>
                  </a:cubicBezTo>
                  <a:cubicBezTo>
                    <a:pt x="27048" y="34877"/>
                    <a:pt x="26980" y="34694"/>
                    <a:pt x="26820" y="34603"/>
                  </a:cubicBezTo>
                  <a:cubicBezTo>
                    <a:pt x="25816" y="34055"/>
                    <a:pt x="25063" y="32868"/>
                    <a:pt x="24880" y="31522"/>
                  </a:cubicBezTo>
                  <a:cubicBezTo>
                    <a:pt x="24720" y="30380"/>
                    <a:pt x="24903" y="29125"/>
                    <a:pt x="25451" y="27664"/>
                  </a:cubicBezTo>
                  <a:cubicBezTo>
                    <a:pt x="26752" y="24149"/>
                    <a:pt x="29331" y="21319"/>
                    <a:pt x="31933" y="18762"/>
                  </a:cubicBezTo>
                  <a:cubicBezTo>
                    <a:pt x="32047" y="18648"/>
                    <a:pt x="32047" y="18443"/>
                    <a:pt x="31933" y="18329"/>
                  </a:cubicBezTo>
                  <a:cubicBezTo>
                    <a:pt x="31873" y="18257"/>
                    <a:pt x="31789" y="18223"/>
                    <a:pt x="31702" y="18223"/>
                  </a:cubicBezTo>
                  <a:close/>
                  <a:moveTo>
                    <a:pt x="39670" y="21567"/>
                  </a:moveTo>
                  <a:cubicBezTo>
                    <a:pt x="39508" y="21567"/>
                    <a:pt x="39372" y="21677"/>
                    <a:pt x="39351" y="21844"/>
                  </a:cubicBezTo>
                  <a:cubicBezTo>
                    <a:pt x="38667" y="26089"/>
                    <a:pt x="37434" y="29970"/>
                    <a:pt x="35631" y="33371"/>
                  </a:cubicBezTo>
                  <a:cubicBezTo>
                    <a:pt x="35083" y="34443"/>
                    <a:pt x="34398" y="35539"/>
                    <a:pt x="33371" y="36110"/>
                  </a:cubicBezTo>
                  <a:cubicBezTo>
                    <a:pt x="32846" y="36395"/>
                    <a:pt x="32218" y="36538"/>
                    <a:pt x="31551" y="36538"/>
                  </a:cubicBezTo>
                  <a:cubicBezTo>
                    <a:pt x="30883" y="36538"/>
                    <a:pt x="30175" y="36395"/>
                    <a:pt x="29491" y="36110"/>
                  </a:cubicBezTo>
                  <a:cubicBezTo>
                    <a:pt x="29454" y="36094"/>
                    <a:pt x="29416" y="36087"/>
                    <a:pt x="29379" y="36087"/>
                  </a:cubicBezTo>
                  <a:cubicBezTo>
                    <a:pt x="29253" y="36087"/>
                    <a:pt x="29133" y="36169"/>
                    <a:pt x="29080" y="36292"/>
                  </a:cubicBezTo>
                  <a:cubicBezTo>
                    <a:pt x="29011" y="36452"/>
                    <a:pt x="29080" y="36635"/>
                    <a:pt x="29240" y="36703"/>
                  </a:cubicBezTo>
                  <a:cubicBezTo>
                    <a:pt x="30016" y="37023"/>
                    <a:pt x="30792" y="37182"/>
                    <a:pt x="31545" y="37182"/>
                  </a:cubicBezTo>
                  <a:cubicBezTo>
                    <a:pt x="32321" y="37182"/>
                    <a:pt x="33051" y="37000"/>
                    <a:pt x="33668" y="36657"/>
                  </a:cubicBezTo>
                  <a:cubicBezTo>
                    <a:pt x="34855" y="35995"/>
                    <a:pt x="35585" y="34831"/>
                    <a:pt x="36201" y="33667"/>
                  </a:cubicBezTo>
                  <a:cubicBezTo>
                    <a:pt x="38027" y="30221"/>
                    <a:pt x="39283" y="26272"/>
                    <a:pt x="39968" y="21935"/>
                  </a:cubicBezTo>
                  <a:cubicBezTo>
                    <a:pt x="39990" y="21775"/>
                    <a:pt x="39876" y="21593"/>
                    <a:pt x="39716" y="21570"/>
                  </a:cubicBezTo>
                  <a:cubicBezTo>
                    <a:pt x="39701" y="21568"/>
                    <a:pt x="39686" y="21567"/>
                    <a:pt x="39670" y="2156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" name="Google Shape;1136;p63"/>
            <p:cNvSpPr/>
            <p:nvPr/>
          </p:nvSpPr>
          <p:spPr>
            <a:xfrm flipH="1">
              <a:off x="1729477" y="2957156"/>
              <a:ext cx="789464" cy="423822"/>
            </a:xfrm>
            <a:custGeom>
              <a:rect b="b" l="l" r="r" t="t"/>
              <a:pathLst>
                <a:path extrusionOk="0" h="21162" w="39419">
                  <a:moveTo>
                    <a:pt x="1659" y="2756"/>
                  </a:moveTo>
                  <a:cubicBezTo>
                    <a:pt x="1476" y="2756"/>
                    <a:pt x="1292" y="2788"/>
                    <a:pt x="1119" y="2853"/>
                  </a:cubicBezTo>
                  <a:cubicBezTo>
                    <a:pt x="457" y="3082"/>
                    <a:pt x="0" y="3789"/>
                    <a:pt x="46" y="4474"/>
                  </a:cubicBezTo>
                  <a:lnTo>
                    <a:pt x="46" y="4611"/>
                  </a:lnTo>
                  <a:lnTo>
                    <a:pt x="2922" y="5387"/>
                  </a:lnTo>
                  <a:cubicBezTo>
                    <a:pt x="3378" y="4839"/>
                    <a:pt x="3401" y="4018"/>
                    <a:pt x="2990" y="3424"/>
                  </a:cubicBezTo>
                  <a:cubicBezTo>
                    <a:pt x="2687" y="3003"/>
                    <a:pt x="2173" y="2756"/>
                    <a:pt x="1659" y="2756"/>
                  </a:cubicBezTo>
                  <a:close/>
                  <a:moveTo>
                    <a:pt x="36041" y="0"/>
                  </a:moveTo>
                  <a:cubicBezTo>
                    <a:pt x="33759" y="69"/>
                    <a:pt x="31522" y="1027"/>
                    <a:pt x="29879" y="2625"/>
                  </a:cubicBezTo>
                  <a:cubicBezTo>
                    <a:pt x="29879" y="2899"/>
                    <a:pt x="30563" y="3264"/>
                    <a:pt x="30906" y="3652"/>
                  </a:cubicBezTo>
                  <a:cubicBezTo>
                    <a:pt x="30967" y="3734"/>
                    <a:pt x="31046" y="3816"/>
                    <a:pt x="31144" y="3816"/>
                  </a:cubicBezTo>
                  <a:cubicBezTo>
                    <a:pt x="31156" y="3816"/>
                    <a:pt x="31168" y="3815"/>
                    <a:pt x="31180" y="3812"/>
                  </a:cubicBezTo>
                  <a:cubicBezTo>
                    <a:pt x="31248" y="3812"/>
                    <a:pt x="31317" y="3767"/>
                    <a:pt x="31362" y="3721"/>
                  </a:cubicBezTo>
                  <a:cubicBezTo>
                    <a:pt x="32138" y="3059"/>
                    <a:pt x="32891" y="2351"/>
                    <a:pt x="33827" y="1963"/>
                  </a:cubicBezTo>
                  <a:cubicBezTo>
                    <a:pt x="34263" y="1783"/>
                    <a:pt x="34743" y="1676"/>
                    <a:pt x="35213" y="1676"/>
                  </a:cubicBezTo>
                  <a:cubicBezTo>
                    <a:pt x="35752" y="1676"/>
                    <a:pt x="36276" y="1817"/>
                    <a:pt x="36703" y="2146"/>
                  </a:cubicBezTo>
                  <a:cubicBezTo>
                    <a:pt x="37251" y="2557"/>
                    <a:pt x="37571" y="3219"/>
                    <a:pt x="37708" y="3903"/>
                  </a:cubicBezTo>
                  <a:cubicBezTo>
                    <a:pt x="37867" y="4565"/>
                    <a:pt x="37845" y="5273"/>
                    <a:pt x="37845" y="5958"/>
                  </a:cubicBezTo>
                  <a:cubicBezTo>
                    <a:pt x="37845" y="6049"/>
                    <a:pt x="37867" y="6186"/>
                    <a:pt x="37936" y="6232"/>
                  </a:cubicBezTo>
                  <a:cubicBezTo>
                    <a:pt x="37982" y="6277"/>
                    <a:pt x="38050" y="6277"/>
                    <a:pt x="38096" y="6277"/>
                  </a:cubicBezTo>
                  <a:cubicBezTo>
                    <a:pt x="38415" y="6323"/>
                    <a:pt x="38712" y="6369"/>
                    <a:pt x="39054" y="6414"/>
                  </a:cubicBezTo>
                  <a:cubicBezTo>
                    <a:pt x="39058" y="6415"/>
                    <a:pt x="39061" y="6415"/>
                    <a:pt x="39064" y="6415"/>
                  </a:cubicBezTo>
                  <a:cubicBezTo>
                    <a:pt x="39419" y="6415"/>
                    <a:pt x="39364" y="2589"/>
                    <a:pt x="38255" y="1119"/>
                  </a:cubicBezTo>
                  <a:cubicBezTo>
                    <a:pt x="37936" y="662"/>
                    <a:pt x="37525" y="274"/>
                    <a:pt x="37000" y="92"/>
                  </a:cubicBezTo>
                  <a:cubicBezTo>
                    <a:pt x="36703" y="0"/>
                    <a:pt x="36361" y="0"/>
                    <a:pt x="36041" y="0"/>
                  </a:cubicBezTo>
                  <a:close/>
                  <a:moveTo>
                    <a:pt x="25799" y="18857"/>
                  </a:moveTo>
                  <a:cubicBezTo>
                    <a:pt x="25771" y="18857"/>
                    <a:pt x="25746" y="18863"/>
                    <a:pt x="25724" y="18877"/>
                  </a:cubicBezTo>
                  <a:cubicBezTo>
                    <a:pt x="25679" y="18922"/>
                    <a:pt x="25656" y="18968"/>
                    <a:pt x="25633" y="19037"/>
                  </a:cubicBezTo>
                  <a:cubicBezTo>
                    <a:pt x="25610" y="19059"/>
                    <a:pt x="25565" y="19105"/>
                    <a:pt x="25542" y="19128"/>
                  </a:cubicBezTo>
                  <a:cubicBezTo>
                    <a:pt x="25450" y="19242"/>
                    <a:pt x="25382" y="19356"/>
                    <a:pt x="25291" y="19470"/>
                  </a:cubicBezTo>
                  <a:cubicBezTo>
                    <a:pt x="25268" y="19470"/>
                    <a:pt x="25245" y="19493"/>
                    <a:pt x="25245" y="19516"/>
                  </a:cubicBezTo>
                  <a:cubicBezTo>
                    <a:pt x="25245" y="19562"/>
                    <a:pt x="25268" y="19607"/>
                    <a:pt x="25291" y="19630"/>
                  </a:cubicBezTo>
                  <a:cubicBezTo>
                    <a:pt x="25428" y="19790"/>
                    <a:pt x="25610" y="19881"/>
                    <a:pt x="25724" y="20041"/>
                  </a:cubicBezTo>
                  <a:cubicBezTo>
                    <a:pt x="25793" y="20109"/>
                    <a:pt x="25861" y="20201"/>
                    <a:pt x="25953" y="20201"/>
                  </a:cubicBezTo>
                  <a:cubicBezTo>
                    <a:pt x="26044" y="20201"/>
                    <a:pt x="26112" y="20155"/>
                    <a:pt x="26158" y="20087"/>
                  </a:cubicBezTo>
                  <a:cubicBezTo>
                    <a:pt x="26386" y="19858"/>
                    <a:pt x="26546" y="19562"/>
                    <a:pt x="26637" y="19265"/>
                  </a:cubicBezTo>
                  <a:cubicBezTo>
                    <a:pt x="26660" y="19242"/>
                    <a:pt x="26660" y="19196"/>
                    <a:pt x="26660" y="19151"/>
                  </a:cubicBezTo>
                  <a:cubicBezTo>
                    <a:pt x="26660" y="19105"/>
                    <a:pt x="26592" y="19037"/>
                    <a:pt x="26546" y="19014"/>
                  </a:cubicBezTo>
                  <a:cubicBezTo>
                    <a:pt x="26478" y="18991"/>
                    <a:pt x="26409" y="18991"/>
                    <a:pt x="26341" y="18991"/>
                  </a:cubicBezTo>
                  <a:cubicBezTo>
                    <a:pt x="26227" y="18968"/>
                    <a:pt x="26112" y="18945"/>
                    <a:pt x="25998" y="18900"/>
                  </a:cubicBezTo>
                  <a:cubicBezTo>
                    <a:pt x="25935" y="18884"/>
                    <a:pt x="25861" y="18857"/>
                    <a:pt x="25799" y="18857"/>
                  </a:cubicBezTo>
                  <a:close/>
                  <a:moveTo>
                    <a:pt x="27824" y="19813"/>
                  </a:moveTo>
                  <a:cubicBezTo>
                    <a:pt x="27733" y="19813"/>
                    <a:pt x="27664" y="19881"/>
                    <a:pt x="27619" y="19927"/>
                  </a:cubicBezTo>
                  <a:cubicBezTo>
                    <a:pt x="27413" y="20178"/>
                    <a:pt x="27254" y="20452"/>
                    <a:pt x="27140" y="20749"/>
                  </a:cubicBezTo>
                  <a:cubicBezTo>
                    <a:pt x="27140" y="20794"/>
                    <a:pt x="27140" y="20840"/>
                    <a:pt x="27140" y="20863"/>
                  </a:cubicBezTo>
                  <a:cubicBezTo>
                    <a:pt x="27140" y="20931"/>
                    <a:pt x="27208" y="20977"/>
                    <a:pt x="27254" y="21000"/>
                  </a:cubicBezTo>
                  <a:cubicBezTo>
                    <a:pt x="27322" y="21022"/>
                    <a:pt x="27391" y="21022"/>
                    <a:pt x="27459" y="21045"/>
                  </a:cubicBezTo>
                  <a:cubicBezTo>
                    <a:pt x="27573" y="21045"/>
                    <a:pt x="27687" y="21068"/>
                    <a:pt x="27801" y="21114"/>
                  </a:cubicBezTo>
                  <a:cubicBezTo>
                    <a:pt x="27858" y="21142"/>
                    <a:pt x="27923" y="21161"/>
                    <a:pt x="27981" y="21161"/>
                  </a:cubicBezTo>
                  <a:cubicBezTo>
                    <a:pt x="28016" y="21161"/>
                    <a:pt x="28049" y="21154"/>
                    <a:pt x="28075" y="21137"/>
                  </a:cubicBezTo>
                  <a:cubicBezTo>
                    <a:pt x="28121" y="21091"/>
                    <a:pt x="28144" y="21045"/>
                    <a:pt x="28167" y="20977"/>
                  </a:cubicBezTo>
                  <a:cubicBezTo>
                    <a:pt x="28189" y="20931"/>
                    <a:pt x="28235" y="20908"/>
                    <a:pt x="28258" y="20863"/>
                  </a:cubicBezTo>
                  <a:cubicBezTo>
                    <a:pt x="28349" y="20771"/>
                    <a:pt x="28395" y="20634"/>
                    <a:pt x="28486" y="20543"/>
                  </a:cubicBezTo>
                  <a:cubicBezTo>
                    <a:pt x="28509" y="20520"/>
                    <a:pt x="28532" y="20497"/>
                    <a:pt x="28532" y="20475"/>
                  </a:cubicBezTo>
                  <a:cubicBezTo>
                    <a:pt x="28555" y="20452"/>
                    <a:pt x="28532" y="20406"/>
                    <a:pt x="28509" y="20383"/>
                  </a:cubicBezTo>
                  <a:cubicBezTo>
                    <a:pt x="28372" y="20224"/>
                    <a:pt x="28189" y="20132"/>
                    <a:pt x="28053" y="19972"/>
                  </a:cubicBezTo>
                  <a:cubicBezTo>
                    <a:pt x="27984" y="19904"/>
                    <a:pt x="27916" y="19813"/>
                    <a:pt x="27824" y="1981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37" name="Google Shape;1137;p63"/>
          <p:cNvGrpSpPr/>
          <p:nvPr/>
        </p:nvGrpSpPr>
        <p:grpSpPr>
          <a:xfrm>
            <a:off x="5452632" y="4136818"/>
            <a:ext cx="355216" cy="305683"/>
            <a:chOff x="2581492" y="1663973"/>
            <a:chExt cx="447094" cy="384748"/>
          </a:xfrm>
        </p:grpSpPr>
        <p:sp>
          <p:nvSpPr>
            <p:cNvPr id="1138" name="Google Shape;1138;p63"/>
            <p:cNvSpPr/>
            <p:nvPr/>
          </p:nvSpPr>
          <p:spPr>
            <a:xfrm flipH="1">
              <a:off x="2581492" y="1663973"/>
              <a:ext cx="447094" cy="384748"/>
            </a:xfrm>
            <a:custGeom>
              <a:rect b="b" l="l" r="r" t="t"/>
              <a:pathLst>
                <a:path extrusionOk="0" h="19211" w="22324">
                  <a:moveTo>
                    <a:pt x="17667" y="1"/>
                  </a:moveTo>
                  <a:cubicBezTo>
                    <a:pt x="17065" y="1"/>
                    <a:pt x="16463" y="115"/>
                    <a:pt x="15909" y="347"/>
                  </a:cubicBezTo>
                  <a:cubicBezTo>
                    <a:pt x="14973" y="735"/>
                    <a:pt x="14197" y="1443"/>
                    <a:pt x="13444" y="2105"/>
                  </a:cubicBezTo>
                  <a:cubicBezTo>
                    <a:pt x="10020" y="5140"/>
                    <a:pt x="6505" y="8085"/>
                    <a:pt x="2944" y="10938"/>
                  </a:cubicBezTo>
                  <a:cubicBezTo>
                    <a:pt x="2283" y="11440"/>
                    <a:pt x="1643" y="11965"/>
                    <a:pt x="1164" y="12627"/>
                  </a:cubicBezTo>
                  <a:cubicBezTo>
                    <a:pt x="0" y="14293"/>
                    <a:pt x="297" y="16827"/>
                    <a:pt x="1826" y="18174"/>
                  </a:cubicBezTo>
                  <a:cubicBezTo>
                    <a:pt x="2610" y="18875"/>
                    <a:pt x="3686" y="19211"/>
                    <a:pt x="4730" y="19211"/>
                  </a:cubicBezTo>
                  <a:cubicBezTo>
                    <a:pt x="5690" y="19211"/>
                    <a:pt x="6625" y="18926"/>
                    <a:pt x="7281" y="18379"/>
                  </a:cubicBezTo>
                  <a:cubicBezTo>
                    <a:pt x="11230" y="15115"/>
                    <a:pt x="15179" y="11874"/>
                    <a:pt x="19128" y="8610"/>
                  </a:cubicBezTo>
                  <a:cubicBezTo>
                    <a:pt x="20178" y="7742"/>
                    <a:pt x="21273" y="6829"/>
                    <a:pt x="21753" y="5551"/>
                  </a:cubicBezTo>
                  <a:cubicBezTo>
                    <a:pt x="22323" y="4022"/>
                    <a:pt x="21821" y="2127"/>
                    <a:pt x="20566" y="1055"/>
                  </a:cubicBezTo>
                  <a:cubicBezTo>
                    <a:pt x="19780" y="356"/>
                    <a:pt x="18725" y="1"/>
                    <a:pt x="1766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" name="Google Shape;1139;p63"/>
            <p:cNvSpPr/>
            <p:nvPr/>
          </p:nvSpPr>
          <p:spPr>
            <a:xfrm flipH="1">
              <a:off x="2584239" y="1703363"/>
              <a:ext cx="418294" cy="345354"/>
            </a:xfrm>
            <a:custGeom>
              <a:rect b="b" l="l" r="r" t="t"/>
              <a:pathLst>
                <a:path extrusionOk="0" h="17244" w="20886">
                  <a:moveTo>
                    <a:pt x="20041" y="1"/>
                  </a:moveTo>
                  <a:cubicBezTo>
                    <a:pt x="20041" y="23"/>
                    <a:pt x="20223" y="1827"/>
                    <a:pt x="17370" y="4360"/>
                  </a:cubicBezTo>
                  <a:cubicBezTo>
                    <a:pt x="14494" y="6917"/>
                    <a:pt x="5661" y="13924"/>
                    <a:pt x="4337" y="14677"/>
                  </a:cubicBezTo>
                  <a:cubicBezTo>
                    <a:pt x="3328" y="15251"/>
                    <a:pt x="2002" y="15785"/>
                    <a:pt x="923" y="15785"/>
                  </a:cubicBezTo>
                  <a:cubicBezTo>
                    <a:pt x="585" y="15785"/>
                    <a:pt x="272" y="15733"/>
                    <a:pt x="0" y="15613"/>
                  </a:cubicBezTo>
                  <a:lnTo>
                    <a:pt x="0" y="15613"/>
                  </a:lnTo>
                  <a:cubicBezTo>
                    <a:pt x="137" y="15819"/>
                    <a:pt x="320" y="16024"/>
                    <a:pt x="525" y="16207"/>
                  </a:cubicBezTo>
                  <a:cubicBezTo>
                    <a:pt x="1309" y="16908"/>
                    <a:pt x="2385" y="17244"/>
                    <a:pt x="3429" y="17244"/>
                  </a:cubicBezTo>
                  <a:cubicBezTo>
                    <a:pt x="4389" y="17244"/>
                    <a:pt x="5324" y="16959"/>
                    <a:pt x="5980" y="16412"/>
                  </a:cubicBezTo>
                  <a:cubicBezTo>
                    <a:pt x="9929" y="13148"/>
                    <a:pt x="13878" y="9907"/>
                    <a:pt x="17827" y="6643"/>
                  </a:cubicBezTo>
                  <a:cubicBezTo>
                    <a:pt x="18877" y="5775"/>
                    <a:pt x="19972" y="4862"/>
                    <a:pt x="20452" y="3584"/>
                  </a:cubicBezTo>
                  <a:cubicBezTo>
                    <a:pt x="20885" y="2420"/>
                    <a:pt x="20703" y="1051"/>
                    <a:pt x="200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" name="Google Shape;1140;p63"/>
            <p:cNvSpPr/>
            <p:nvPr/>
          </p:nvSpPr>
          <p:spPr>
            <a:xfrm flipH="1">
              <a:off x="2754289" y="1801187"/>
              <a:ext cx="274297" cy="247520"/>
            </a:xfrm>
            <a:custGeom>
              <a:rect b="b" l="l" r="r" t="t"/>
              <a:pathLst>
                <a:path extrusionOk="0" h="12359" w="13696">
                  <a:moveTo>
                    <a:pt x="7920" y="0"/>
                  </a:moveTo>
                  <a:cubicBezTo>
                    <a:pt x="6277" y="1370"/>
                    <a:pt x="4611" y="2739"/>
                    <a:pt x="2944" y="4086"/>
                  </a:cubicBezTo>
                  <a:cubicBezTo>
                    <a:pt x="2283" y="4588"/>
                    <a:pt x="1643" y="5113"/>
                    <a:pt x="1164" y="5775"/>
                  </a:cubicBezTo>
                  <a:cubicBezTo>
                    <a:pt x="0" y="7441"/>
                    <a:pt x="297" y="9975"/>
                    <a:pt x="1826" y="11322"/>
                  </a:cubicBezTo>
                  <a:cubicBezTo>
                    <a:pt x="2610" y="12023"/>
                    <a:pt x="3686" y="12359"/>
                    <a:pt x="4730" y="12359"/>
                  </a:cubicBezTo>
                  <a:cubicBezTo>
                    <a:pt x="5690" y="12359"/>
                    <a:pt x="6625" y="12074"/>
                    <a:pt x="7281" y="11527"/>
                  </a:cubicBezTo>
                  <a:cubicBezTo>
                    <a:pt x="9381" y="9792"/>
                    <a:pt x="11481" y="8080"/>
                    <a:pt x="13581" y="6346"/>
                  </a:cubicBezTo>
                  <a:cubicBezTo>
                    <a:pt x="13695" y="4771"/>
                    <a:pt x="13170" y="3150"/>
                    <a:pt x="12120" y="1986"/>
                  </a:cubicBezTo>
                  <a:cubicBezTo>
                    <a:pt x="11070" y="799"/>
                    <a:pt x="9518" y="69"/>
                    <a:pt x="79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" name="Google Shape;1141;p63"/>
            <p:cNvSpPr/>
            <p:nvPr/>
          </p:nvSpPr>
          <p:spPr>
            <a:xfrm flipH="1">
              <a:off x="2755214" y="1880708"/>
              <a:ext cx="247320" cy="167991"/>
            </a:xfrm>
            <a:custGeom>
              <a:rect b="b" l="l" r="r" t="t"/>
              <a:pathLst>
                <a:path extrusionOk="0" h="8388" w="12349">
                  <a:moveTo>
                    <a:pt x="11961" y="1"/>
                  </a:moveTo>
                  <a:cubicBezTo>
                    <a:pt x="8651" y="2649"/>
                    <a:pt x="5136" y="5365"/>
                    <a:pt x="4337" y="5821"/>
                  </a:cubicBezTo>
                  <a:cubicBezTo>
                    <a:pt x="3328" y="6395"/>
                    <a:pt x="2002" y="6929"/>
                    <a:pt x="923" y="6929"/>
                  </a:cubicBezTo>
                  <a:cubicBezTo>
                    <a:pt x="585" y="6929"/>
                    <a:pt x="272" y="6877"/>
                    <a:pt x="0" y="6757"/>
                  </a:cubicBezTo>
                  <a:lnTo>
                    <a:pt x="0" y="6757"/>
                  </a:lnTo>
                  <a:cubicBezTo>
                    <a:pt x="69" y="6871"/>
                    <a:pt x="160" y="6963"/>
                    <a:pt x="228" y="7054"/>
                  </a:cubicBezTo>
                  <a:lnTo>
                    <a:pt x="251" y="7077"/>
                  </a:lnTo>
                  <a:cubicBezTo>
                    <a:pt x="320" y="7168"/>
                    <a:pt x="411" y="7259"/>
                    <a:pt x="525" y="7351"/>
                  </a:cubicBezTo>
                  <a:cubicBezTo>
                    <a:pt x="1309" y="8052"/>
                    <a:pt x="2385" y="8388"/>
                    <a:pt x="3429" y="8388"/>
                  </a:cubicBezTo>
                  <a:cubicBezTo>
                    <a:pt x="4389" y="8388"/>
                    <a:pt x="5324" y="8103"/>
                    <a:pt x="5980" y="7556"/>
                  </a:cubicBezTo>
                  <a:cubicBezTo>
                    <a:pt x="8080" y="5821"/>
                    <a:pt x="10180" y="4109"/>
                    <a:pt x="12280" y="2375"/>
                  </a:cubicBezTo>
                  <a:cubicBezTo>
                    <a:pt x="12349" y="1576"/>
                    <a:pt x="12234" y="754"/>
                    <a:pt x="11961" y="1"/>
                  </a:cubicBezTo>
                  <a:close/>
                </a:path>
              </a:pathLst>
            </a:custGeom>
            <a:solidFill>
              <a:schemeClr val="dk1">
                <a:alpha val="297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2" name="Google Shape;1142;p63"/>
          <p:cNvGrpSpPr/>
          <p:nvPr/>
        </p:nvGrpSpPr>
        <p:grpSpPr>
          <a:xfrm flipH="1" rot="2519054">
            <a:off x="8167234" y="442363"/>
            <a:ext cx="406843" cy="401382"/>
            <a:chOff x="8167224" y="612742"/>
            <a:chExt cx="406859" cy="401398"/>
          </a:xfrm>
        </p:grpSpPr>
        <p:sp>
          <p:nvSpPr>
            <p:cNvPr id="1143" name="Google Shape;1143;p63"/>
            <p:cNvSpPr/>
            <p:nvPr/>
          </p:nvSpPr>
          <p:spPr>
            <a:xfrm flipH="1">
              <a:off x="8198311" y="612742"/>
              <a:ext cx="336021" cy="356970"/>
            </a:xfrm>
            <a:custGeom>
              <a:rect b="b" l="l" r="r" t="t"/>
              <a:pathLst>
                <a:path extrusionOk="0" h="17824" w="16778">
                  <a:moveTo>
                    <a:pt x="8757" y="0"/>
                  </a:moveTo>
                  <a:cubicBezTo>
                    <a:pt x="7465" y="0"/>
                    <a:pt x="6167" y="257"/>
                    <a:pt x="4954" y="710"/>
                  </a:cubicBezTo>
                  <a:cubicBezTo>
                    <a:pt x="3448" y="1281"/>
                    <a:pt x="1987" y="2171"/>
                    <a:pt x="1142" y="3541"/>
                  </a:cubicBezTo>
                  <a:cubicBezTo>
                    <a:pt x="663" y="4317"/>
                    <a:pt x="389" y="5207"/>
                    <a:pt x="229" y="6120"/>
                  </a:cubicBezTo>
                  <a:cubicBezTo>
                    <a:pt x="1" y="7489"/>
                    <a:pt x="1" y="8904"/>
                    <a:pt x="24" y="10297"/>
                  </a:cubicBezTo>
                  <a:cubicBezTo>
                    <a:pt x="47" y="12556"/>
                    <a:pt x="69" y="14839"/>
                    <a:pt x="115" y="17099"/>
                  </a:cubicBezTo>
                  <a:cubicBezTo>
                    <a:pt x="2742" y="17595"/>
                    <a:pt x="5402" y="17824"/>
                    <a:pt x="8063" y="17824"/>
                  </a:cubicBezTo>
                  <a:cubicBezTo>
                    <a:pt x="10789" y="17824"/>
                    <a:pt x="13515" y="17583"/>
                    <a:pt x="16207" y="17144"/>
                  </a:cubicBezTo>
                  <a:cubicBezTo>
                    <a:pt x="16298" y="17144"/>
                    <a:pt x="16390" y="17122"/>
                    <a:pt x="16458" y="17053"/>
                  </a:cubicBezTo>
                  <a:cubicBezTo>
                    <a:pt x="16526" y="16985"/>
                    <a:pt x="16526" y="16870"/>
                    <a:pt x="16526" y="16779"/>
                  </a:cubicBezTo>
                  <a:cubicBezTo>
                    <a:pt x="16709" y="13721"/>
                    <a:pt x="16778" y="10639"/>
                    <a:pt x="16481" y="7603"/>
                  </a:cubicBezTo>
                  <a:cubicBezTo>
                    <a:pt x="16367" y="6302"/>
                    <a:pt x="16161" y="5001"/>
                    <a:pt x="15568" y="3837"/>
                  </a:cubicBezTo>
                  <a:cubicBezTo>
                    <a:pt x="14655" y="2034"/>
                    <a:pt x="12874" y="756"/>
                    <a:pt x="10911" y="254"/>
                  </a:cubicBezTo>
                  <a:cubicBezTo>
                    <a:pt x="10206" y="81"/>
                    <a:pt x="9482" y="0"/>
                    <a:pt x="87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" name="Google Shape;1144;p63"/>
            <p:cNvSpPr/>
            <p:nvPr/>
          </p:nvSpPr>
          <p:spPr>
            <a:xfrm flipH="1">
              <a:off x="8284258" y="712889"/>
              <a:ext cx="165507" cy="165507"/>
            </a:xfrm>
            <a:custGeom>
              <a:rect b="b" l="l" r="r" t="t"/>
              <a:pathLst>
                <a:path extrusionOk="0" h="8264" w="8264">
                  <a:moveTo>
                    <a:pt x="2101" y="0"/>
                  </a:moveTo>
                  <a:lnTo>
                    <a:pt x="2101" y="2100"/>
                  </a:lnTo>
                  <a:lnTo>
                    <a:pt x="1" y="2100"/>
                  </a:lnTo>
                  <a:lnTo>
                    <a:pt x="1" y="6140"/>
                  </a:lnTo>
                  <a:lnTo>
                    <a:pt x="2101" y="6140"/>
                  </a:lnTo>
                  <a:lnTo>
                    <a:pt x="2101" y="8263"/>
                  </a:lnTo>
                  <a:lnTo>
                    <a:pt x="6141" y="8263"/>
                  </a:lnTo>
                  <a:lnTo>
                    <a:pt x="6141" y="6140"/>
                  </a:lnTo>
                  <a:lnTo>
                    <a:pt x="8263" y="6140"/>
                  </a:lnTo>
                  <a:lnTo>
                    <a:pt x="8263" y="2100"/>
                  </a:lnTo>
                  <a:lnTo>
                    <a:pt x="6141" y="2100"/>
                  </a:lnTo>
                  <a:lnTo>
                    <a:pt x="614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" name="Google Shape;1145;p63"/>
            <p:cNvSpPr/>
            <p:nvPr/>
          </p:nvSpPr>
          <p:spPr>
            <a:xfrm flipH="1">
              <a:off x="8167224" y="940057"/>
              <a:ext cx="406859" cy="74082"/>
            </a:xfrm>
            <a:custGeom>
              <a:rect b="b" l="l" r="r" t="t"/>
              <a:pathLst>
                <a:path extrusionOk="0" h="3699" w="20315">
                  <a:moveTo>
                    <a:pt x="17325" y="0"/>
                  </a:moveTo>
                  <a:cubicBezTo>
                    <a:pt x="12554" y="69"/>
                    <a:pt x="7806" y="160"/>
                    <a:pt x="3059" y="229"/>
                  </a:cubicBezTo>
                  <a:cubicBezTo>
                    <a:pt x="2237" y="229"/>
                    <a:pt x="1461" y="411"/>
                    <a:pt x="845" y="868"/>
                  </a:cubicBezTo>
                  <a:cubicBezTo>
                    <a:pt x="548" y="1073"/>
                    <a:pt x="297" y="1370"/>
                    <a:pt x="183" y="1712"/>
                  </a:cubicBezTo>
                  <a:cubicBezTo>
                    <a:pt x="0" y="2374"/>
                    <a:pt x="479" y="3082"/>
                    <a:pt x="1073" y="3379"/>
                  </a:cubicBezTo>
                  <a:cubicBezTo>
                    <a:pt x="1689" y="3675"/>
                    <a:pt x="2420" y="3698"/>
                    <a:pt x="3104" y="3698"/>
                  </a:cubicBezTo>
                  <a:lnTo>
                    <a:pt x="14905" y="3675"/>
                  </a:lnTo>
                  <a:cubicBezTo>
                    <a:pt x="15955" y="3675"/>
                    <a:pt x="17005" y="3675"/>
                    <a:pt x="18078" y="3630"/>
                  </a:cubicBezTo>
                  <a:cubicBezTo>
                    <a:pt x="18420" y="3630"/>
                    <a:pt x="18763" y="3607"/>
                    <a:pt x="19082" y="3493"/>
                  </a:cubicBezTo>
                  <a:cubicBezTo>
                    <a:pt x="19676" y="3287"/>
                    <a:pt x="20109" y="2740"/>
                    <a:pt x="20201" y="2123"/>
                  </a:cubicBezTo>
                  <a:cubicBezTo>
                    <a:pt x="20315" y="1507"/>
                    <a:pt x="20041" y="868"/>
                    <a:pt x="19561" y="480"/>
                  </a:cubicBezTo>
                  <a:cubicBezTo>
                    <a:pt x="18945" y="0"/>
                    <a:pt x="18101" y="0"/>
                    <a:pt x="173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6" name="Google Shape;1146;p63"/>
          <p:cNvGrpSpPr/>
          <p:nvPr/>
        </p:nvGrpSpPr>
        <p:grpSpPr>
          <a:xfrm flipH="1" rot="10145385">
            <a:off x="7640890" y="4188905"/>
            <a:ext cx="1140331" cy="595198"/>
            <a:chOff x="1362021" y="1108808"/>
            <a:chExt cx="986885" cy="515106"/>
          </a:xfrm>
        </p:grpSpPr>
        <p:sp>
          <p:nvSpPr>
            <p:cNvPr id="1147" name="Google Shape;1147;p63"/>
            <p:cNvSpPr/>
            <p:nvPr/>
          </p:nvSpPr>
          <p:spPr>
            <a:xfrm flipH="1">
              <a:off x="1362021" y="1108808"/>
              <a:ext cx="147683" cy="70196"/>
            </a:xfrm>
            <a:custGeom>
              <a:rect b="b" l="l" r="r" t="t"/>
              <a:pathLst>
                <a:path extrusionOk="0" h="3505" w="7374">
                  <a:moveTo>
                    <a:pt x="7141" y="0"/>
                  </a:moveTo>
                  <a:cubicBezTo>
                    <a:pt x="7112" y="0"/>
                    <a:pt x="7083" y="6"/>
                    <a:pt x="7054" y="18"/>
                  </a:cubicBezTo>
                  <a:cubicBezTo>
                    <a:pt x="4748" y="999"/>
                    <a:pt x="2420" y="2026"/>
                    <a:pt x="137" y="3099"/>
                  </a:cubicBezTo>
                  <a:cubicBezTo>
                    <a:pt x="46" y="3145"/>
                    <a:pt x="1" y="3282"/>
                    <a:pt x="46" y="3373"/>
                  </a:cubicBezTo>
                  <a:cubicBezTo>
                    <a:pt x="69" y="3442"/>
                    <a:pt x="115" y="3464"/>
                    <a:pt x="160" y="3487"/>
                  </a:cubicBezTo>
                  <a:cubicBezTo>
                    <a:pt x="183" y="3499"/>
                    <a:pt x="212" y="3504"/>
                    <a:pt x="240" y="3504"/>
                  </a:cubicBezTo>
                  <a:cubicBezTo>
                    <a:pt x="269" y="3504"/>
                    <a:pt x="297" y="3499"/>
                    <a:pt x="320" y="3487"/>
                  </a:cubicBezTo>
                  <a:cubicBezTo>
                    <a:pt x="2603" y="2414"/>
                    <a:pt x="4908" y="1387"/>
                    <a:pt x="7236" y="406"/>
                  </a:cubicBezTo>
                  <a:cubicBezTo>
                    <a:pt x="7327" y="360"/>
                    <a:pt x="7373" y="223"/>
                    <a:pt x="7327" y="132"/>
                  </a:cubicBezTo>
                  <a:cubicBezTo>
                    <a:pt x="7294" y="47"/>
                    <a:pt x="7222" y="0"/>
                    <a:pt x="71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" name="Google Shape;1148;p63"/>
            <p:cNvSpPr/>
            <p:nvPr/>
          </p:nvSpPr>
          <p:spPr>
            <a:xfrm flipH="1">
              <a:off x="1486309" y="1129214"/>
              <a:ext cx="604350" cy="382245"/>
            </a:xfrm>
            <a:custGeom>
              <a:rect b="b" l="l" r="r" t="t"/>
              <a:pathLst>
                <a:path extrusionOk="0" h="19086" w="30176">
                  <a:moveTo>
                    <a:pt x="25094" y="1"/>
                  </a:moveTo>
                  <a:cubicBezTo>
                    <a:pt x="25068" y="1"/>
                    <a:pt x="25043" y="1"/>
                    <a:pt x="25017" y="3"/>
                  </a:cubicBezTo>
                  <a:cubicBezTo>
                    <a:pt x="24698" y="26"/>
                    <a:pt x="24401" y="140"/>
                    <a:pt x="24127" y="254"/>
                  </a:cubicBezTo>
                  <a:cubicBezTo>
                    <a:pt x="16092" y="3655"/>
                    <a:pt x="8058" y="7056"/>
                    <a:pt x="1" y="10457"/>
                  </a:cubicBezTo>
                  <a:cubicBezTo>
                    <a:pt x="754" y="13333"/>
                    <a:pt x="1941" y="16278"/>
                    <a:pt x="3402" y="19085"/>
                  </a:cubicBezTo>
                  <a:cubicBezTo>
                    <a:pt x="11619" y="15136"/>
                    <a:pt x="19950" y="11461"/>
                    <a:pt x="28395" y="8015"/>
                  </a:cubicBezTo>
                  <a:cubicBezTo>
                    <a:pt x="28578" y="7946"/>
                    <a:pt x="28783" y="7855"/>
                    <a:pt x="28920" y="7718"/>
                  </a:cubicBezTo>
                  <a:cubicBezTo>
                    <a:pt x="29057" y="7535"/>
                    <a:pt x="29103" y="7330"/>
                    <a:pt x="29148" y="7125"/>
                  </a:cubicBezTo>
                  <a:cubicBezTo>
                    <a:pt x="29582" y="5367"/>
                    <a:pt x="29902" y="3587"/>
                    <a:pt x="30176" y="1806"/>
                  </a:cubicBezTo>
                  <a:cubicBezTo>
                    <a:pt x="28783" y="1281"/>
                    <a:pt x="27414" y="756"/>
                    <a:pt x="26044" y="231"/>
                  </a:cubicBezTo>
                  <a:cubicBezTo>
                    <a:pt x="25727" y="126"/>
                    <a:pt x="25411" y="1"/>
                    <a:pt x="250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" name="Google Shape;1149;p63"/>
            <p:cNvSpPr/>
            <p:nvPr/>
          </p:nvSpPr>
          <p:spPr>
            <a:xfrm flipH="1">
              <a:off x="2048095" y="1364212"/>
              <a:ext cx="277501" cy="230416"/>
            </a:xfrm>
            <a:custGeom>
              <a:rect b="b" l="l" r="r" t="t"/>
              <a:pathLst>
                <a:path extrusionOk="0" h="11505" w="13856">
                  <a:moveTo>
                    <a:pt x="11253" y="0"/>
                  </a:moveTo>
                  <a:cubicBezTo>
                    <a:pt x="7510" y="1667"/>
                    <a:pt x="3744" y="3310"/>
                    <a:pt x="0" y="4976"/>
                  </a:cubicBezTo>
                  <a:cubicBezTo>
                    <a:pt x="639" y="7282"/>
                    <a:pt x="1621" y="9473"/>
                    <a:pt x="2853" y="11504"/>
                  </a:cubicBezTo>
                  <a:cubicBezTo>
                    <a:pt x="6528" y="9838"/>
                    <a:pt x="10203" y="8149"/>
                    <a:pt x="13855" y="6483"/>
                  </a:cubicBezTo>
                  <a:cubicBezTo>
                    <a:pt x="13467" y="4086"/>
                    <a:pt x="12554" y="1781"/>
                    <a:pt x="1125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" name="Google Shape;1150;p63"/>
            <p:cNvSpPr/>
            <p:nvPr/>
          </p:nvSpPr>
          <p:spPr>
            <a:xfrm flipH="1">
              <a:off x="1585522" y="1247464"/>
              <a:ext cx="350641" cy="192084"/>
            </a:xfrm>
            <a:custGeom>
              <a:rect b="b" l="l" r="r" t="t"/>
              <a:pathLst>
                <a:path extrusionOk="0" h="9591" w="17508">
                  <a:moveTo>
                    <a:pt x="16201" y="1"/>
                  </a:moveTo>
                  <a:cubicBezTo>
                    <a:pt x="16187" y="1"/>
                    <a:pt x="16173" y="4"/>
                    <a:pt x="16161" y="10"/>
                  </a:cubicBezTo>
                  <a:cubicBezTo>
                    <a:pt x="16115" y="33"/>
                    <a:pt x="16070" y="101"/>
                    <a:pt x="16115" y="147"/>
                  </a:cubicBezTo>
                  <a:lnTo>
                    <a:pt x="17302" y="2795"/>
                  </a:lnTo>
                  <a:cubicBezTo>
                    <a:pt x="17302" y="2817"/>
                    <a:pt x="17325" y="2840"/>
                    <a:pt x="17348" y="2840"/>
                  </a:cubicBezTo>
                  <a:cubicBezTo>
                    <a:pt x="17359" y="2852"/>
                    <a:pt x="17376" y="2857"/>
                    <a:pt x="17393" y="2857"/>
                  </a:cubicBezTo>
                  <a:cubicBezTo>
                    <a:pt x="17410" y="2857"/>
                    <a:pt x="17428" y="2852"/>
                    <a:pt x="17439" y="2840"/>
                  </a:cubicBezTo>
                  <a:cubicBezTo>
                    <a:pt x="17485" y="2817"/>
                    <a:pt x="17508" y="2772"/>
                    <a:pt x="17485" y="2703"/>
                  </a:cubicBezTo>
                  <a:lnTo>
                    <a:pt x="16298" y="56"/>
                  </a:lnTo>
                  <a:cubicBezTo>
                    <a:pt x="16281" y="22"/>
                    <a:pt x="16240" y="1"/>
                    <a:pt x="16201" y="1"/>
                  </a:cubicBezTo>
                  <a:close/>
                  <a:moveTo>
                    <a:pt x="11858" y="1503"/>
                  </a:moveTo>
                  <a:cubicBezTo>
                    <a:pt x="11838" y="1503"/>
                    <a:pt x="11818" y="1508"/>
                    <a:pt x="11801" y="1516"/>
                  </a:cubicBezTo>
                  <a:cubicBezTo>
                    <a:pt x="11756" y="1539"/>
                    <a:pt x="11733" y="1608"/>
                    <a:pt x="11778" y="1653"/>
                  </a:cubicBezTo>
                  <a:cubicBezTo>
                    <a:pt x="12281" y="2498"/>
                    <a:pt x="12691" y="3365"/>
                    <a:pt x="13011" y="4301"/>
                  </a:cubicBezTo>
                  <a:cubicBezTo>
                    <a:pt x="13011" y="4324"/>
                    <a:pt x="13034" y="4347"/>
                    <a:pt x="13057" y="4369"/>
                  </a:cubicBezTo>
                  <a:lnTo>
                    <a:pt x="13148" y="4369"/>
                  </a:lnTo>
                  <a:cubicBezTo>
                    <a:pt x="13194" y="4347"/>
                    <a:pt x="13216" y="4278"/>
                    <a:pt x="13194" y="4233"/>
                  </a:cubicBezTo>
                  <a:cubicBezTo>
                    <a:pt x="12897" y="3297"/>
                    <a:pt x="12463" y="2384"/>
                    <a:pt x="11961" y="1562"/>
                  </a:cubicBezTo>
                  <a:cubicBezTo>
                    <a:pt x="11932" y="1519"/>
                    <a:pt x="11894" y="1503"/>
                    <a:pt x="11858" y="1503"/>
                  </a:cubicBezTo>
                  <a:close/>
                  <a:moveTo>
                    <a:pt x="8052" y="3265"/>
                  </a:moveTo>
                  <a:cubicBezTo>
                    <a:pt x="8038" y="3265"/>
                    <a:pt x="8024" y="3268"/>
                    <a:pt x="8012" y="3274"/>
                  </a:cubicBezTo>
                  <a:cubicBezTo>
                    <a:pt x="7944" y="3297"/>
                    <a:pt x="7921" y="3365"/>
                    <a:pt x="7944" y="3411"/>
                  </a:cubicBezTo>
                  <a:lnTo>
                    <a:pt x="9199" y="5967"/>
                  </a:lnTo>
                  <a:cubicBezTo>
                    <a:pt x="9199" y="5990"/>
                    <a:pt x="9222" y="6013"/>
                    <a:pt x="9245" y="6036"/>
                  </a:cubicBezTo>
                  <a:cubicBezTo>
                    <a:pt x="9268" y="6036"/>
                    <a:pt x="9313" y="6036"/>
                    <a:pt x="9336" y="6013"/>
                  </a:cubicBezTo>
                  <a:cubicBezTo>
                    <a:pt x="9382" y="5990"/>
                    <a:pt x="9405" y="5944"/>
                    <a:pt x="9382" y="5876"/>
                  </a:cubicBezTo>
                  <a:lnTo>
                    <a:pt x="8149" y="3320"/>
                  </a:lnTo>
                  <a:cubicBezTo>
                    <a:pt x="8132" y="3286"/>
                    <a:pt x="8091" y="3265"/>
                    <a:pt x="8052" y="3265"/>
                  </a:cubicBezTo>
                  <a:close/>
                  <a:moveTo>
                    <a:pt x="4068" y="4888"/>
                  </a:moveTo>
                  <a:cubicBezTo>
                    <a:pt x="4058" y="4888"/>
                    <a:pt x="4049" y="4890"/>
                    <a:pt x="4041" y="4894"/>
                  </a:cubicBezTo>
                  <a:cubicBezTo>
                    <a:pt x="3972" y="4917"/>
                    <a:pt x="3949" y="4986"/>
                    <a:pt x="3972" y="5031"/>
                  </a:cubicBezTo>
                  <a:lnTo>
                    <a:pt x="4976" y="7885"/>
                  </a:lnTo>
                  <a:cubicBezTo>
                    <a:pt x="4999" y="7907"/>
                    <a:pt x="5022" y="7930"/>
                    <a:pt x="5045" y="7953"/>
                  </a:cubicBezTo>
                  <a:lnTo>
                    <a:pt x="5113" y="7953"/>
                  </a:lnTo>
                  <a:cubicBezTo>
                    <a:pt x="5182" y="7930"/>
                    <a:pt x="5205" y="7862"/>
                    <a:pt x="5182" y="7816"/>
                  </a:cubicBezTo>
                  <a:lnTo>
                    <a:pt x="4178" y="4963"/>
                  </a:lnTo>
                  <a:cubicBezTo>
                    <a:pt x="4159" y="4926"/>
                    <a:pt x="4110" y="4888"/>
                    <a:pt x="4068" y="4888"/>
                  </a:cubicBezTo>
                  <a:close/>
                  <a:moveTo>
                    <a:pt x="119" y="6392"/>
                  </a:moveTo>
                  <a:cubicBezTo>
                    <a:pt x="104" y="6392"/>
                    <a:pt x="87" y="6395"/>
                    <a:pt x="69" y="6401"/>
                  </a:cubicBezTo>
                  <a:cubicBezTo>
                    <a:pt x="23" y="6424"/>
                    <a:pt x="0" y="6469"/>
                    <a:pt x="23" y="6538"/>
                  </a:cubicBezTo>
                  <a:cubicBezTo>
                    <a:pt x="434" y="7565"/>
                    <a:pt x="936" y="8569"/>
                    <a:pt x="1507" y="9528"/>
                  </a:cubicBezTo>
                  <a:cubicBezTo>
                    <a:pt x="1507" y="9551"/>
                    <a:pt x="1530" y="9574"/>
                    <a:pt x="1553" y="9574"/>
                  </a:cubicBezTo>
                  <a:cubicBezTo>
                    <a:pt x="1564" y="9585"/>
                    <a:pt x="1581" y="9591"/>
                    <a:pt x="1598" y="9591"/>
                  </a:cubicBezTo>
                  <a:cubicBezTo>
                    <a:pt x="1615" y="9591"/>
                    <a:pt x="1632" y="9585"/>
                    <a:pt x="1644" y="9574"/>
                  </a:cubicBezTo>
                  <a:cubicBezTo>
                    <a:pt x="1690" y="9551"/>
                    <a:pt x="1712" y="9482"/>
                    <a:pt x="1690" y="9437"/>
                  </a:cubicBezTo>
                  <a:cubicBezTo>
                    <a:pt x="1119" y="8478"/>
                    <a:pt x="640" y="7474"/>
                    <a:pt x="206" y="6447"/>
                  </a:cubicBezTo>
                  <a:cubicBezTo>
                    <a:pt x="189" y="6413"/>
                    <a:pt x="160" y="6392"/>
                    <a:pt x="119" y="639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" name="Google Shape;1151;p63"/>
            <p:cNvSpPr/>
            <p:nvPr/>
          </p:nvSpPr>
          <p:spPr>
            <a:xfrm flipH="1">
              <a:off x="2048099" y="1437806"/>
              <a:ext cx="245497" cy="156815"/>
            </a:xfrm>
            <a:custGeom>
              <a:rect b="b" l="l" r="r" t="t"/>
              <a:pathLst>
                <a:path extrusionOk="0" h="7830" w="12258">
                  <a:moveTo>
                    <a:pt x="11550" y="0"/>
                  </a:moveTo>
                  <a:cubicBezTo>
                    <a:pt x="7647" y="1712"/>
                    <a:pt x="3789" y="3561"/>
                    <a:pt x="0" y="5524"/>
                  </a:cubicBezTo>
                  <a:cubicBezTo>
                    <a:pt x="388" y="6300"/>
                    <a:pt x="799" y="7076"/>
                    <a:pt x="1255" y="7829"/>
                  </a:cubicBezTo>
                  <a:cubicBezTo>
                    <a:pt x="4930" y="6163"/>
                    <a:pt x="8605" y="4474"/>
                    <a:pt x="12257" y="2808"/>
                  </a:cubicBezTo>
                  <a:cubicBezTo>
                    <a:pt x="12098" y="1849"/>
                    <a:pt x="11846" y="890"/>
                    <a:pt x="115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" name="Google Shape;1152;p63"/>
            <p:cNvSpPr/>
            <p:nvPr/>
          </p:nvSpPr>
          <p:spPr>
            <a:xfrm flipH="1">
              <a:off x="2011522" y="1314049"/>
              <a:ext cx="337383" cy="309865"/>
            </a:xfrm>
            <a:custGeom>
              <a:rect b="b" l="l" r="r" t="t"/>
              <a:pathLst>
                <a:path extrusionOk="0" h="15472" w="16846">
                  <a:moveTo>
                    <a:pt x="12200" y="1"/>
                  </a:moveTo>
                  <a:cubicBezTo>
                    <a:pt x="12159" y="1"/>
                    <a:pt x="12117" y="6"/>
                    <a:pt x="12075" y="17"/>
                  </a:cubicBezTo>
                  <a:cubicBezTo>
                    <a:pt x="11801" y="109"/>
                    <a:pt x="11641" y="428"/>
                    <a:pt x="11664" y="725"/>
                  </a:cubicBezTo>
                  <a:cubicBezTo>
                    <a:pt x="11687" y="999"/>
                    <a:pt x="11732" y="1296"/>
                    <a:pt x="11801" y="1478"/>
                  </a:cubicBezTo>
                  <a:cubicBezTo>
                    <a:pt x="12988" y="4423"/>
                    <a:pt x="14175" y="7390"/>
                    <a:pt x="15339" y="10334"/>
                  </a:cubicBezTo>
                  <a:cubicBezTo>
                    <a:pt x="15453" y="10608"/>
                    <a:pt x="15590" y="10928"/>
                    <a:pt x="15841" y="11110"/>
                  </a:cubicBezTo>
                  <a:cubicBezTo>
                    <a:pt x="15952" y="11199"/>
                    <a:pt x="16106" y="11250"/>
                    <a:pt x="16257" y="11250"/>
                  </a:cubicBezTo>
                  <a:cubicBezTo>
                    <a:pt x="16415" y="11250"/>
                    <a:pt x="16569" y="11194"/>
                    <a:pt x="16663" y="11065"/>
                  </a:cubicBezTo>
                  <a:cubicBezTo>
                    <a:pt x="16845" y="10859"/>
                    <a:pt x="16754" y="10540"/>
                    <a:pt x="16663" y="10266"/>
                  </a:cubicBezTo>
                  <a:cubicBezTo>
                    <a:pt x="15613" y="7070"/>
                    <a:pt x="14403" y="3920"/>
                    <a:pt x="13056" y="816"/>
                  </a:cubicBezTo>
                  <a:cubicBezTo>
                    <a:pt x="12892" y="446"/>
                    <a:pt x="12578" y="1"/>
                    <a:pt x="12200" y="1"/>
                  </a:cubicBezTo>
                  <a:close/>
                  <a:moveTo>
                    <a:pt x="636" y="5970"/>
                  </a:moveTo>
                  <a:cubicBezTo>
                    <a:pt x="615" y="5970"/>
                    <a:pt x="593" y="5971"/>
                    <a:pt x="571" y="5975"/>
                  </a:cubicBezTo>
                  <a:cubicBezTo>
                    <a:pt x="251" y="6020"/>
                    <a:pt x="46" y="6340"/>
                    <a:pt x="23" y="6637"/>
                  </a:cubicBezTo>
                  <a:cubicBezTo>
                    <a:pt x="0" y="6956"/>
                    <a:pt x="137" y="7253"/>
                    <a:pt x="251" y="7550"/>
                  </a:cubicBezTo>
                  <a:cubicBezTo>
                    <a:pt x="662" y="8486"/>
                    <a:pt x="1050" y="9421"/>
                    <a:pt x="1461" y="10380"/>
                  </a:cubicBezTo>
                  <a:cubicBezTo>
                    <a:pt x="1803" y="11179"/>
                    <a:pt x="2146" y="12001"/>
                    <a:pt x="2488" y="12799"/>
                  </a:cubicBezTo>
                  <a:cubicBezTo>
                    <a:pt x="2808" y="13598"/>
                    <a:pt x="3150" y="14397"/>
                    <a:pt x="3675" y="15082"/>
                  </a:cubicBezTo>
                  <a:cubicBezTo>
                    <a:pt x="3812" y="15265"/>
                    <a:pt x="3995" y="15447"/>
                    <a:pt x="4223" y="15470"/>
                  </a:cubicBezTo>
                  <a:cubicBezTo>
                    <a:pt x="4235" y="15471"/>
                    <a:pt x="4246" y="15471"/>
                    <a:pt x="4258" y="15471"/>
                  </a:cubicBezTo>
                  <a:cubicBezTo>
                    <a:pt x="4562" y="15471"/>
                    <a:pt x="4817" y="15185"/>
                    <a:pt x="4839" y="14877"/>
                  </a:cubicBezTo>
                  <a:cubicBezTo>
                    <a:pt x="4885" y="14557"/>
                    <a:pt x="4748" y="14237"/>
                    <a:pt x="4634" y="13941"/>
                  </a:cubicBezTo>
                  <a:cubicBezTo>
                    <a:pt x="3675" y="11727"/>
                    <a:pt x="2716" y="9490"/>
                    <a:pt x="1735" y="7276"/>
                  </a:cubicBezTo>
                  <a:cubicBezTo>
                    <a:pt x="1621" y="7025"/>
                    <a:pt x="1461" y="6751"/>
                    <a:pt x="1301" y="6477"/>
                  </a:cubicBezTo>
                  <a:cubicBezTo>
                    <a:pt x="1153" y="6223"/>
                    <a:pt x="908" y="5970"/>
                    <a:pt x="636" y="597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53" name="Google Shape;1153;p63"/>
          <p:cNvSpPr/>
          <p:nvPr/>
        </p:nvSpPr>
        <p:spPr>
          <a:xfrm>
            <a:off x="6954025" y="9283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4" name="Google Shape;1154;p63"/>
          <p:cNvSpPr/>
          <p:nvPr/>
        </p:nvSpPr>
        <p:spPr>
          <a:xfrm>
            <a:off x="2886462" y="413013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5" name="Google Shape;1155;p63"/>
          <p:cNvSpPr/>
          <p:nvPr/>
        </p:nvSpPr>
        <p:spPr>
          <a:xfrm>
            <a:off x="822164" y="1505053"/>
            <a:ext cx="93044" cy="97659"/>
          </a:xfrm>
          <a:custGeom>
            <a:rect b="b" l="l" r="r" t="t"/>
            <a:pathLst>
              <a:path extrusionOk="0" h="3619" w="3448">
                <a:moveTo>
                  <a:pt x="1607" y="0"/>
                </a:moveTo>
                <a:cubicBezTo>
                  <a:pt x="977" y="0"/>
                  <a:pt x="331" y="380"/>
                  <a:pt x="115" y="985"/>
                </a:cubicBezTo>
                <a:cubicBezTo>
                  <a:pt x="1" y="1282"/>
                  <a:pt x="1" y="1602"/>
                  <a:pt x="24" y="1921"/>
                </a:cubicBezTo>
                <a:cubicBezTo>
                  <a:pt x="69" y="2195"/>
                  <a:pt x="115" y="2469"/>
                  <a:pt x="252" y="2720"/>
                </a:cubicBezTo>
                <a:cubicBezTo>
                  <a:pt x="525" y="3266"/>
                  <a:pt x="1145" y="3618"/>
                  <a:pt x="1758" y="3618"/>
                </a:cubicBezTo>
                <a:cubicBezTo>
                  <a:pt x="1811" y="3618"/>
                  <a:pt x="1865" y="3616"/>
                  <a:pt x="1918" y="3610"/>
                </a:cubicBezTo>
                <a:cubicBezTo>
                  <a:pt x="2580" y="3519"/>
                  <a:pt x="3151" y="2994"/>
                  <a:pt x="3310" y="2332"/>
                </a:cubicBezTo>
                <a:cubicBezTo>
                  <a:pt x="3425" y="1898"/>
                  <a:pt x="3447" y="1305"/>
                  <a:pt x="3128" y="826"/>
                </a:cubicBezTo>
                <a:cubicBezTo>
                  <a:pt x="2831" y="346"/>
                  <a:pt x="2283" y="27"/>
                  <a:pt x="1713" y="4"/>
                </a:cubicBezTo>
                <a:cubicBezTo>
                  <a:pt x="1677" y="1"/>
                  <a:pt x="1642" y="0"/>
                  <a:pt x="160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6" name="Google Shape;1156;p63"/>
          <p:cNvSpPr/>
          <p:nvPr/>
        </p:nvSpPr>
        <p:spPr>
          <a:xfrm>
            <a:off x="522198" y="1513850"/>
            <a:ext cx="278431" cy="272818"/>
          </a:xfrm>
          <a:custGeom>
            <a:rect b="b" l="l" r="r" t="t"/>
            <a:pathLst>
              <a:path extrusionOk="0" h="10110" w="10318">
                <a:moveTo>
                  <a:pt x="5025" y="1"/>
                </a:moveTo>
                <a:cubicBezTo>
                  <a:pt x="4724" y="1"/>
                  <a:pt x="4425" y="35"/>
                  <a:pt x="4132" y="111"/>
                </a:cubicBezTo>
                <a:cubicBezTo>
                  <a:pt x="3562" y="271"/>
                  <a:pt x="3014" y="568"/>
                  <a:pt x="2534" y="956"/>
                </a:cubicBezTo>
                <a:cubicBezTo>
                  <a:pt x="914" y="2234"/>
                  <a:pt x="1" y="4425"/>
                  <a:pt x="434" y="6434"/>
                </a:cubicBezTo>
                <a:cubicBezTo>
                  <a:pt x="865" y="8452"/>
                  <a:pt x="2737" y="10109"/>
                  <a:pt x="4775" y="10109"/>
                </a:cubicBezTo>
                <a:cubicBezTo>
                  <a:pt x="4789" y="10109"/>
                  <a:pt x="4803" y="10109"/>
                  <a:pt x="4817" y="10109"/>
                </a:cubicBezTo>
                <a:cubicBezTo>
                  <a:pt x="5958" y="10109"/>
                  <a:pt x="7054" y="9630"/>
                  <a:pt x="7921" y="8899"/>
                </a:cubicBezTo>
                <a:cubicBezTo>
                  <a:pt x="8789" y="8169"/>
                  <a:pt x="9428" y="7187"/>
                  <a:pt x="9884" y="6160"/>
                </a:cubicBezTo>
                <a:cubicBezTo>
                  <a:pt x="10318" y="5156"/>
                  <a:pt x="10181" y="3490"/>
                  <a:pt x="9428" y="2234"/>
                </a:cubicBezTo>
                <a:cubicBezTo>
                  <a:pt x="8903" y="1367"/>
                  <a:pt x="7990" y="796"/>
                  <a:pt x="7054" y="431"/>
                </a:cubicBezTo>
                <a:cubicBezTo>
                  <a:pt x="6404" y="177"/>
                  <a:pt x="5709" y="1"/>
                  <a:pt x="502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57" name="Google Shape;1157;p63"/>
          <p:cNvGrpSpPr/>
          <p:nvPr/>
        </p:nvGrpSpPr>
        <p:grpSpPr>
          <a:xfrm>
            <a:off x="68864" y="3096390"/>
            <a:ext cx="1299652" cy="2651951"/>
            <a:chOff x="8154826" y="3096390"/>
            <a:chExt cx="1299652" cy="2651951"/>
          </a:xfrm>
        </p:grpSpPr>
        <p:sp>
          <p:nvSpPr>
            <p:cNvPr id="1158" name="Google Shape;1158;p63"/>
            <p:cNvSpPr/>
            <p:nvPr/>
          </p:nvSpPr>
          <p:spPr>
            <a:xfrm>
              <a:off x="8761530" y="3096390"/>
              <a:ext cx="692948" cy="785102"/>
            </a:xfrm>
            <a:custGeom>
              <a:rect b="b" l="l" r="r" t="t"/>
              <a:pathLst>
                <a:path extrusionOk="0" h="29094" w="25679">
                  <a:moveTo>
                    <a:pt x="15362" y="0"/>
                  </a:moveTo>
                  <a:cubicBezTo>
                    <a:pt x="14997" y="0"/>
                    <a:pt x="14631" y="16"/>
                    <a:pt x="14266" y="43"/>
                  </a:cubicBezTo>
                  <a:cubicBezTo>
                    <a:pt x="13581" y="112"/>
                    <a:pt x="12897" y="203"/>
                    <a:pt x="12280" y="500"/>
                  </a:cubicBezTo>
                  <a:cubicBezTo>
                    <a:pt x="11504" y="888"/>
                    <a:pt x="10911" y="1550"/>
                    <a:pt x="10409" y="2234"/>
                  </a:cubicBezTo>
                  <a:cubicBezTo>
                    <a:pt x="8080" y="5498"/>
                    <a:pt x="7533" y="9653"/>
                    <a:pt x="6254" y="13464"/>
                  </a:cubicBezTo>
                  <a:cubicBezTo>
                    <a:pt x="6232" y="13533"/>
                    <a:pt x="6186" y="13624"/>
                    <a:pt x="6140" y="13693"/>
                  </a:cubicBezTo>
                  <a:cubicBezTo>
                    <a:pt x="6088" y="13737"/>
                    <a:pt x="6021" y="13758"/>
                    <a:pt x="5951" y="13758"/>
                  </a:cubicBezTo>
                  <a:cubicBezTo>
                    <a:pt x="5806" y="13758"/>
                    <a:pt x="5647" y="13671"/>
                    <a:pt x="5570" y="13533"/>
                  </a:cubicBezTo>
                  <a:cubicBezTo>
                    <a:pt x="5456" y="13350"/>
                    <a:pt x="5478" y="13099"/>
                    <a:pt x="5501" y="12871"/>
                  </a:cubicBezTo>
                  <a:cubicBezTo>
                    <a:pt x="5752" y="10383"/>
                    <a:pt x="6277" y="7941"/>
                    <a:pt x="7053" y="5544"/>
                  </a:cubicBezTo>
                  <a:cubicBezTo>
                    <a:pt x="7259" y="4928"/>
                    <a:pt x="7464" y="4289"/>
                    <a:pt x="7487" y="3627"/>
                  </a:cubicBezTo>
                  <a:cubicBezTo>
                    <a:pt x="7510" y="2965"/>
                    <a:pt x="7282" y="2257"/>
                    <a:pt x="6734" y="1869"/>
                  </a:cubicBezTo>
                  <a:cubicBezTo>
                    <a:pt x="6438" y="1663"/>
                    <a:pt x="6097" y="1577"/>
                    <a:pt x="5742" y="1577"/>
                  </a:cubicBezTo>
                  <a:cubicBezTo>
                    <a:pt x="5195" y="1577"/>
                    <a:pt x="4617" y="1784"/>
                    <a:pt x="4132" y="2075"/>
                  </a:cubicBezTo>
                  <a:cubicBezTo>
                    <a:pt x="3196" y="2622"/>
                    <a:pt x="2443" y="3467"/>
                    <a:pt x="1872" y="4403"/>
                  </a:cubicBezTo>
                  <a:cubicBezTo>
                    <a:pt x="0" y="7461"/>
                    <a:pt x="137" y="11296"/>
                    <a:pt x="662" y="14834"/>
                  </a:cubicBezTo>
                  <a:cubicBezTo>
                    <a:pt x="1233" y="18509"/>
                    <a:pt x="2169" y="22138"/>
                    <a:pt x="3470" y="25608"/>
                  </a:cubicBezTo>
                  <a:cubicBezTo>
                    <a:pt x="3903" y="26772"/>
                    <a:pt x="4588" y="28164"/>
                    <a:pt x="5958" y="28735"/>
                  </a:cubicBezTo>
                  <a:cubicBezTo>
                    <a:pt x="6548" y="28997"/>
                    <a:pt x="7176" y="29093"/>
                    <a:pt x="7811" y="29093"/>
                  </a:cubicBezTo>
                  <a:cubicBezTo>
                    <a:pt x="8281" y="29093"/>
                    <a:pt x="8756" y="29041"/>
                    <a:pt x="9222" y="28963"/>
                  </a:cubicBezTo>
                  <a:cubicBezTo>
                    <a:pt x="13673" y="28255"/>
                    <a:pt x="17485" y="25379"/>
                    <a:pt x="20657" y="22161"/>
                  </a:cubicBezTo>
                  <a:cubicBezTo>
                    <a:pt x="22050" y="20746"/>
                    <a:pt x="23351" y="19216"/>
                    <a:pt x="24264" y="17459"/>
                  </a:cubicBezTo>
                  <a:cubicBezTo>
                    <a:pt x="25177" y="15701"/>
                    <a:pt x="25679" y="13670"/>
                    <a:pt x="25382" y="11730"/>
                  </a:cubicBezTo>
                  <a:cubicBezTo>
                    <a:pt x="25291" y="11182"/>
                    <a:pt x="25108" y="10611"/>
                    <a:pt x="24652" y="10337"/>
                  </a:cubicBezTo>
                  <a:cubicBezTo>
                    <a:pt x="24472" y="10236"/>
                    <a:pt x="24273" y="10190"/>
                    <a:pt x="24071" y="10190"/>
                  </a:cubicBezTo>
                  <a:cubicBezTo>
                    <a:pt x="23686" y="10190"/>
                    <a:pt x="23293" y="10356"/>
                    <a:pt x="23008" y="10611"/>
                  </a:cubicBezTo>
                  <a:cubicBezTo>
                    <a:pt x="22552" y="10999"/>
                    <a:pt x="22278" y="11524"/>
                    <a:pt x="22004" y="12049"/>
                  </a:cubicBezTo>
                  <a:cubicBezTo>
                    <a:pt x="20885" y="14241"/>
                    <a:pt x="19516" y="16295"/>
                    <a:pt x="17918" y="18166"/>
                  </a:cubicBezTo>
                  <a:cubicBezTo>
                    <a:pt x="19288" y="15222"/>
                    <a:pt x="20657" y="12255"/>
                    <a:pt x="21639" y="9173"/>
                  </a:cubicBezTo>
                  <a:cubicBezTo>
                    <a:pt x="22232" y="7347"/>
                    <a:pt x="22643" y="5316"/>
                    <a:pt x="21913" y="3558"/>
                  </a:cubicBezTo>
                  <a:cubicBezTo>
                    <a:pt x="21342" y="2166"/>
                    <a:pt x="20087" y="1116"/>
                    <a:pt x="18694" y="568"/>
                  </a:cubicBezTo>
                  <a:cubicBezTo>
                    <a:pt x="17639" y="153"/>
                    <a:pt x="16505" y="0"/>
                    <a:pt x="1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" name="Google Shape;1159;p63"/>
            <p:cNvSpPr/>
            <p:nvPr/>
          </p:nvSpPr>
          <p:spPr>
            <a:xfrm>
              <a:off x="8154826" y="3623515"/>
              <a:ext cx="1186935" cy="2124826"/>
            </a:xfrm>
            <a:custGeom>
              <a:rect b="b" l="l" r="r" t="t"/>
              <a:pathLst>
                <a:path extrusionOk="0" h="78741" w="43985">
                  <a:moveTo>
                    <a:pt x="15204" y="1"/>
                  </a:moveTo>
                  <a:cubicBezTo>
                    <a:pt x="14564" y="1"/>
                    <a:pt x="13931" y="314"/>
                    <a:pt x="13467" y="755"/>
                  </a:cubicBezTo>
                  <a:cubicBezTo>
                    <a:pt x="12303" y="1805"/>
                    <a:pt x="11938" y="3517"/>
                    <a:pt x="12098" y="5092"/>
                  </a:cubicBezTo>
                  <a:cubicBezTo>
                    <a:pt x="12280" y="6644"/>
                    <a:pt x="12874" y="8105"/>
                    <a:pt x="13376" y="9611"/>
                  </a:cubicBezTo>
                  <a:cubicBezTo>
                    <a:pt x="15727" y="16824"/>
                    <a:pt x="15248" y="24653"/>
                    <a:pt x="13833" y="32140"/>
                  </a:cubicBezTo>
                  <a:cubicBezTo>
                    <a:pt x="12098" y="36226"/>
                    <a:pt x="10957" y="40585"/>
                    <a:pt x="10432" y="44991"/>
                  </a:cubicBezTo>
                  <a:cubicBezTo>
                    <a:pt x="9929" y="41224"/>
                    <a:pt x="8811" y="37435"/>
                    <a:pt x="8583" y="33601"/>
                  </a:cubicBezTo>
                  <a:cubicBezTo>
                    <a:pt x="8332" y="29538"/>
                    <a:pt x="9062" y="25407"/>
                    <a:pt x="8103" y="21458"/>
                  </a:cubicBezTo>
                  <a:cubicBezTo>
                    <a:pt x="7838" y="20331"/>
                    <a:pt x="7124" y="19034"/>
                    <a:pt x="6003" y="19034"/>
                  </a:cubicBezTo>
                  <a:cubicBezTo>
                    <a:pt x="5966" y="19034"/>
                    <a:pt x="5928" y="19035"/>
                    <a:pt x="5889" y="19038"/>
                  </a:cubicBezTo>
                  <a:cubicBezTo>
                    <a:pt x="5364" y="19084"/>
                    <a:pt x="4908" y="19426"/>
                    <a:pt x="4565" y="19814"/>
                  </a:cubicBezTo>
                  <a:cubicBezTo>
                    <a:pt x="3516" y="21001"/>
                    <a:pt x="3264" y="22645"/>
                    <a:pt x="3173" y="24197"/>
                  </a:cubicBezTo>
                  <a:cubicBezTo>
                    <a:pt x="2945" y="28465"/>
                    <a:pt x="3607" y="32756"/>
                    <a:pt x="5136" y="36751"/>
                  </a:cubicBezTo>
                  <a:cubicBezTo>
                    <a:pt x="6711" y="40836"/>
                    <a:pt x="9199" y="44671"/>
                    <a:pt x="10135" y="48871"/>
                  </a:cubicBezTo>
                  <a:cubicBezTo>
                    <a:pt x="9929" y="55947"/>
                    <a:pt x="11482" y="63182"/>
                    <a:pt x="14905" y="69254"/>
                  </a:cubicBezTo>
                  <a:cubicBezTo>
                    <a:pt x="11938" y="66560"/>
                    <a:pt x="9678" y="63228"/>
                    <a:pt x="8240" y="59553"/>
                  </a:cubicBezTo>
                  <a:cubicBezTo>
                    <a:pt x="6985" y="56358"/>
                    <a:pt x="6346" y="52934"/>
                    <a:pt x="4976" y="49784"/>
                  </a:cubicBezTo>
                  <a:cubicBezTo>
                    <a:pt x="4680" y="49168"/>
                    <a:pt x="4337" y="48506"/>
                    <a:pt x="3698" y="48232"/>
                  </a:cubicBezTo>
                  <a:cubicBezTo>
                    <a:pt x="3521" y="48163"/>
                    <a:pt x="3337" y="48132"/>
                    <a:pt x="3153" y="48132"/>
                  </a:cubicBezTo>
                  <a:cubicBezTo>
                    <a:pt x="2600" y="48132"/>
                    <a:pt x="2043" y="48414"/>
                    <a:pt x="1667" y="48825"/>
                  </a:cubicBezTo>
                  <a:cubicBezTo>
                    <a:pt x="1164" y="49396"/>
                    <a:pt x="936" y="50149"/>
                    <a:pt x="799" y="50880"/>
                  </a:cubicBezTo>
                  <a:cubicBezTo>
                    <a:pt x="0" y="55148"/>
                    <a:pt x="1781" y="59599"/>
                    <a:pt x="4702" y="62794"/>
                  </a:cubicBezTo>
                  <a:cubicBezTo>
                    <a:pt x="7510" y="65899"/>
                    <a:pt x="11253" y="67998"/>
                    <a:pt x="15111" y="69619"/>
                  </a:cubicBezTo>
                  <a:cubicBezTo>
                    <a:pt x="17051" y="72952"/>
                    <a:pt x="19539" y="75919"/>
                    <a:pt x="22620" y="78293"/>
                  </a:cubicBezTo>
                  <a:cubicBezTo>
                    <a:pt x="22926" y="78526"/>
                    <a:pt x="23344" y="78740"/>
                    <a:pt x="23701" y="78740"/>
                  </a:cubicBezTo>
                  <a:cubicBezTo>
                    <a:pt x="23903" y="78740"/>
                    <a:pt x="24086" y="78671"/>
                    <a:pt x="24218" y="78498"/>
                  </a:cubicBezTo>
                  <a:cubicBezTo>
                    <a:pt x="19288" y="74960"/>
                    <a:pt x="15818" y="69665"/>
                    <a:pt x="13673" y="63981"/>
                  </a:cubicBezTo>
                  <a:cubicBezTo>
                    <a:pt x="13330" y="63045"/>
                    <a:pt x="13011" y="62087"/>
                    <a:pt x="12737" y="61128"/>
                  </a:cubicBezTo>
                  <a:cubicBezTo>
                    <a:pt x="12303" y="55148"/>
                    <a:pt x="13764" y="49122"/>
                    <a:pt x="17416" y="44534"/>
                  </a:cubicBezTo>
                  <a:cubicBezTo>
                    <a:pt x="19813" y="41476"/>
                    <a:pt x="23077" y="39170"/>
                    <a:pt x="25451" y="36089"/>
                  </a:cubicBezTo>
                  <a:cubicBezTo>
                    <a:pt x="26090" y="35244"/>
                    <a:pt x="26683" y="34103"/>
                    <a:pt x="26135" y="33190"/>
                  </a:cubicBezTo>
                  <a:cubicBezTo>
                    <a:pt x="25784" y="32575"/>
                    <a:pt x="25085" y="32364"/>
                    <a:pt x="24346" y="32364"/>
                  </a:cubicBezTo>
                  <a:cubicBezTo>
                    <a:pt x="23933" y="32364"/>
                    <a:pt x="23507" y="32430"/>
                    <a:pt x="23122" y="32528"/>
                  </a:cubicBezTo>
                  <a:cubicBezTo>
                    <a:pt x="19105" y="33624"/>
                    <a:pt x="15978" y="36910"/>
                    <a:pt x="13969" y="40563"/>
                  </a:cubicBezTo>
                  <a:cubicBezTo>
                    <a:pt x="12372" y="43507"/>
                    <a:pt x="11390" y="46771"/>
                    <a:pt x="11048" y="50081"/>
                  </a:cubicBezTo>
                  <a:cubicBezTo>
                    <a:pt x="10934" y="43986"/>
                    <a:pt x="12098" y="37846"/>
                    <a:pt x="14494" y="32231"/>
                  </a:cubicBezTo>
                  <a:cubicBezTo>
                    <a:pt x="17895" y="28077"/>
                    <a:pt x="22529" y="24904"/>
                    <a:pt x="27665" y="23147"/>
                  </a:cubicBezTo>
                  <a:cubicBezTo>
                    <a:pt x="32595" y="21481"/>
                    <a:pt x="38096" y="21047"/>
                    <a:pt x="42319" y="18011"/>
                  </a:cubicBezTo>
                  <a:cubicBezTo>
                    <a:pt x="42844" y="17623"/>
                    <a:pt x="43368" y="17189"/>
                    <a:pt x="43665" y="16596"/>
                  </a:cubicBezTo>
                  <a:cubicBezTo>
                    <a:pt x="43962" y="16003"/>
                    <a:pt x="43985" y="15226"/>
                    <a:pt x="43551" y="14724"/>
                  </a:cubicBezTo>
                  <a:cubicBezTo>
                    <a:pt x="43277" y="14428"/>
                    <a:pt x="42889" y="14245"/>
                    <a:pt x="42524" y="14108"/>
                  </a:cubicBezTo>
                  <a:cubicBezTo>
                    <a:pt x="41374" y="13717"/>
                    <a:pt x="40169" y="13560"/>
                    <a:pt x="38953" y="13560"/>
                  </a:cubicBezTo>
                  <a:cubicBezTo>
                    <a:pt x="37827" y="13560"/>
                    <a:pt x="36693" y="13694"/>
                    <a:pt x="35585" y="13903"/>
                  </a:cubicBezTo>
                  <a:cubicBezTo>
                    <a:pt x="30153" y="14884"/>
                    <a:pt x="25085" y="17623"/>
                    <a:pt x="21114" y="21458"/>
                  </a:cubicBezTo>
                  <a:cubicBezTo>
                    <a:pt x="21548" y="20864"/>
                    <a:pt x="22004" y="20294"/>
                    <a:pt x="22461" y="19723"/>
                  </a:cubicBezTo>
                  <a:cubicBezTo>
                    <a:pt x="24241" y="17463"/>
                    <a:pt x="25998" y="15204"/>
                    <a:pt x="27779" y="12967"/>
                  </a:cubicBezTo>
                  <a:cubicBezTo>
                    <a:pt x="28190" y="12419"/>
                    <a:pt x="28646" y="11848"/>
                    <a:pt x="29194" y="11437"/>
                  </a:cubicBezTo>
                  <a:cubicBezTo>
                    <a:pt x="30175" y="10730"/>
                    <a:pt x="31431" y="10502"/>
                    <a:pt x="32572" y="10114"/>
                  </a:cubicBezTo>
                  <a:cubicBezTo>
                    <a:pt x="33736" y="9748"/>
                    <a:pt x="34946" y="9086"/>
                    <a:pt x="35357" y="7945"/>
                  </a:cubicBezTo>
                  <a:cubicBezTo>
                    <a:pt x="34923" y="7788"/>
                    <a:pt x="34458" y="7710"/>
                    <a:pt x="33993" y="7710"/>
                  </a:cubicBezTo>
                  <a:cubicBezTo>
                    <a:pt x="33309" y="7710"/>
                    <a:pt x="32622" y="7879"/>
                    <a:pt x="32024" y="8219"/>
                  </a:cubicBezTo>
                  <a:cubicBezTo>
                    <a:pt x="32892" y="7215"/>
                    <a:pt x="33531" y="6051"/>
                    <a:pt x="33896" y="4772"/>
                  </a:cubicBezTo>
                  <a:cubicBezTo>
                    <a:pt x="33987" y="4499"/>
                    <a:pt x="34033" y="4179"/>
                    <a:pt x="33873" y="3951"/>
                  </a:cubicBezTo>
                  <a:cubicBezTo>
                    <a:pt x="33753" y="3779"/>
                    <a:pt x="33580" y="3710"/>
                    <a:pt x="33389" y="3710"/>
                  </a:cubicBezTo>
                  <a:cubicBezTo>
                    <a:pt x="33073" y="3710"/>
                    <a:pt x="32705" y="3897"/>
                    <a:pt x="32435" y="4111"/>
                  </a:cubicBezTo>
                  <a:cubicBezTo>
                    <a:pt x="31522" y="4864"/>
                    <a:pt x="30746" y="5777"/>
                    <a:pt x="30153" y="6827"/>
                  </a:cubicBezTo>
                  <a:cubicBezTo>
                    <a:pt x="30563" y="5343"/>
                    <a:pt x="30700" y="3768"/>
                    <a:pt x="30495" y="2239"/>
                  </a:cubicBezTo>
                  <a:cubicBezTo>
                    <a:pt x="30449" y="1897"/>
                    <a:pt x="30335" y="1508"/>
                    <a:pt x="30016" y="1417"/>
                  </a:cubicBezTo>
                  <a:cubicBezTo>
                    <a:pt x="29975" y="1406"/>
                    <a:pt x="29935" y="1401"/>
                    <a:pt x="29896" y="1401"/>
                  </a:cubicBezTo>
                  <a:cubicBezTo>
                    <a:pt x="29605" y="1401"/>
                    <a:pt x="29352" y="1683"/>
                    <a:pt x="29171" y="1965"/>
                  </a:cubicBezTo>
                  <a:cubicBezTo>
                    <a:pt x="28190" y="3517"/>
                    <a:pt x="27596" y="5343"/>
                    <a:pt x="27505" y="7215"/>
                  </a:cubicBezTo>
                  <a:cubicBezTo>
                    <a:pt x="27414" y="6165"/>
                    <a:pt x="27003" y="5161"/>
                    <a:pt x="26364" y="4339"/>
                  </a:cubicBezTo>
                  <a:cubicBezTo>
                    <a:pt x="26139" y="4045"/>
                    <a:pt x="25783" y="3764"/>
                    <a:pt x="25455" y="3764"/>
                  </a:cubicBezTo>
                  <a:cubicBezTo>
                    <a:pt x="25350" y="3764"/>
                    <a:pt x="25248" y="3793"/>
                    <a:pt x="25154" y="3859"/>
                  </a:cubicBezTo>
                  <a:cubicBezTo>
                    <a:pt x="24834" y="4065"/>
                    <a:pt x="24834" y="4499"/>
                    <a:pt x="24880" y="4864"/>
                  </a:cubicBezTo>
                  <a:cubicBezTo>
                    <a:pt x="25108" y="7192"/>
                    <a:pt x="25930" y="9474"/>
                    <a:pt x="27528" y="11346"/>
                  </a:cubicBezTo>
                  <a:cubicBezTo>
                    <a:pt x="24720" y="15820"/>
                    <a:pt x="21068" y="19700"/>
                    <a:pt x="18124" y="24105"/>
                  </a:cubicBezTo>
                  <a:cubicBezTo>
                    <a:pt x="17256" y="25429"/>
                    <a:pt x="16435" y="26776"/>
                    <a:pt x="15704" y="28191"/>
                  </a:cubicBezTo>
                  <a:cubicBezTo>
                    <a:pt x="16982" y="24562"/>
                    <a:pt x="17918" y="20819"/>
                    <a:pt x="18512" y="17030"/>
                  </a:cubicBezTo>
                  <a:cubicBezTo>
                    <a:pt x="19196" y="12602"/>
                    <a:pt x="19402" y="8059"/>
                    <a:pt x="18420" y="3723"/>
                  </a:cubicBezTo>
                  <a:cubicBezTo>
                    <a:pt x="18010" y="2011"/>
                    <a:pt x="17028" y="25"/>
                    <a:pt x="15271" y="2"/>
                  </a:cubicBezTo>
                  <a:cubicBezTo>
                    <a:pt x="15248" y="1"/>
                    <a:pt x="15226" y="1"/>
                    <a:pt x="1520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60" name="Google Shape;1160;p63"/>
          <p:cNvSpPr/>
          <p:nvPr/>
        </p:nvSpPr>
        <p:spPr>
          <a:xfrm flipH="1" rot="-570776">
            <a:off x="691949" y="4249414"/>
            <a:ext cx="904250" cy="1339752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161" name="Google Shape;1161;p63"/>
          <p:cNvCxnSpPr/>
          <p:nvPr/>
        </p:nvCxnSpPr>
        <p:spPr>
          <a:xfrm>
            <a:off x="4022900" y="3106702"/>
            <a:ext cx="4208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162" name="Google Shape;1162;p63"/>
          <p:cNvGrpSpPr/>
          <p:nvPr/>
        </p:nvGrpSpPr>
        <p:grpSpPr>
          <a:xfrm>
            <a:off x="4095115" y="822549"/>
            <a:ext cx="150927" cy="143533"/>
            <a:chOff x="3716290" y="4256524"/>
            <a:chExt cx="150927" cy="143533"/>
          </a:xfrm>
        </p:grpSpPr>
        <p:sp>
          <p:nvSpPr>
            <p:cNvPr id="1163" name="Google Shape;1163;p63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" name="Google Shape;1164;p63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" name="Google Shape;1165;p63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9" name="Shape 1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Google Shape;1170;p6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goal: Model Aneurysm Clip-Artery Interaction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1" name="Google Shape;1171;p64"/>
          <p:cNvSpPr txBox="1"/>
          <p:nvPr/>
        </p:nvSpPr>
        <p:spPr>
          <a:xfrm>
            <a:off x="1167000" y="1758550"/>
            <a:ext cx="7257000" cy="265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  <a:latin typeface="Comfortaa"/>
                <a:ea typeface="Comfortaa"/>
                <a:cs typeface="Comfortaa"/>
                <a:sym typeface="Comfortaa"/>
              </a:rPr>
              <a:t>Simulate how different aneurysm clip placements affect the stress distribution on the vessel and aneurysm wall, in order to identify configurations with low rupture risk and high occlusion reliability.</a:t>
            </a:r>
            <a:endParaRPr>
              <a:solidFill>
                <a:srgbClr val="434343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434343"/>
                </a:solidFill>
                <a:latin typeface="Comfortaa"/>
                <a:ea typeface="Comfortaa"/>
                <a:cs typeface="Comfortaa"/>
                <a:sym typeface="Comfortaa"/>
              </a:rPr>
              <a:t>Focus Areas</a:t>
            </a:r>
            <a:endParaRPr b="1">
              <a:solidFill>
                <a:srgbClr val="434343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omfortaa"/>
              <a:buChar char="●"/>
            </a:pPr>
            <a:r>
              <a:rPr lang="en">
                <a:solidFill>
                  <a:srgbClr val="434343"/>
                </a:solidFill>
                <a:latin typeface="Comfortaa"/>
                <a:ea typeface="Comfortaa"/>
                <a:cs typeface="Comfortaa"/>
                <a:sym typeface="Comfortaa"/>
              </a:rPr>
              <a:t>Effect of clip placement </a:t>
            </a:r>
            <a:endParaRPr>
              <a:solidFill>
                <a:srgbClr val="434343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omfortaa"/>
              <a:buChar char="●"/>
            </a:pPr>
            <a:r>
              <a:rPr lang="en">
                <a:solidFill>
                  <a:srgbClr val="434343"/>
                </a:solidFill>
                <a:latin typeface="Comfortaa"/>
                <a:ea typeface="Comfortaa"/>
                <a:cs typeface="Comfortaa"/>
                <a:sym typeface="Comfortaa"/>
              </a:rPr>
              <a:t>Stress distribution and occlusion reliability</a:t>
            </a:r>
            <a:endParaRPr>
              <a:solidFill>
                <a:srgbClr val="434343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434343"/>
                </a:solidFill>
                <a:latin typeface="Comfortaa"/>
                <a:ea typeface="Comfortaa"/>
                <a:cs typeface="Comfortaa"/>
                <a:sym typeface="Comfortaa"/>
              </a:rPr>
              <a:t>Clinical Relevance</a:t>
            </a:r>
            <a:endParaRPr b="1">
              <a:solidFill>
                <a:srgbClr val="434343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omfortaa"/>
              <a:buChar char="●"/>
            </a:pPr>
            <a:r>
              <a:rPr lang="en">
                <a:solidFill>
                  <a:srgbClr val="434343"/>
                </a:solidFill>
                <a:latin typeface="Comfortaa"/>
                <a:ea typeface="Comfortaa"/>
                <a:cs typeface="Comfortaa"/>
                <a:sym typeface="Comfortaa"/>
              </a:rPr>
              <a:t>Improve patient safety by identifying the safest effective clip placement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" name="Google Shape;1176;p6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Updated Modeling Approach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7" name="Google Shape;1177;p65"/>
          <p:cNvSpPr txBox="1"/>
          <p:nvPr/>
        </p:nvSpPr>
        <p:spPr>
          <a:xfrm>
            <a:off x="321975" y="2042550"/>
            <a:ext cx="2972100" cy="23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omfortaa"/>
              <a:buChar char="●"/>
            </a:pPr>
            <a:r>
              <a:rPr lang="en">
                <a:solidFill>
                  <a:srgbClr val="434343"/>
                </a:solidFill>
                <a:latin typeface="Comfortaa"/>
                <a:ea typeface="Comfortaa"/>
                <a:cs typeface="Comfortaa"/>
                <a:sym typeface="Comfortaa"/>
              </a:rPr>
              <a:t>This maintains the jaw footprint and jaw-aneurysm interactions</a:t>
            </a:r>
            <a:endParaRPr>
              <a:solidFill>
                <a:srgbClr val="434343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omfortaa"/>
              <a:buChar char="●"/>
            </a:pPr>
            <a:r>
              <a:rPr lang="en">
                <a:solidFill>
                  <a:srgbClr val="434343"/>
                </a:solidFill>
                <a:latin typeface="Comfortaa"/>
                <a:ea typeface="Comfortaa"/>
                <a:cs typeface="Comfortaa"/>
                <a:sym typeface="Comfortaa"/>
              </a:rPr>
              <a:t>By assuming specific closing forces, we focus on the effect of different clip placements instead of different clip designs</a:t>
            </a:r>
            <a:endParaRPr>
              <a:solidFill>
                <a:srgbClr val="434343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1178" name="Google Shape;1178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28475" y="2267300"/>
            <a:ext cx="5371400" cy="231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79" name="Google Shape;1179;p65"/>
          <p:cNvSpPr txBox="1"/>
          <p:nvPr/>
        </p:nvSpPr>
        <p:spPr>
          <a:xfrm>
            <a:off x="321975" y="1307850"/>
            <a:ext cx="8577900" cy="7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  <a:latin typeface="Comfortaa"/>
                <a:ea typeface="Comfortaa"/>
                <a:cs typeface="Comfortaa"/>
                <a:sym typeface="Comfortaa"/>
              </a:rPr>
              <a:t>Instead of modeling t</a:t>
            </a:r>
            <a:r>
              <a:rPr b="1" lang="en">
                <a:solidFill>
                  <a:srgbClr val="434343"/>
                </a:solidFill>
                <a:latin typeface="Comfortaa"/>
                <a:ea typeface="Comfortaa"/>
                <a:cs typeface="Comfortaa"/>
                <a:sym typeface="Comfortaa"/>
              </a:rPr>
              <a:t>he entire aneurysm clip</a:t>
            </a:r>
            <a:r>
              <a:rPr lang="en">
                <a:solidFill>
                  <a:srgbClr val="434343"/>
                </a:solidFill>
                <a:latin typeface="Comfortaa"/>
                <a:ea typeface="Comfortaa"/>
                <a:cs typeface="Comfortaa"/>
                <a:sym typeface="Comfortaa"/>
              </a:rPr>
              <a:t> within Ansys, we plan to </a:t>
            </a:r>
            <a:r>
              <a:rPr b="1" lang="en">
                <a:solidFill>
                  <a:srgbClr val="434343"/>
                </a:solidFill>
                <a:latin typeface="Comfortaa"/>
                <a:ea typeface="Comfortaa"/>
                <a:cs typeface="Comfortaa"/>
                <a:sym typeface="Comfortaa"/>
              </a:rPr>
              <a:t>only model the clip jaws</a:t>
            </a:r>
            <a:r>
              <a:rPr lang="en">
                <a:solidFill>
                  <a:srgbClr val="434343"/>
                </a:solidFill>
                <a:latin typeface="Comfortaa"/>
                <a:ea typeface="Comfortaa"/>
                <a:cs typeface="Comfortaa"/>
                <a:sym typeface="Comfortaa"/>
              </a:rPr>
              <a:t> and apply known closing forces as boundary conditions.</a:t>
            </a:r>
            <a:endParaRPr>
              <a:solidFill>
                <a:srgbClr val="434343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3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Google Shape;1184;p66"/>
          <p:cNvSpPr txBox="1"/>
          <p:nvPr>
            <p:ph type="title"/>
          </p:nvPr>
        </p:nvSpPr>
        <p:spPr>
          <a:xfrm>
            <a:off x="313725" y="288150"/>
            <a:ext cx="4444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Saccular Aneurysm Shape Characterization</a:t>
            </a:r>
            <a:endParaRPr/>
          </a:p>
        </p:txBody>
      </p:sp>
      <p:pic>
        <p:nvPicPr>
          <p:cNvPr id="1185" name="Google Shape;1185;p66"/>
          <p:cNvPicPr preferRelativeResize="0"/>
          <p:nvPr/>
        </p:nvPicPr>
        <p:blipFill rotWithShape="1">
          <a:blip r:embed="rId3">
            <a:alphaModFix/>
          </a:blip>
          <a:srcRect b="0" l="0" r="44055" t="0"/>
          <a:stretch/>
        </p:blipFill>
        <p:spPr>
          <a:xfrm>
            <a:off x="5680275" y="-76200"/>
            <a:ext cx="3463725" cy="26098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186" name="Google Shape;1186;p66"/>
          <p:cNvGraphicFramePr/>
          <p:nvPr/>
        </p:nvGraphicFramePr>
        <p:xfrm>
          <a:off x="156875" y="2571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{510DE72A-6F2A-420D-8FC9-8BCEC20DC8F5}</a:tableStyleId>
              </a:tblPr>
              <a:tblGrid>
                <a:gridCol w="2442475"/>
                <a:gridCol w="3780325"/>
              </a:tblGrid>
              <a:tr h="244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Dimension</a:t>
                      </a:r>
                      <a:endParaRPr b="1" sz="1200">
                        <a:latin typeface="Comfortaa"/>
                        <a:ea typeface="Comfortaa"/>
                        <a:cs typeface="Comfortaa"/>
                        <a:sym typeface="Comfortaa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Definition</a:t>
                      </a:r>
                      <a:endParaRPr b="1" sz="1200">
                        <a:latin typeface="Comfortaa"/>
                        <a:ea typeface="Comfortaa"/>
                        <a:cs typeface="Comfortaa"/>
                        <a:sym typeface="Comfortaa"/>
                      </a:endParaRPr>
                    </a:p>
                  </a:txBody>
                  <a:tcPr marT="91425" marB="91425" marR="91425" marL="91425"/>
                </a:tc>
              </a:tr>
              <a:tr h="244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D - dome diameter</a:t>
                      </a:r>
                      <a:endParaRPr sz="1200">
                        <a:latin typeface="Comfortaa"/>
                        <a:ea typeface="Comfortaa"/>
                        <a:cs typeface="Comfortaa"/>
                        <a:sym typeface="Comfortaa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Max width parallel to neck</a:t>
                      </a:r>
                      <a:endParaRPr sz="1200">
                        <a:latin typeface="Comfortaa"/>
                        <a:ea typeface="Comfortaa"/>
                        <a:cs typeface="Comfortaa"/>
                        <a:sym typeface="Comfortaa"/>
                      </a:endParaRPr>
                    </a:p>
                  </a:txBody>
                  <a:tcPr marT="91425" marB="91425" marR="91425" marL="91425"/>
                </a:tc>
              </a:tr>
              <a:tr h="244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H - dome height</a:t>
                      </a:r>
                      <a:endParaRPr sz="1200">
                        <a:latin typeface="Comfortaa"/>
                        <a:ea typeface="Comfortaa"/>
                        <a:cs typeface="Comfortaa"/>
                        <a:sym typeface="Comfortaa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Perpendicular neck-to-apex distance</a:t>
                      </a:r>
                      <a:endParaRPr sz="1200">
                        <a:latin typeface="Comfortaa"/>
                        <a:ea typeface="Comfortaa"/>
                        <a:cs typeface="Comfortaa"/>
                        <a:sym typeface="Comfortaa"/>
                      </a:endParaRPr>
                    </a:p>
                  </a:txBody>
                  <a:tcPr marT="91425" marB="91425" marR="91425" marL="91425"/>
                </a:tc>
              </a:tr>
              <a:tr h="244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S - dome semi-axis height</a:t>
                      </a:r>
                      <a:endParaRPr sz="1200">
                        <a:latin typeface="Comfortaa"/>
                        <a:ea typeface="Comfortaa"/>
                        <a:cs typeface="Comfortaa"/>
                        <a:sym typeface="Comfortaa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Half of perpendicular neck-to-apex distance</a:t>
                      </a:r>
                      <a:endParaRPr sz="1200">
                        <a:latin typeface="Comfortaa"/>
                        <a:ea typeface="Comfortaa"/>
                        <a:cs typeface="Comfortaa"/>
                        <a:sym typeface="Comfortaa"/>
                      </a:endParaRPr>
                    </a:p>
                  </a:txBody>
                  <a:tcPr marT="91425" marB="91425" marR="91425" marL="91425"/>
                </a:tc>
              </a:tr>
              <a:tr h="244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N - neck width</a:t>
                      </a:r>
                      <a:endParaRPr sz="1200">
                        <a:latin typeface="Comfortaa"/>
                        <a:ea typeface="Comfortaa"/>
                        <a:cs typeface="Comfortaa"/>
                        <a:sym typeface="Comfortaa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Length of straight line between ostial margins</a:t>
                      </a:r>
                      <a:endParaRPr sz="1200">
                        <a:latin typeface="Comfortaa"/>
                        <a:ea typeface="Comfortaa"/>
                        <a:cs typeface="Comfortaa"/>
                        <a:sym typeface="Comfortaa"/>
                      </a:endParaRPr>
                    </a:p>
                  </a:txBody>
                  <a:tcPr marT="91425" marB="91425" marR="91425" marL="91425"/>
                </a:tc>
              </a:tr>
              <a:tr h="244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Β - tilt angle (basilar only)</a:t>
                      </a:r>
                      <a:endParaRPr sz="1200">
                        <a:latin typeface="Comfortaa"/>
                        <a:ea typeface="Comfortaa"/>
                        <a:cs typeface="Comfortaa"/>
                        <a:sym typeface="Comfortaa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Axis of sac vs parent artery</a:t>
                      </a:r>
                      <a:endParaRPr sz="1200">
                        <a:latin typeface="Comfortaa"/>
                        <a:ea typeface="Comfortaa"/>
                        <a:cs typeface="Comfortaa"/>
                        <a:sym typeface="Comfortaa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1187" name="Google Shape;1187;p66"/>
          <p:cNvPicPr preferRelativeResize="0"/>
          <p:nvPr/>
        </p:nvPicPr>
        <p:blipFill rotWithShape="1">
          <a:blip r:embed="rId3">
            <a:alphaModFix/>
          </a:blip>
          <a:srcRect b="0" l="57884" r="0" t="0"/>
          <a:stretch/>
        </p:blipFill>
        <p:spPr>
          <a:xfrm>
            <a:off x="6536525" y="2533650"/>
            <a:ext cx="2607475" cy="26098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8" name="Google Shape;1188;p66"/>
          <p:cNvSpPr txBox="1"/>
          <p:nvPr/>
        </p:nvSpPr>
        <p:spPr>
          <a:xfrm>
            <a:off x="5341650" y="213345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[1]</a:t>
            </a: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2" name="Shape 1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Google Shape;1193;p67"/>
          <p:cNvSpPr txBox="1"/>
          <p:nvPr>
            <p:ph type="title"/>
          </p:nvPr>
        </p:nvSpPr>
        <p:spPr>
          <a:xfrm>
            <a:off x="720000" y="1065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Mechanical Properties of Brain Aneurysms</a:t>
            </a:r>
            <a:endParaRPr/>
          </a:p>
        </p:txBody>
      </p:sp>
      <p:sp>
        <p:nvSpPr>
          <p:cNvPr id="1194" name="Google Shape;1194;p67"/>
          <p:cNvSpPr txBox="1"/>
          <p:nvPr/>
        </p:nvSpPr>
        <p:spPr>
          <a:xfrm>
            <a:off x="415525" y="1091600"/>
            <a:ext cx="6199200" cy="32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100">
                <a:latin typeface="Comfortaa"/>
                <a:ea typeface="Comfortaa"/>
                <a:cs typeface="Comfortaa"/>
                <a:sym typeface="Comfortaa"/>
              </a:rPr>
              <a:t>Poisson’s ratio (ν):</a:t>
            </a:r>
            <a:r>
              <a:rPr lang="en" sz="1100">
                <a:latin typeface="Comfortaa"/>
                <a:ea typeface="Comfortaa"/>
                <a:cs typeface="Comfortaa"/>
                <a:sym typeface="Comfortaa"/>
              </a:rPr>
              <a:t> ~0.45–0.49 (near-incompressible soft tissue assumption) </a:t>
            </a:r>
            <a:r>
              <a:rPr b="1" lang="en" sz="1100">
                <a:latin typeface="Comfortaa"/>
                <a:ea typeface="Comfortaa"/>
                <a:cs typeface="Comfortaa"/>
                <a:sym typeface="Comfortaa"/>
              </a:rPr>
              <a:t>[1]</a:t>
            </a:r>
            <a:endParaRPr sz="1100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100">
                <a:latin typeface="Comfortaa"/>
                <a:ea typeface="Comfortaa"/>
                <a:cs typeface="Comfortaa"/>
                <a:sym typeface="Comfortaa"/>
              </a:rPr>
              <a:t>Material modeled as </a:t>
            </a:r>
            <a:r>
              <a:rPr b="1" lang="en" sz="1100">
                <a:latin typeface="Comfortaa"/>
                <a:ea typeface="Comfortaa"/>
                <a:cs typeface="Comfortaa"/>
                <a:sym typeface="Comfortaa"/>
              </a:rPr>
              <a:t>nonlinear, anisotropic membrane</a:t>
            </a:r>
            <a:endParaRPr b="1" sz="1100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100">
                <a:latin typeface="Comfortaa"/>
                <a:ea typeface="Comfortaa"/>
                <a:cs typeface="Comfortaa"/>
                <a:sym typeface="Comfortaa"/>
              </a:rPr>
              <a:t>Shear modulus (μ):</a:t>
            </a:r>
            <a:endParaRPr b="1" sz="1100">
              <a:latin typeface="Comfortaa"/>
              <a:ea typeface="Comfortaa"/>
              <a:cs typeface="Comfortaa"/>
              <a:sym typeface="Comfortaa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100"/>
              <a:buFont typeface="Comfortaa"/>
              <a:buChar char="●"/>
            </a:pPr>
            <a:r>
              <a:rPr lang="en" sz="1100">
                <a:latin typeface="Comfortaa"/>
                <a:ea typeface="Comfortaa"/>
                <a:cs typeface="Comfortaa"/>
                <a:sym typeface="Comfortaa"/>
              </a:rPr>
              <a:t>Yield stress: ~0.50 ± 0.26 MPa</a:t>
            </a:r>
            <a:endParaRPr sz="1100">
              <a:latin typeface="Comfortaa"/>
              <a:ea typeface="Comfortaa"/>
              <a:cs typeface="Comfortaa"/>
              <a:sym typeface="Comfortaa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Comfortaa"/>
              <a:buChar char="●"/>
            </a:pPr>
            <a:r>
              <a:rPr lang="en" sz="1100">
                <a:latin typeface="Comfortaa"/>
                <a:ea typeface="Comfortaa"/>
                <a:cs typeface="Comfortaa"/>
                <a:sym typeface="Comfortaa"/>
              </a:rPr>
              <a:t>Stretch at rupture (λ): ~1.23–1.37</a:t>
            </a:r>
            <a:endParaRPr sz="1100">
              <a:latin typeface="Comfortaa"/>
              <a:ea typeface="Comfortaa"/>
              <a:cs typeface="Comfortaa"/>
              <a:sym typeface="Comfortaa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Comfortaa"/>
              <a:buChar char="●"/>
            </a:pPr>
            <a:r>
              <a:rPr lang="en" sz="1100">
                <a:latin typeface="Comfortaa"/>
                <a:ea typeface="Comfortaa"/>
                <a:cs typeface="Comfortaa"/>
                <a:sym typeface="Comfortaa"/>
              </a:rPr>
              <a:t>Elastic modulus: ~1.7 MPa</a:t>
            </a:r>
            <a:endParaRPr sz="1100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latin typeface="Comfortaa"/>
                <a:ea typeface="Comfortaa"/>
                <a:cs typeface="Comfortaa"/>
                <a:sym typeface="Comfortaa"/>
              </a:rPr>
              <a:t>Neck: </a:t>
            </a:r>
            <a:r>
              <a:rPr b="1" lang="en" sz="1100">
                <a:latin typeface="Comfortaa"/>
                <a:ea typeface="Comfortaa"/>
                <a:cs typeface="Comfortaa"/>
                <a:sym typeface="Comfortaa"/>
              </a:rPr>
              <a:t>[2]</a:t>
            </a:r>
            <a:endParaRPr b="1" sz="1100">
              <a:latin typeface="Comfortaa"/>
              <a:ea typeface="Comfortaa"/>
              <a:cs typeface="Comfortaa"/>
              <a:sym typeface="Comfortaa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100"/>
              <a:buFont typeface="Comfortaa"/>
              <a:buChar char="●"/>
            </a:pPr>
            <a:r>
              <a:rPr lang="en" sz="1100">
                <a:latin typeface="Comfortaa"/>
                <a:ea typeface="Comfortaa"/>
                <a:cs typeface="Comfortaa"/>
                <a:sym typeface="Comfortaa"/>
              </a:rPr>
              <a:t>Yield stress: ~1.21 ± 0.49 MPa</a:t>
            </a:r>
            <a:endParaRPr sz="1100">
              <a:latin typeface="Comfortaa"/>
              <a:ea typeface="Comfortaa"/>
              <a:cs typeface="Comfortaa"/>
              <a:sym typeface="Comfortaa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Comfortaa"/>
              <a:buChar char="●"/>
            </a:pPr>
            <a:r>
              <a:rPr lang="en" sz="1100">
                <a:latin typeface="Comfortaa"/>
                <a:ea typeface="Comfortaa"/>
                <a:cs typeface="Comfortaa"/>
                <a:sym typeface="Comfortaa"/>
              </a:rPr>
              <a:t>Stretch at rupture (λ): ~1.55–1.5</a:t>
            </a:r>
            <a:r>
              <a:rPr lang="en" sz="1100">
                <a:latin typeface="Comfortaa"/>
                <a:ea typeface="Comfortaa"/>
                <a:cs typeface="Comfortaa"/>
                <a:sym typeface="Comfortaa"/>
              </a:rPr>
              <a:t>7</a:t>
            </a:r>
            <a:endParaRPr sz="1100">
              <a:latin typeface="Comfortaa"/>
              <a:ea typeface="Comfortaa"/>
              <a:cs typeface="Comfortaa"/>
              <a:sym typeface="Comfortaa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Comfortaa"/>
              <a:buChar char="●"/>
            </a:pPr>
            <a:r>
              <a:rPr lang="en" sz="1100">
                <a:latin typeface="Comfortaa"/>
                <a:ea typeface="Comfortaa"/>
                <a:cs typeface="Comfortaa"/>
                <a:sym typeface="Comfortaa"/>
              </a:rPr>
              <a:t>Elastic modulus: ~3.1 MPa</a:t>
            </a:r>
            <a:endParaRPr sz="1100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100">
                <a:latin typeface="Comfortaa"/>
                <a:ea typeface="Comfortaa"/>
                <a:cs typeface="Comfortaa"/>
                <a:sym typeface="Comfortaa"/>
              </a:rPr>
              <a:t>Wall thickness:</a:t>
            </a:r>
            <a:r>
              <a:rPr lang="en" sz="1100">
                <a:latin typeface="Comfortaa"/>
                <a:ea typeface="Comfortaa"/>
                <a:cs typeface="Comfortaa"/>
                <a:sym typeface="Comfortaa"/>
              </a:rPr>
              <a:t> ~30–500 μm; scales with radius (~2.4%)</a:t>
            </a:r>
            <a:endParaRPr sz="1100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1195" name="Google Shape;1195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7324" y="1408225"/>
            <a:ext cx="3144524" cy="191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6" name="Google Shape;1196;p6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73445" y="3409100"/>
            <a:ext cx="4209801" cy="1644550"/>
          </a:xfrm>
          <a:prstGeom prst="rect">
            <a:avLst/>
          </a:prstGeom>
          <a:noFill/>
          <a:ln>
            <a:noFill/>
          </a:ln>
        </p:spPr>
      </p:pic>
      <p:sp>
        <p:nvSpPr>
          <p:cNvPr id="1197" name="Google Shape;1197;p67"/>
          <p:cNvSpPr txBox="1"/>
          <p:nvPr/>
        </p:nvSpPr>
        <p:spPr>
          <a:xfrm>
            <a:off x="5627150" y="2930125"/>
            <a:ext cx="527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[1]</a:t>
            </a: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1198" name="Google Shape;1198;p67"/>
          <p:cNvSpPr txBox="1"/>
          <p:nvPr/>
        </p:nvSpPr>
        <p:spPr>
          <a:xfrm>
            <a:off x="4331750" y="3311125"/>
            <a:ext cx="527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[2]</a:t>
            </a: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2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6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MP35N / Elgiloy: Clip Material Properties</a:t>
            </a:r>
            <a:endParaRPr/>
          </a:p>
        </p:txBody>
      </p:sp>
      <p:sp>
        <p:nvSpPr>
          <p:cNvPr id="1204" name="Google Shape;1204;p68"/>
          <p:cNvSpPr txBox="1"/>
          <p:nvPr/>
        </p:nvSpPr>
        <p:spPr>
          <a:xfrm>
            <a:off x="325675" y="1495875"/>
            <a:ext cx="3645000" cy="371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Chosen for biocompatibility and MRI compatibility </a:t>
            </a:r>
            <a:r>
              <a:rPr b="1"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[3]</a:t>
            </a:r>
            <a:endParaRPr b="1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Linear elastic metallic materials:</a:t>
            </a:r>
            <a:b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</a:b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Comfortaa"/>
              <a:buChar char="●"/>
            </a:pPr>
            <a: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Young’s Modulus: ~210–230 GPa</a:t>
            </a:r>
            <a:b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</a:b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mfortaa"/>
              <a:buChar char="●"/>
            </a:pPr>
            <a: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Yield Strength: ~1100–1400 MPa</a:t>
            </a:r>
            <a:b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</a:b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mfortaa"/>
              <a:buChar char="●"/>
            </a:pPr>
            <a: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Density: ~8300–8400 kg/m³</a:t>
            </a: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Non-ferromagnetic: Safe for MRI follow-up imaging</a:t>
            </a: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1205" name="Google Shape;1205;p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70650" y="1574400"/>
            <a:ext cx="2202125" cy="2465065"/>
          </a:xfrm>
          <a:prstGeom prst="rect">
            <a:avLst/>
          </a:prstGeom>
          <a:noFill/>
          <a:ln>
            <a:noFill/>
          </a:ln>
        </p:spPr>
      </p:pic>
      <p:sp>
        <p:nvSpPr>
          <p:cNvPr id="1206" name="Google Shape;1206;p68"/>
          <p:cNvSpPr txBox="1"/>
          <p:nvPr/>
        </p:nvSpPr>
        <p:spPr>
          <a:xfrm>
            <a:off x="6345150" y="1608175"/>
            <a:ext cx="2079000" cy="167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Figure: Variety of clips with different size and shape configurations </a:t>
            </a:r>
            <a:r>
              <a:rPr b="1"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[3]</a:t>
            </a:r>
            <a:endParaRPr b="1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Titanium and Cobalt Alloy</a:t>
            </a: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0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1" name="Google Shape;1211;p69"/>
          <p:cNvGrpSpPr/>
          <p:nvPr/>
        </p:nvGrpSpPr>
        <p:grpSpPr>
          <a:xfrm rot="-2519054">
            <a:off x="590967" y="442338"/>
            <a:ext cx="406843" cy="401382"/>
            <a:chOff x="8167224" y="612742"/>
            <a:chExt cx="406859" cy="401398"/>
          </a:xfrm>
        </p:grpSpPr>
        <p:sp>
          <p:nvSpPr>
            <p:cNvPr id="1212" name="Google Shape;1212;p69"/>
            <p:cNvSpPr/>
            <p:nvPr/>
          </p:nvSpPr>
          <p:spPr>
            <a:xfrm flipH="1">
              <a:off x="8198311" y="612742"/>
              <a:ext cx="336021" cy="356970"/>
            </a:xfrm>
            <a:custGeom>
              <a:rect b="b" l="l" r="r" t="t"/>
              <a:pathLst>
                <a:path extrusionOk="0" h="17824" w="16778">
                  <a:moveTo>
                    <a:pt x="8757" y="0"/>
                  </a:moveTo>
                  <a:cubicBezTo>
                    <a:pt x="7465" y="0"/>
                    <a:pt x="6167" y="257"/>
                    <a:pt x="4954" y="710"/>
                  </a:cubicBezTo>
                  <a:cubicBezTo>
                    <a:pt x="3448" y="1281"/>
                    <a:pt x="1987" y="2171"/>
                    <a:pt x="1142" y="3541"/>
                  </a:cubicBezTo>
                  <a:cubicBezTo>
                    <a:pt x="663" y="4317"/>
                    <a:pt x="389" y="5207"/>
                    <a:pt x="229" y="6120"/>
                  </a:cubicBezTo>
                  <a:cubicBezTo>
                    <a:pt x="1" y="7489"/>
                    <a:pt x="1" y="8904"/>
                    <a:pt x="24" y="10297"/>
                  </a:cubicBezTo>
                  <a:cubicBezTo>
                    <a:pt x="47" y="12556"/>
                    <a:pt x="69" y="14839"/>
                    <a:pt x="115" y="17099"/>
                  </a:cubicBezTo>
                  <a:cubicBezTo>
                    <a:pt x="2742" y="17595"/>
                    <a:pt x="5402" y="17824"/>
                    <a:pt x="8063" y="17824"/>
                  </a:cubicBezTo>
                  <a:cubicBezTo>
                    <a:pt x="10789" y="17824"/>
                    <a:pt x="13515" y="17583"/>
                    <a:pt x="16207" y="17144"/>
                  </a:cubicBezTo>
                  <a:cubicBezTo>
                    <a:pt x="16298" y="17144"/>
                    <a:pt x="16390" y="17122"/>
                    <a:pt x="16458" y="17053"/>
                  </a:cubicBezTo>
                  <a:cubicBezTo>
                    <a:pt x="16526" y="16985"/>
                    <a:pt x="16526" y="16870"/>
                    <a:pt x="16526" y="16779"/>
                  </a:cubicBezTo>
                  <a:cubicBezTo>
                    <a:pt x="16709" y="13721"/>
                    <a:pt x="16778" y="10639"/>
                    <a:pt x="16481" y="7603"/>
                  </a:cubicBezTo>
                  <a:cubicBezTo>
                    <a:pt x="16367" y="6302"/>
                    <a:pt x="16161" y="5001"/>
                    <a:pt x="15568" y="3837"/>
                  </a:cubicBezTo>
                  <a:cubicBezTo>
                    <a:pt x="14655" y="2034"/>
                    <a:pt x="12874" y="756"/>
                    <a:pt x="10911" y="254"/>
                  </a:cubicBezTo>
                  <a:cubicBezTo>
                    <a:pt x="10206" y="81"/>
                    <a:pt x="9482" y="0"/>
                    <a:pt x="87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" name="Google Shape;1213;p69"/>
            <p:cNvSpPr/>
            <p:nvPr/>
          </p:nvSpPr>
          <p:spPr>
            <a:xfrm flipH="1">
              <a:off x="8284258" y="712889"/>
              <a:ext cx="165507" cy="165507"/>
            </a:xfrm>
            <a:custGeom>
              <a:rect b="b" l="l" r="r" t="t"/>
              <a:pathLst>
                <a:path extrusionOk="0" h="8264" w="8264">
                  <a:moveTo>
                    <a:pt x="2101" y="0"/>
                  </a:moveTo>
                  <a:lnTo>
                    <a:pt x="2101" y="2100"/>
                  </a:lnTo>
                  <a:lnTo>
                    <a:pt x="1" y="2100"/>
                  </a:lnTo>
                  <a:lnTo>
                    <a:pt x="1" y="6140"/>
                  </a:lnTo>
                  <a:lnTo>
                    <a:pt x="2101" y="6140"/>
                  </a:lnTo>
                  <a:lnTo>
                    <a:pt x="2101" y="8263"/>
                  </a:lnTo>
                  <a:lnTo>
                    <a:pt x="6141" y="8263"/>
                  </a:lnTo>
                  <a:lnTo>
                    <a:pt x="6141" y="6140"/>
                  </a:lnTo>
                  <a:lnTo>
                    <a:pt x="8263" y="6140"/>
                  </a:lnTo>
                  <a:lnTo>
                    <a:pt x="8263" y="2100"/>
                  </a:lnTo>
                  <a:lnTo>
                    <a:pt x="6141" y="2100"/>
                  </a:lnTo>
                  <a:lnTo>
                    <a:pt x="614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" name="Google Shape;1214;p69"/>
            <p:cNvSpPr/>
            <p:nvPr/>
          </p:nvSpPr>
          <p:spPr>
            <a:xfrm flipH="1">
              <a:off x="8167224" y="940057"/>
              <a:ext cx="406859" cy="74082"/>
            </a:xfrm>
            <a:custGeom>
              <a:rect b="b" l="l" r="r" t="t"/>
              <a:pathLst>
                <a:path extrusionOk="0" h="3699" w="20315">
                  <a:moveTo>
                    <a:pt x="17325" y="0"/>
                  </a:moveTo>
                  <a:cubicBezTo>
                    <a:pt x="12554" y="69"/>
                    <a:pt x="7806" y="160"/>
                    <a:pt x="3059" y="229"/>
                  </a:cubicBezTo>
                  <a:cubicBezTo>
                    <a:pt x="2237" y="229"/>
                    <a:pt x="1461" y="411"/>
                    <a:pt x="845" y="868"/>
                  </a:cubicBezTo>
                  <a:cubicBezTo>
                    <a:pt x="548" y="1073"/>
                    <a:pt x="297" y="1370"/>
                    <a:pt x="183" y="1712"/>
                  </a:cubicBezTo>
                  <a:cubicBezTo>
                    <a:pt x="0" y="2374"/>
                    <a:pt x="479" y="3082"/>
                    <a:pt x="1073" y="3379"/>
                  </a:cubicBezTo>
                  <a:cubicBezTo>
                    <a:pt x="1689" y="3675"/>
                    <a:pt x="2420" y="3698"/>
                    <a:pt x="3104" y="3698"/>
                  </a:cubicBezTo>
                  <a:lnTo>
                    <a:pt x="14905" y="3675"/>
                  </a:lnTo>
                  <a:cubicBezTo>
                    <a:pt x="15955" y="3675"/>
                    <a:pt x="17005" y="3675"/>
                    <a:pt x="18078" y="3630"/>
                  </a:cubicBezTo>
                  <a:cubicBezTo>
                    <a:pt x="18420" y="3630"/>
                    <a:pt x="18763" y="3607"/>
                    <a:pt x="19082" y="3493"/>
                  </a:cubicBezTo>
                  <a:cubicBezTo>
                    <a:pt x="19676" y="3287"/>
                    <a:pt x="20109" y="2740"/>
                    <a:pt x="20201" y="2123"/>
                  </a:cubicBezTo>
                  <a:cubicBezTo>
                    <a:pt x="20315" y="1507"/>
                    <a:pt x="20041" y="868"/>
                    <a:pt x="19561" y="480"/>
                  </a:cubicBezTo>
                  <a:cubicBezTo>
                    <a:pt x="18945" y="0"/>
                    <a:pt x="18101" y="0"/>
                    <a:pt x="173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15" name="Google Shape;1215;p6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D-Clip (Peter Lazic)</a:t>
            </a:r>
            <a:endParaRPr/>
          </a:p>
        </p:txBody>
      </p:sp>
      <p:grpSp>
        <p:nvGrpSpPr>
          <p:cNvPr id="1216" name="Google Shape;1216;p69"/>
          <p:cNvGrpSpPr/>
          <p:nvPr/>
        </p:nvGrpSpPr>
        <p:grpSpPr>
          <a:xfrm flipH="1" rot="5400000">
            <a:off x="5673480" y="4094436"/>
            <a:ext cx="261494" cy="330267"/>
            <a:chOff x="3311031" y="3025663"/>
            <a:chExt cx="308584" cy="389695"/>
          </a:xfrm>
        </p:grpSpPr>
        <p:sp>
          <p:nvSpPr>
            <p:cNvPr id="1217" name="Google Shape;1217;p69"/>
            <p:cNvSpPr/>
            <p:nvPr/>
          </p:nvSpPr>
          <p:spPr>
            <a:xfrm flipH="1">
              <a:off x="3311031" y="3025663"/>
              <a:ext cx="308584" cy="389695"/>
            </a:xfrm>
            <a:custGeom>
              <a:rect b="b" l="l" r="r" t="t"/>
              <a:pathLst>
                <a:path extrusionOk="0" h="19458" w="15408">
                  <a:moveTo>
                    <a:pt x="11748" y="0"/>
                  </a:moveTo>
                  <a:cubicBezTo>
                    <a:pt x="11325" y="0"/>
                    <a:pt x="10903" y="69"/>
                    <a:pt x="10501" y="209"/>
                  </a:cubicBezTo>
                  <a:cubicBezTo>
                    <a:pt x="8789" y="802"/>
                    <a:pt x="7716" y="2445"/>
                    <a:pt x="6757" y="3998"/>
                  </a:cubicBezTo>
                  <a:cubicBezTo>
                    <a:pt x="4771" y="7239"/>
                    <a:pt x="2786" y="10503"/>
                    <a:pt x="777" y="13744"/>
                  </a:cubicBezTo>
                  <a:cubicBezTo>
                    <a:pt x="1" y="15022"/>
                    <a:pt x="161" y="17008"/>
                    <a:pt x="1279" y="18263"/>
                  </a:cubicBezTo>
                  <a:cubicBezTo>
                    <a:pt x="1958" y="19027"/>
                    <a:pt x="2996" y="19458"/>
                    <a:pt x="4019" y="19458"/>
                  </a:cubicBezTo>
                  <a:cubicBezTo>
                    <a:pt x="4647" y="19458"/>
                    <a:pt x="5269" y="19295"/>
                    <a:pt x="5799" y="18948"/>
                  </a:cubicBezTo>
                  <a:cubicBezTo>
                    <a:pt x="6278" y="18629"/>
                    <a:pt x="6666" y="18218"/>
                    <a:pt x="7031" y="17761"/>
                  </a:cubicBezTo>
                  <a:cubicBezTo>
                    <a:pt x="7579" y="17099"/>
                    <a:pt x="8058" y="16392"/>
                    <a:pt x="8538" y="15661"/>
                  </a:cubicBezTo>
                  <a:cubicBezTo>
                    <a:pt x="10683" y="12443"/>
                    <a:pt x="12852" y="9225"/>
                    <a:pt x="14586" y="5755"/>
                  </a:cubicBezTo>
                  <a:cubicBezTo>
                    <a:pt x="14906" y="5116"/>
                    <a:pt x="15225" y="4431"/>
                    <a:pt x="15294" y="3701"/>
                  </a:cubicBezTo>
                  <a:cubicBezTo>
                    <a:pt x="15408" y="2537"/>
                    <a:pt x="14837" y="1327"/>
                    <a:pt x="13879" y="642"/>
                  </a:cubicBezTo>
                  <a:cubicBezTo>
                    <a:pt x="13250" y="218"/>
                    <a:pt x="12500" y="0"/>
                    <a:pt x="1174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" name="Google Shape;1218;p69"/>
            <p:cNvSpPr/>
            <p:nvPr/>
          </p:nvSpPr>
          <p:spPr>
            <a:xfrm flipH="1">
              <a:off x="3311033" y="3038519"/>
              <a:ext cx="285712" cy="376837"/>
            </a:xfrm>
            <a:custGeom>
              <a:rect b="b" l="l" r="r" t="t"/>
              <a:pathLst>
                <a:path extrusionOk="0" h="18816" w="14266">
                  <a:moveTo>
                    <a:pt x="12737" y="0"/>
                  </a:moveTo>
                  <a:cubicBezTo>
                    <a:pt x="12737" y="0"/>
                    <a:pt x="13262" y="2306"/>
                    <a:pt x="11641" y="4816"/>
                  </a:cubicBezTo>
                  <a:cubicBezTo>
                    <a:pt x="10020" y="7327"/>
                    <a:pt x="5181" y="15156"/>
                    <a:pt x="3903" y="16571"/>
                  </a:cubicBezTo>
                  <a:cubicBezTo>
                    <a:pt x="3155" y="17401"/>
                    <a:pt x="1970" y="17599"/>
                    <a:pt x="1100" y="17599"/>
                  </a:cubicBezTo>
                  <a:cubicBezTo>
                    <a:pt x="510" y="17599"/>
                    <a:pt x="65" y="17508"/>
                    <a:pt x="0" y="17462"/>
                  </a:cubicBezTo>
                  <a:lnTo>
                    <a:pt x="0" y="17462"/>
                  </a:lnTo>
                  <a:cubicBezTo>
                    <a:pt x="46" y="17507"/>
                    <a:pt x="91" y="17553"/>
                    <a:pt x="137" y="17621"/>
                  </a:cubicBezTo>
                  <a:cubicBezTo>
                    <a:pt x="816" y="18385"/>
                    <a:pt x="1854" y="18816"/>
                    <a:pt x="2877" y="18816"/>
                  </a:cubicBezTo>
                  <a:cubicBezTo>
                    <a:pt x="3505" y="18816"/>
                    <a:pt x="4127" y="18653"/>
                    <a:pt x="4657" y="18306"/>
                  </a:cubicBezTo>
                  <a:cubicBezTo>
                    <a:pt x="5136" y="17987"/>
                    <a:pt x="5524" y="17576"/>
                    <a:pt x="5889" y="17119"/>
                  </a:cubicBezTo>
                  <a:cubicBezTo>
                    <a:pt x="6414" y="16457"/>
                    <a:pt x="6916" y="15750"/>
                    <a:pt x="7396" y="15019"/>
                  </a:cubicBezTo>
                  <a:cubicBezTo>
                    <a:pt x="9541" y="11801"/>
                    <a:pt x="11710" y="8583"/>
                    <a:pt x="13444" y="5113"/>
                  </a:cubicBezTo>
                  <a:cubicBezTo>
                    <a:pt x="13764" y="4474"/>
                    <a:pt x="14083" y="3789"/>
                    <a:pt x="14152" y="3059"/>
                  </a:cubicBezTo>
                  <a:cubicBezTo>
                    <a:pt x="14266" y="1895"/>
                    <a:pt x="13695" y="685"/>
                    <a:pt x="1273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" name="Google Shape;1219;p69"/>
            <p:cNvSpPr/>
            <p:nvPr/>
          </p:nvSpPr>
          <p:spPr>
            <a:xfrm flipH="1">
              <a:off x="3397429" y="3183403"/>
              <a:ext cx="222185" cy="231938"/>
            </a:xfrm>
            <a:custGeom>
              <a:rect b="b" l="l" r="r" t="t"/>
              <a:pathLst>
                <a:path extrusionOk="0" h="11581" w="11094">
                  <a:moveTo>
                    <a:pt x="4383" y="1"/>
                  </a:moveTo>
                  <a:cubicBezTo>
                    <a:pt x="3174" y="1964"/>
                    <a:pt x="1987" y="3927"/>
                    <a:pt x="777" y="5867"/>
                  </a:cubicBezTo>
                  <a:cubicBezTo>
                    <a:pt x="1" y="7145"/>
                    <a:pt x="161" y="9131"/>
                    <a:pt x="1279" y="10386"/>
                  </a:cubicBezTo>
                  <a:cubicBezTo>
                    <a:pt x="1958" y="11150"/>
                    <a:pt x="2996" y="11581"/>
                    <a:pt x="4019" y="11581"/>
                  </a:cubicBezTo>
                  <a:cubicBezTo>
                    <a:pt x="4647" y="11581"/>
                    <a:pt x="5269" y="11418"/>
                    <a:pt x="5799" y="11071"/>
                  </a:cubicBezTo>
                  <a:cubicBezTo>
                    <a:pt x="6278" y="10752"/>
                    <a:pt x="6666" y="10341"/>
                    <a:pt x="7031" y="9884"/>
                  </a:cubicBezTo>
                  <a:cubicBezTo>
                    <a:pt x="7579" y="9222"/>
                    <a:pt x="8058" y="8515"/>
                    <a:pt x="8538" y="7784"/>
                  </a:cubicBezTo>
                  <a:cubicBezTo>
                    <a:pt x="9382" y="6506"/>
                    <a:pt x="10249" y="5228"/>
                    <a:pt x="11094" y="3927"/>
                  </a:cubicBezTo>
                  <a:lnTo>
                    <a:pt x="11094" y="3927"/>
                  </a:lnTo>
                  <a:cubicBezTo>
                    <a:pt x="10803" y="3978"/>
                    <a:pt x="10510" y="4002"/>
                    <a:pt x="10218" y="4002"/>
                  </a:cubicBezTo>
                  <a:cubicBezTo>
                    <a:pt x="9207" y="4002"/>
                    <a:pt x="8203" y="3718"/>
                    <a:pt x="7282" y="3311"/>
                  </a:cubicBezTo>
                  <a:cubicBezTo>
                    <a:pt x="6575" y="2991"/>
                    <a:pt x="5890" y="2603"/>
                    <a:pt x="5365" y="2055"/>
                  </a:cubicBezTo>
                  <a:cubicBezTo>
                    <a:pt x="4817" y="1507"/>
                    <a:pt x="4429" y="777"/>
                    <a:pt x="440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" name="Google Shape;1220;p69"/>
            <p:cNvSpPr/>
            <p:nvPr/>
          </p:nvSpPr>
          <p:spPr>
            <a:xfrm flipH="1">
              <a:off x="3397432" y="3259740"/>
              <a:ext cx="199314" cy="155594"/>
            </a:xfrm>
            <a:custGeom>
              <a:rect b="b" l="l" r="r" t="t"/>
              <a:pathLst>
                <a:path extrusionOk="0" h="7769" w="9952">
                  <a:moveTo>
                    <a:pt x="7669" y="1"/>
                  </a:moveTo>
                  <a:cubicBezTo>
                    <a:pt x="6095" y="2489"/>
                    <a:pt x="4542" y="4817"/>
                    <a:pt x="3903" y="5524"/>
                  </a:cubicBezTo>
                  <a:cubicBezTo>
                    <a:pt x="3155" y="6354"/>
                    <a:pt x="1970" y="6552"/>
                    <a:pt x="1100" y="6552"/>
                  </a:cubicBezTo>
                  <a:cubicBezTo>
                    <a:pt x="510" y="6552"/>
                    <a:pt x="65" y="6461"/>
                    <a:pt x="0" y="6415"/>
                  </a:cubicBezTo>
                  <a:lnTo>
                    <a:pt x="0" y="6415"/>
                  </a:lnTo>
                  <a:cubicBezTo>
                    <a:pt x="46" y="6460"/>
                    <a:pt x="91" y="6506"/>
                    <a:pt x="137" y="6574"/>
                  </a:cubicBezTo>
                  <a:cubicBezTo>
                    <a:pt x="816" y="7338"/>
                    <a:pt x="1854" y="7769"/>
                    <a:pt x="2877" y="7769"/>
                  </a:cubicBezTo>
                  <a:cubicBezTo>
                    <a:pt x="3505" y="7769"/>
                    <a:pt x="4127" y="7606"/>
                    <a:pt x="4657" y="7259"/>
                  </a:cubicBezTo>
                  <a:cubicBezTo>
                    <a:pt x="5136" y="6940"/>
                    <a:pt x="5524" y="6529"/>
                    <a:pt x="5889" y="6072"/>
                  </a:cubicBezTo>
                  <a:cubicBezTo>
                    <a:pt x="6437" y="5410"/>
                    <a:pt x="6916" y="4703"/>
                    <a:pt x="7396" y="3972"/>
                  </a:cubicBezTo>
                  <a:cubicBezTo>
                    <a:pt x="8240" y="2694"/>
                    <a:pt x="9107" y="1416"/>
                    <a:pt x="9952" y="115"/>
                  </a:cubicBezTo>
                  <a:lnTo>
                    <a:pt x="9952" y="115"/>
                  </a:lnTo>
                  <a:cubicBezTo>
                    <a:pt x="9679" y="164"/>
                    <a:pt x="9403" y="187"/>
                    <a:pt x="9126" y="187"/>
                  </a:cubicBezTo>
                  <a:cubicBezTo>
                    <a:pt x="8639" y="187"/>
                    <a:pt x="8150" y="117"/>
                    <a:pt x="7669" y="1"/>
                  </a:cubicBezTo>
                  <a:close/>
                </a:path>
              </a:pathLst>
            </a:custGeom>
            <a:solidFill>
              <a:schemeClr val="dk1">
                <a:alpha val="297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21" name="Google Shape;1221;p69"/>
          <p:cNvSpPr/>
          <p:nvPr/>
        </p:nvSpPr>
        <p:spPr>
          <a:xfrm>
            <a:off x="6477745" y="4506253"/>
            <a:ext cx="68123" cy="64985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2" name="Google Shape;1222;p69"/>
          <p:cNvSpPr/>
          <p:nvPr/>
        </p:nvSpPr>
        <p:spPr>
          <a:xfrm rot="-1531528">
            <a:off x="8308411" y="1462708"/>
            <a:ext cx="174638" cy="113415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3" name="Google Shape;1223;p69"/>
          <p:cNvSpPr/>
          <p:nvPr/>
        </p:nvSpPr>
        <p:spPr>
          <a:xfrm>
            <a:off x="1483298" y="1263438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24" name="Google Shape;1224;p69"/>
          <p:cNvGrpSpPr/>
          <p:nvPr/>
        </p:nvGrpSpPr>
        <p:grpSpPr>
          <a:xfrm rot="654615">
            <a:off x="7640890" y="433767"/>
            <a:ext cx="1140331" cy="595198"/>
            <a:chOff x="1362021" y="1108808"/>
            <a:chExt cx="986885" cy="515106"/>
          </a:xfrm>
        </p:grpSpPr>
        <p:sp>
          <p:nvSpPr>
            <p:cNvPr id="1225" name="Google Shape;1225;p69"/>
            <p:cNvSpPr/>
            <p:nvPr/>
          </p:nvSpPr>
          <p:spPr>
            <a:xfrm flipH="1">
              <a:off x="1362021" y="1108808"/>
              <a:ext cx="147683" cy="70196"/>
            </a:xfrm>
            <a:custGeom>
              <a:rect b="b" l="l" r="r" t="t"/>
              <a:pathLst>
                <a:path extrusionOk="0" h="3505" w="7374">
                  <a:moveTo>
                    <a:pt x="7141" y="0"/>
                  </a:moveTo>
                  <a:cubicBezTo>
                    <a:pt x="7112" y="0"/>
                    <a:pt x="7083" y="6"/>
                    <a:pt x="7054" y="18"/>
                  </a:cubicBezTo>
                  <a:cubicBezTo>
                    <a:pt x="4748" y="999"/>
                    <a:pt x="2420" y="2026"/>
                    <a:pt x="137" y="3099"/>
                  </a:cubicBezTo>
                  <a:cubicBezTo>
                    <a:pt x="46" y="3145"/>
                    <a:pt x="1" y="3282"/>
                    <a:pt x="46" y="3373"/>
                  </a:cubicBezTo>
                  <a:cubicBezTo>
                    <a:pt x="69" y="3442"/>
                    <a:pt x="115" y="3464"/>
                    <a:pt x="160" y="3487"/>
                  </a:cubicBezTo>
                  <a:cubicBezTo>
                    <a:pt x="183" y="3499"/>
                    <a:pt x="212" y="3504"/>
                    <a:pt x="240" y="3504"/>
                  </a:cubicBezTo>
                  <a:cubicBezTo>
                    <a:pt x="269" y="3504"/>
                    <a:pt x="297" y="3499"/>
                    <a:pt x="320" y="3487"/>
                  </a:cubicBezTo>
                  <a:cubicBezTo>
                    <a:pt x="2603" y="2414"/>
                    <a:pt x="4908" y="1387"/>
                    <a:pt x="7236" y="406"/>
                  </a:cubicBezTo>
                  <a:cubicBezTo>
                    <a:pt x="7327" y="360"/>
                    <a:pt x="7373" y="223"/>
                    <a:pt x="7327" y="132"/>
                  </a:cubicBezTo>
                  <a:cubicBezTo>
                    <a:pt x="7294" y="47"/>
                    <a:pt x="7222" y="0"/>
                    <a:pt x="71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" name="Google Shape;1226;p69"/>
            <p:cNvSpPr/>
            <p:nvPr/>
          </p:nvSpPr>
          <p:spPr>
            <a:xfrm flipH="1">
              <a:off x="1486309" y="1129214"/>
              <a:ext cx="604350" cy="382245"/>
            </a:xfrm>
            <a:custGeom>
              <a:rect b="b" l="l" r="r" t="t"/>
              <a:pathLst>
                <a:path extrusionOk="0" h="19086" w="30176">
                  <a:moveTo>
                    <a:pt x="25094" y="1"/>
                  </a:moveTo>
                  <a:cubicBezTo>
                    <a:pt x="25068" y="1"/>
                    <a:pt x="25043" y="1"/>
                    <a:pt x="25017" y="3"/>
                  </a:cubicBezTo>
                  <a:cubicBezTo>
                    <a:pt x="24698" y="26"/>
                    <a:pt x="24401" y="140"/>
                    <a:pt x="24127" y="254"/>
                  </a:cubicBezTo>
                  <a:cubicBezTo>
                    <a:pt x="16092" y="3655"/>
                    <a:pt x="8058" y="7056"/>
                    <a:pt x="1" y="10457"/>
                  </a:cubicBezTo>
                  <a:cubicBezTo>
                    <a:pt x="754" y="13333"/>
                    <a:pt x="1941" y="16278"/>
                    <a:pt x="3402" y="19085"/>
                  </a:cubicBezTo>
                  <a:cubicBezTo>
                    <a:pt x="11619" y="15136"/>
                    <a:pt x="19950" y="11461"/>
                    <a:pt x="28395" y="8015"/>
                  </a:cubicBezTo>
                  <a:cubicBezTo>
                    <a:pt x="28578" y="7946"/>
                    <a:pt x="28783" y="7855"/>
                    <a:pt x="28920" y="7718"/>
                  </a:cubicBezTo>
                  <a:cubicBezTo>
                    <a:pt x="29057" y="7535"/>
                    <a:pt x="29103" y="7330"/>
                    <a:pt x="29148" y="7125"/>
                  </a:cubicBezTo>
                  <a:cubicBezTo>
                    <a:pt x="29582" y="5367"/>
                    <a:pt x="29902" y="3587"/>
                    <a:pt x="30176" y="1806"/>
                  </a:cubicBezTo>
                  <a:cubicBezTo>
                    <a:pt x="28783" y="1281"/>
                    <a:pt x="27414" y="756"/>
                    <a:pt x="26044" y="231"/>
                  </a:cubicBezTo>
                  <a:cubicBezTo>
                    <a:pt x="25727" y="126"/>
                    <a:pt x="25411" y="1"/>
                    <a:pt x="250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" name="Google Shape;1227;p69"/>
            <p:cNvSpPr/>
            <p:nvPr/>
          </p:nvSpPr>
          <p:spPr>
            <a:xfrm flipH="1">
              <a:off x="2048095" y="1364212"/>
              <a:ext cx="277501" cy="230416"/>
            </a:xfrm>
            <a:custGeom>
              <a:rect b="b" l="l" r="r" t="t"/>
              <a:pathLst>
                <a:path extrusionOk="0" h="11505" w="13856">
                  <a:moveTo>
                    <a:pt x="11253" y="0"/>
                  </a:moveTo>
                  <a:cubicBezTo>
                    <a:pt x="7510" y="1667"/>
                    <a:pt x="3744" y="3310"/>
                    <a:pt x="0" y="4976"/>
                  </a:cubicBezTo>
                  <a:cubicBezTo>
                    <a:pt x="639" y="7282"/>
                    <a:pt x="1621" y="9473"/>
                    <a:pt x="2853" y="11504"/>
                  </a:cubicBezTo>
                  <a:cubicBezTo>
                    <a:pt x="6528" y="9838"/>
                    <a:pt x="10203" y="8149"/>
                    <a:pt x="13855" y="6483"/>
                  </a:cubicBezTo>
                  <a:cubicBezTo>
                    <a:pt x="13467" y="4086"/>
                    <a:pt x="12554" y="1781"/>
                    <a:pt x="1125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" name="Google Shape;1228;p69"/>
            <p:cNvSpPr/>
            <p:nvPr/>
          </p:nvSpPr>
          <p:spPr>
            <a:xfrm flipH="1">
              <a:off x="1585522" y="1247464"/>
              <a:ext cx="350641" cy="192084"/>
            </a:xfrm>
            <a:custGeom>
              <a:rect b="b" l="l" r="r" t="t"/>
              <a:pathLst>
                <a:path extrusionOk="0" h="9591" w="17508">
                  <a:moveTo>
                    <a:pt x="16201" y="1"/>
                  </a:moveTo>
                  <a:cubicBezTo>
                    <a:pt x="16187" y="1"/>
                    <a:pt x="16173" y="4"/>
                    <a:pt x="16161" y="10"/>
                  </a:cubicBezTo>
                  <a:cubicBezTo>
                    <a:pt x="16115" y="33"/>
                    <a:pt x="16070" y="101"/>
                    <a:pt x="16115" y="147"/>
                  </a:cubicBezTo>
                  <a:lnTo>
                    <a:pt x="17302" y="2795"/>
                  </a:lnTo>
                  <a:cubicBezTo>
                    <a:pt x="17302" y="2817"/>
                    <a:pt x="17325" y="2840"/>
                    <a:pt x="17348" y="2840"/>
                  </a:cubicBezTo>
                  <a:cubicBezTo>
                    <a:pt x="17359" y="2852"/>
                    <a:pt x="17376" y="2857"/>
                    <a:pt x="17393" y="2857"/>
                  </a:cubicBezTo>
                  <a:cubicBezTo>
                    <a:pt x="17410" y="2857"/>
                    <a:pt x="17428" y="2852"/>
                    <a:pt x="17439" y="2840"/>
                  </a:cubicBezTo>
                  <a:cubicBezTo>
                    <a:pt x="17485" y="2817"/>
                    <a:pt x="17508" y="2772"/>
                    <a:pt x="17485" y="2703"/>
                  </a:cubicBezTo>
                  <a:lnTo>
                    <a:pt x="16298" y="56"/>
                  </a:lnTo>
                  <a:cubicBezTo>
                    <a:pt x="16281" y="22"/>
                    <a:pt x="16240" y="1"/>
                    <a:pt x="16201" y="1"/>
                  </a:cubicBezTo>
                  <a:close/>
                  <a:moveTo>
                    <a:pt x="11858" y="1503"/>
                  </a:moveTo>
                  <a:cubicBezTo>
                    <a:pt x="11838" y="1503"/>
                    <a:pt x="11818" y="1508"/>
                    <a:pt x="11801" y="1516"/>
                  </a:cubicBezTo>
                  <a:cubicBezTo>
                    <a:pt x="11756" y="1539"/>
                    <a:pt x="11733" y="1608"/>
                    <a:pt x="11778" y="1653"/>
                  </a:cubicBezTo>
                  <a:cubicBezTo>
                    <a:pt x="12281" y="2498"/>
                    <a:pt x="12691" y="3365"/>
                    <a:pt x="13011" y="4301"/>
                  </a:cubicBezTo>
                  <a:cubicBezTo>
                    <a:pt x="13011" y="4324"/>
                    <a:pt x="13034" y="4347"/>
                    <a:pt x="13057" y="4369"/>
                  </a:cubicBezTo>
                  <a:lnTo>
                    <a:pt x="13148" y="4369"/>
                  </a:lnTo>
                  <a:cubicBezTo>
                    <a:pt x="13194" y="4347"/>
                    <a:pt x="13216" y="4278"/>
                    <a:pt x="13194" y="4233"/>
                  </a:cubicBezTo>
                  <a:cubicBezTo>
                    <a:pt x="12897" y="3297"/>
                    <a:pt x="12463" y="2384"/>
                    <a:pt x="11961" y="1562"/>
                  </a:cubicBezTo>
                  <a:cubicBezTo>
                    <a:pt x="11932" y="1519"/>
                    <a:pt x="11894" y="1503"/>
                    <a:pt x="11858" y="1503"/>
                  </a:cubicBezTo>
                  <a:close/>
                  <a:moveTo>
                    <a:pt x="8052" y="3265"/>
                  </a:moveTo>
                  <a:cubicBezTo>
                    <a:pt x="8038" y="3265"/>
                    <a:pt x="8024" y="3268"/>
                    <a:pt x="8012" y="3274"/>
                  </a:cubicBezTo>
                  <a:cubicBezTo>
                    <a:pt x="7944" y="3297"/>
                    <a:pt x="7921" y="3365"/>
                    <a:pt x="7944" y="3411"/>
                  </a:cubicBezTo>
                  <a:lnTo>
                    <a:pt x="9199" y="5967"/>
                  </a:lnTo>
                  <a:cubicBezTo>
                    <a:pt x="9199" y="5990"/>
                    <a:pt x="9222" y="6013"/>
                    <a:pt x="9245" y="6036"/>
                  </a:cubicBezTo>
                  <a:cubicBezTo>
                    <a:pt x="9268" y="6036"/>
                    <a:pt x="9313" y="6036"/>
                    <a:pt x="9336" y="6013"/>
                  </a:cubicBezTo>
                  <a:cubicBezTo>
                    <a:pt x="9382" y="5990"/>
                    <a:pt x="9405" y="5944"/>
                    <a:pt x="9382" y="5876"/>
                  </a:cubicBezTo>
                  <a:lnTo>
                    <a:pt x="8149" y="3320"/>
                  </a:lnTo>
                  <a:cubicBezTo>
                    <a:pt x="8132" y="3286"/>
                    <a:pt x="8091" y="3265"/>
                    <a:pt x="8052" y="3265"/>
                  </a:cubicBezTo>
                  <a:close/>
                  <a:moveTo>
                    <a:pt x="4068" y="4888"/>
                  </a:moveTo>
                  <a:cubicBezTo>
                    <a:pt x="4058" y="4888"/>
                    <a:pt x="4049" y="4890"/>
                    <a:pt x="4041" y="4894"/>
                  </a:cubicBezTo>
                  <a:cubicBezTo>
                    <a:pt x="3972" y="4917"/>
                    <a:pt x="3949" y="4986"/>
                    <a:pt x="3972" y="5031"/>
                  </a:cubicBezTo>
                  <a:lnTo>
                    <a:pt x="4976" y="7885"/>
                  </a:lnTo>
                  <a:cubicBezTo>
                    <a:pt x="4999" y="7907"/>
                    <a:pt x="5022" y="7930"/>
                    <a:pt x="5045" y="7953"/>
                  </a:cubicBezTo>
                  <a:lnTo>
                    <a:pt x="5113" y="7953"/>
                  </a:lnTo>
                  <a:cubicBezTo>
                    <a:pt x="5182" y="7930"/>
                    <a:pt x="5205" y="7862"/>
                    <a:pt x="5182" y="7816"/>
                  </a:cubicBezTo>
                  <a:lnTo>
                    <a:pt x="4178" y="4963"/>
                  </a:lnTo>
                  <a:cubicBezTo>
                    <a:pt x="4159" y="4926"/>
                    <a:pt x="4110" y="4888"/>
                    <a:pt x="4068" y="4888"/>
                  </a:cubicBezTo>
                  <a:close/>
                  <a:moveTo>
                    <a:pt x="119" y="6392"/>
                  </a:moveTo>
                  <a:cubicBezTo>
                    <a:pt x="104" y="6392"/>
                    <a:pt x="87" y="6395"/>
                    <a:pt x="69" y="6401"/>
                  </a:cubicBezTo>
                  <a:cubicBezTo>
                    <a:pt x="23" y="6424"/>
                    <a:pt x="0" y="6469"/>
                    <a:pt x="23" y="6538"/>
                  </a:cubicBezTo>
                  <a:cubicBezTo>
                    <a:pt x="434" y="7565"/>
                    <a:pt x="936" y="8569"/>
                    <a:pt x="1507" y="9528"/>
                  </a:cubicBezTo>
                  <a:cubicBezTo>
                    <a:pt x="1507" y="9551"/>
                    <a:pt x="1530" y="9574"/>
                    <a:pt x="1553" y="9574"/>
                  </a:cubicBezTo>
                  <a:cubicBezTo>
                    <a:pt x="1564" y="9585"/>
                    <a:pt x="1581" y="9591"/>
                    <a:pt x="1598" y="9591"/>
                  </a:cubicBezTo>
                  <a:cubicBezTo>
                    <a:pt x="1615" y="9591"/>
                    <a:pt x="1632" y="9585"/>
                    <a:pt x="1644" y="9574"/>
                  </a:cubicBezTo>
                  <a:cubicBezTo>
                    <a:pt x="1690" y="9551"/>
                    <a:pt x="1712" y="9482"/>
                    <a:pt x="1690" y="9437"/>
                  </a:cubicBezTo>
                  <a:cubicBezTo>
                    <a:pt x="1119" y="8478"/>
                    <a:pt x="640" y="7474"/>
                    <a:pt x="206" y="6447"/>
                  </a:cubicBezTo>
                  <a:cubicBezTo>
                    <a:pt x="189" y="6413"/>
                    <a:pt x="160" y="6392"/>
                    <a:pt x="119" y="639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" name="Google Shape;1229;p69"/>
            <p:cNvSpPr/>
            <p:nvPr/>
          </p:nvSpPr>
          <p:spPr>
            <a:xfrm flipH="1">
              <a:off x="2048099" y="1437806"/>
              <a:ext cx="245497" cy="156815"/>
            </a:xfrm>
            <a:custGeom>
              <a:rect b="b" l="l" r="r" t="t"/>
              <a:pathLst>
                <a:path extrusionOk="0" h="7830" w="12258">
                  <a:moveTo>
                    <a:pt x="11550" y="0"/>
                  </a:moveTo>
                  <a:cubicBezTo>
                    <a:pt x="7647" y="1712"/>
                    <a:pt x="3789" y="3561"/>
                    <a:pt x="0" y="5524"/>
                  </a:cubicBezTo>
                  <a:cubicBezTo>
                    <a:pt x="388" y="6300"/>
                    <a:pt x="799" y="7076"/>
                    <a:pt x="1255" y="7829"/>
                  </a:cubicBezTo>
                  <a:cubicBezTo>
                    <a:pt x="4930" y="6163"/>
                    <a:pt x="8605" y="4474"/>
                    <a:pt x="12257" y="2808"/>
                  </a:cubicBezTo>
                  <a:cubicBezTo>
                    <a:pt x="12098" y="1849"/>
                    <a:pt x="11846" y="890"/>
                    <a:pt x="115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" name="Google Shape;1230;p69"/>
            <p:cNvSpPr/>
            <p:nvPr/>
          </p:nvSpPr>
          <p:spPr>
            <a:xfrm flipH="1">
              <a:off x="2011522" y="1314049"/>
              <a:ext cx="337383" cy="309865"/>
            </a:xfrm>
            <a:custGeom>
              <a:rect b="b" l="l" r="r" t="t"/>
              <a:pathLst>
                <a:path extrusionOk="0" h="15472" w="16846">
                  <a:moveTo>
                    <a:pt x="12200" y="1"/>
                  </a:moveTo>
                  <a:cubicBezTo>
                    <a:pt x="12159" y="1"/>
                    <a:pt x="12117" y="6"/>
                    <a:pt x="12075" y="17"/>
                  </a:cubicBezTo>
                  <a:cubicBezTo>
                    <a:pt x="11801" y="109"/>
                    <a:pt x="11641" y="428"/>
                    <a:pt x="11664" y="725"/>
                  </a:cubicBezTo>
                  <a:cubicBezTo>
                    <a:pt x="11687" y="999"/>
                    <a:pt x="11732" y="1296"/>
                    <a:pt x="11801" y="1478"/>
                  </a:cubicBezTo>
                  <a:cubicBezTo>
                    <a:pt x="12988" y="4423"/>
                    <a:pt x="14175" y="7390"/>
                    <a:pt x="15339" y="10334"/>
                  </a:cubicBezTo>
                  <a:cubicBezTo>
                    <a:pt x="15453" y="10608"/>
                    <a:pt x="15590" y="10928"/>
                    <a:pt x="15841" y="11110"/>
                  </a:cubicBezTo>
                  <a:cubicBezTo>
                    <a:pt x="15952" y="11199"/>
                    <a:pt x="16106" y="11250"/>
                    <a:pt x="16257" y="11250"/>
                  </a:cubicBezTo>
                  <a:cubicBezTo>
                    <a:pt x="16415" y="11250"/>
                    <a:pt x="16569" y="11194"/>
                    <a:pt x="16663" y="11065"/>
                  </a:cubicBezTo>
                  <a:cubicBezTo>
                    <a:pt x="16845" y="10859"/>
                    <a:pt x="16754" y="10540"/>
                    <a:pt x="16663" y="10266"/>
                  </a:cubicBezTo>
                  <a:cubicBezTo>
                    <a:pt x="15613" y="7070"/>
                    <a:pt x="14403" y="3920"/>
                    <a:pt x="13056" y="816"/>
                  </a:cubicBezTo>
                  <a:cubicBezTo>
                    <a:pt x="12892" y="446"/>
                    <a:pt x="12578" y="1"/>
                    <a:pt x="12200" y="1"/>
                  </a:cubicBezTo>
                  <a:close/>
                  <a:moveTo>
                    <a:pt x="636" y="5970"/>
                  </a:moveTo>
                  <a:cubicBezTo>
                    <a:pt x="615" y="5970"/>
                    <a:pt x="593" y="5971"/>
                    <a:pt x="571" y="5975"/>
                  </a:cubicBezTo>
                  <a:cubicBezTo>
                    <a:pt x="251" y="6020"/>
                    <a:pt x="46" y="6340"/>
                    <a:pt x="23" y="6637"/>
                  </a:cubicBezTo>
                  <a:cubicBezTo>
                    <a:pt x="0" y="6956"/>
                    <a:pt x="137" y="7253"/>
                    <a:pt x="251" y="7550"/>
                  </a:cubicBezTo>
                  <a:cubicBezTo>
                    <a:pt x="662" y="8486"/>
                    <a:pt x="1050" y="9421"/>
                    <a:pt x="1461" y="10380"/>
                  </a:cubicBezTo>
                  <a:cubicBezTo>
                    <a:pt x="1803" y="11179"/>
                    <a:pt x="2146" y="12001"/>
                    <a:pt x="2488" y="12799"/>
                  </a:cubicBezTo>
                  <a:cubicBezTo>
                    <a:pt x="2808" y="13598"/>
                    <a:pt x="3150" y="14397"/>
                    <a:pt x="3675" y="15082"/>
                  </a:cubicBezTo>
                  <a:cubicBezTo>
                    <a:pt x="3812" y="15265"/>
                    <a:pt x="3995" y="15447"/>
                    <a:pt x="4223" y="15470"/>
                  </a:cubicBezTo>
                  <a:cubicBezTo>
                    <a:pt x="4235" y="15471"/>
                    <a:pt x="4246" y="15471"/>
                    <a:pt x="4258" y="15471"/>
                  </a:cubicBezTo>
                  <a:cubicBezTo>
                    <a:pt x="4562" y="15471"/>
                    <a:pt x="4817" y="15185"/>
                    <a:pt x="4839" y="14877"/>
                  </a:cubicBezTo>
                  <a:cubicBezTo>
                    <a:pt x="4885" y="14557"/>
                    <a:pt x="4748" y="14237"/>
                    <a:pt x="4634" y="13941"/>
                  </a:cubicBezTo>
                  <a:cubicBezTo>
                    <a:pt x="3675" y="11727"/>
                    <a:pt x="2716" y="9490"/>
                    <a:pt x="1735" y="7276"/>
                  </a:cubicBezTo>
                  <a:cubicBezTo>
                    <a:pt x="1621" y="7025"/>
                    <a:pt x="1461" y="6751"/>
                    <a:pt x="1301" y="6477"/>
                  </a:cubicBezTo>
                  <a:cubicBezTo>
                    <a:pt x="1153" y="6223"/>
                    <a:pt x="908" y="5970"/>
                    <a:pt x="636" y="597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1" name="Google Shape;1231;p69"/>
          <p:cNvGrpSpPr/>
          <p:nvPr/>
        </p:nvGrpSpPr>
        <p:grpSpPr>
          <a:xfrm>
            <a:off x="2969215" y="4439399"/>
            <a:ext cx="150927" cy="143533"/>
            <a:chOff x="3716290" y="4256524"/>
            <a:chExt cx="150927" cy="143533"/>
          </a:xfrm>
        </p:grpSpPr>
        <p:sp>
          <p:nvSpPr>
            <p:cNvPr id="1232" name="Google Shape;1232;p69"/>
            <p:cNvSpPr/>
            <p:nvPr/>
          </p:nvSpPr>
          <p:spPr>
            <a:xfrm>
              <a:off x="3723063" y="4256524"/>
              <a:ext cx="144154" cy="125102"/>
            </a:xfrm>
            <a:custGeom>
              <a:rect b="b" l="l" r="r" t="t"/>
              <a:pathLst>
                <a:path extrusionOk="0" h="4636" w="5342">
                  <a:moveTo>
                    <a:pt x="2617" y="1"/>
                  </a:moveTo>
                  <a:cubicBezTo>
                    <a:pt x="1907" y="1"/>
                    <a:pt x="1193" y="283"/>
                    <a:pt x="731" y="824"/>
                  </a:cubicBezTo>
                  <a:cubicBezTo>
                    <a:pt x="412" y="1189"/>
                    <a:pt x="1" y="2011"/>
                    <a:pt x="138" y="2810"/>
                  </a:cubicBezTo>
                  <a:cubicBezTo>
                    <a:pt x="252" y="3403"/>
                    <a:pt x="663" y="3905"/>
                    <a:pt x="1188" y="4202"/>
                  </a:cubicBezTo>
                  <a:cubicBezTo>
                    <a:pt x="1713" y="4499"/>
                    <a:pt x="2306" y="4613"/>
                    <a:pt x="2900" y="4636"/>
                  </a:cubicBezTo>
                  <a:cubicBezTo>
                    <a:pt x="3242" y="4636"/>
                    <a:pt x="3584" y="4613"/>
                    <a:pt x="3881" y="4476"/>
                  </a:cubicBezTo>
                  <a:cubicBezTo>
                    <a:pt x="4201" y="4339"/>
                    <a:pt x="4475" y="4065"/>
                    <a:pt x="4680" y="3768"/>
                  </a:cubicBezTo>
                  <a:cubicBezTo>
                    <a:pt x="5342" y="2741"/>
                    <a:pt x="5068" y="1212"/>
                    <a:pt x="4064" y="459"/>
                  </a:cubicBezTo>
                  <a:cubicBezTo>
                    <a:pt x="3650" y="151"/>
                    <a:pt x="3135" y="1"/>
                    <a:pt x="26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" name="Google Shape;1233;p69"/>
            <p:cNvSpPr/>
            <p:nvPr/>
          </p:nvSpPr>
          <p:spPr>
            <a:xfrm>
              <a:off x="3752018" y="4279812"/>
              <a:ext cx="83195" cy="76610"/>
            </a:xfrm>
            <a:custGeom>
              <a:rect b="b" l="l" r="r" t="t"/>
              <a:pathLst>
                <a:path extrusionOk="0" h="2839" w="3083">
                  <a:moveTo>
                    <a:pt x="1286" y="1"/>
                  </a:moveTo>
                  <a:cubicBezTo>
                    <a:pt x="1219" y="1"/>
                    <a:pt x="1134" y="45"/>
                    <a:pt x="1096" y="121"/>
                  </a:cubicBezTo>
                  <a:cubicBezTo>
                    <a:pt x="1051" y="189"/>
                    <a:pt x="1028" y="280"/>
                    <a:pt x="1028" y="372"/>
                  </a:cubicBezTo>
                  <a:cubicBezTo>
                    <a:pt x="1005" y="668"/>
                    <a:pt x="1028" y="965"/>
                    <a:pt x="1073" y="1239"/>
                  </a:cubicBezTo>
                  <a:cubicBezTo>
                    <a:pt x="1073" y="1262"/>
                    <a:pt x="1073" y="1307"/>
                    <a:pt x="1073" y="1353"/>
                  </a:cubicBezTo>
                  <a:cubicBezTo>
                    <a:pt x="1005" y="1376"/>
                    <a:pt x="914" y="1376"/>
                    <a:pt x="822" y="1399"/>
                  </a:cubicBezTo>
                  <a:cubicBezTo>
                    <a:pt x="754" y="1422"/>
                    <a:pt x="503" y="1513"/>
                    <a:pt x="229" y="1604"/>
                  </a:cubicBezTo>
                  <a:cubicBezTo>
                    <a:pt x="138" y="1627"/>
                    <a:pt x="1" y="1741"/>
                    <a:pt x="69" y="1832"/>
                  </a:cubicBezTo>
                  <a:cubicBezTo>
                    <a:pt x="92" y="1878"/>
                    <a:pt x="160" y="1878"/>
                    <a:pt x="229" y="1878"/>
                  </a:cubicBezTo>
                  <a:cubicBezTo>
                    <a:pt x="548" y="1878"/>
                    <a:pt x="868" y="1855"/>
                    <a:pt x="1188" y="1810"/>
                  </a:cubicBezTo>
                  <a:cubicBezTo>
                    <a:pt x="1279" y="2084"/>
                    <a:pt x="1416" y="2403"/>
                    <a:pt x="1576" y="2700"/>
                  </a:cubicBezTo>
                  <a:cubicBezTo>
                    <a:pt x="1621" y="2745"/>
                    <a:pt x="1644" y="2814"/>
                    <a:pt x="1713" y="2837"/>
                  </a:cubicBezTo>
                  <a:cubicBezTo>
                    <a:pt x="1720" y="2838"/>
                    <a:pt x="1728" y="2839"/>
                    <a:pt x="1735" y="2839"/>
                  </a:cubicBezTo>
                  <a:cubicBezTo>
                    <a:pt x="1857" y="2839"/>
                    <a:pt x="1918" y="2669"/>
                    <a:pt x="1918" y="2540"/>
                  </a:cubicBezTo>
                  <a:cubicBezTo>
                    <a:pt x="1941" y="2243"/>
                    <a:pt x="1918" y="1969"/>
                    <a:pt x="1872" y="1673"/>
                  </a:cubicBezTo>
                  <a:cubicBezTo>
                    <a:pt x="2283" y="1581"/>
                    <a:pt x="2694" y="1467"/>
                    <a:pt x="3082" y="1307"/>
                  </a:cubicBezTo>
                  <a:cubicBezTo>
                    <a:pt x="3036" y="1170"/>
                    <a:pt x="2854" y="1148"/>
                    <a:pt x="2694" y="1148"/>
                  </a:cubicBezTo>
                  <a:cubicBezTo>
                    <a:pt x="2397" y="1148"/>
                    <a:pt x="2101" y="1170"/>
                    <a:pt x="1781" y="1216"/>
                  </a:cubicBezTo>
                  <a:cubicBezTo>
                    <a:pt x="1690" y="805"/>
                    <a:pt x="1530" y="394"/>
                    <a:pt x="1324" y="6"/>
                  </a:cubicBezTo>
                  <a:cubicBezTo>
                    <a:pt x="1313" y="2"/>
                    <a:pt x="1300" y="1"/>
                    <a:pt x="1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" name="Google Shape;1234;p69"/>
            <p:cNvSpPr/>
            <p:nvPr/>
          </p:nvSpPr>
          <p:spPr>
            <a:xfrm>
              <a:off x="3716290" y="4291065"/>
              <a:ext cx="138001" cy="108992"/>
            </a:xfrm>
            <a:custGeom>
              <a:rect b="b" l="l" r="r" t="t"/>
              <a:pathLst>
                <a:path extrusionOk="0" h="4039" w="5114">
                  <a:moveTo>
                    <a:pt x="686" y="0"/>
                  </a:moveTo>
                  <a:lnTo>
                    <a:pt x="686" y="0"/>
                  </a:lnTo>
                  <a:cubicBezTo>
                    <a:pt x="1" y="959"/>
                    <a:pt x="115" y="2397"/>
                    <a:pt x="914" y="3241"/>
                  </a:cubicBezTo>
                  <a:cubicBezTo>
                    <a:pt x="1396" y="3764"/>
                    <a:pt x="2101" y="4039"/>
                    <a:pt x="2806" y="4039"/>
                  </a:cubicBezTo>
                  <a:cubicBezTo>
                    <a:pt x="3270" y="4039"/>
                    <a:pt x="3733" y="3920"/>
                    <a:pt x="4132" y="3675"/>
                  </a:cubicBezTo>
                  <a:cubicBezTo>
                    <a:pt x="4360" y="3538"/>
                    <a:pt x="4566" y="3356"/>
                    <a:pt x="4726" y="3150"/>
                  </a:cubicBezTo>
                  <a:cubicBezTo>
                    <a:pt x="4931" y="2876"/>
                    <a:pt x="5022" y="2580"/>
                    <a:pt x="5091" y="2260"/>
                  </a:cubicBezTo>
                  <a:cubicBezTo>
                    <a:pt x="5091" y="2214"/>
                    <a:pt x="5114" y="2169"/>
                    <a:pt x="5114" y="2123"/>
                  </a:cubicBezTo>
                  <a:lnTo>
                    <a:pt x="5114" y="2123"/>
                  </a:lnTo>
                  <a:cubicBezTo>
                    <a:pt x="5068" y="2237"/>
                    <a:pt x="4999" y="2374"/>
                    <a:pt x="4931" y="2488"/>
                  </a:cubicBezTo>
                  <a:cubicBezTo>
                    <a:pt x="4726" y="2785"/>
                    <a:pt x="4475" y="3059"/>
                    <a:pt x="4132" y="3196"/>
                  </a:cubicBezTo>
                  <a:cubicBezTo>
                    <a:pt x="3835" y="3333"/>
                    <a:pt x="3493" y="3356"/>
                    <a:pt x="3151" y="3356"/>
                  </a:cubicBezTo>
                  <a:cubicBezTo>
                    <a:pt x="2557" y="3333"/>
                    <a:pt x="1964" y="3219"/>
                    <a:pt x="1439" y="2922"/>
                  </a:cubicBezTo>
                  <a:cubicBezTo>
                    <a:pt x="914" y="2625"/>
                    <a:pt x="503" y="2123"/>
                    <a:pt x="389" y="1530"/>
                  </a:cubicBezTo>
                  <a:cubicBezTo>
                    <a:pt x="297" y="982"/>
                    <a:pt x="457" y="411"/>
                    <a:pt x="6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35" name="Google Shape;1235;p69"/>
          <p:cNvGrpSpPr/>
          <p:nvPr/>
        </p:nvGrpSpPr>
        <p:grpSpPr>
          <a:xfrm flipH="1" rot="-1130991">
            <a:off x="4134722" y="4303983"/>
            <a:ext cx="874559" cy="1481121"/>
            <a:chOff x="-117729" y="1733810"/>
            <a:chExt cx="874530" cy="1481072"/>
          </a:xfrm>
        </p:grpSpPr>
        <p:sp>
          <p:nvSpPr>
            <p:cNvPr id="1236" name="Google Shape;1236;p69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7" name="Google Shape;1237;p69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8" name="Google Shape;1238;p69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39" name="Google Shape;1239;p69"/>
          <p:cNvSpPr txBox="1"/>
          <p:nvPr/>
        </p:nvSpPr>
        <p:spPr>
          <a:xfrm>
            <a:off x="508925" y="1131500"/>
            <a:ext cx="7805700" cy="344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Why D-clip?</a:t>
            </a:r>
            <a:endParaRPr sz="12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mfortaa"/>
              <a:buChar char="-"/>
            </a:pPr>
            <a:r>
              <a:rPr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Standard clip for broad neck aneurysms. </a:t>
            </a:r>
            <a:endParaRPr sz="12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mfortaa"/>
              <a:buChar char="-"/>
            </a:pPr>
            <a:r>
              <a:rPr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Good in tight spaces (~9mm)</a:t>
            </a:r>
            <a:endParaRPr sz="12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b="1"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L-Clip</a:t>
            </a:r>
            <a:r>
              <a:rPr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 may lead to uneven for distribution</a:t>
            </a:r>
            <a:endParaRPr sz="12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b="1"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Yasargil </a:t>
            </a:r>
            <a:r>
              <a:rPr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needs careful placement to match aneurysm anatomy</a:t>
            </a:r>
            <a:endParaRPr sz="12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358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Material/ Properties:</a:t>
            </a:r>
            <a:endParaRPr sz="12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mfortaa"/>
              <a:buChar char="-"/>
            </a:pPr>
            <a:r>
              <a:rPr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Stainless steel</a:t>
            </a:r>
            <a:endParaRPr sz="12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b="1"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Jaw Length</a:t>
            </a:r>
            <a:r>
              <a:rPr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: 9 mm</a:t>
            </a:r>
            <a:endParaRPr sz="12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b="1"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Maximum Opening</a:t>
            </a:r>
            <a:r>
              <a:rPr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: 8.9 mm</a:t>
            </a:r>
            <a:endParaRPr sz="12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b="1"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Closing Force</a:t>
            </a:r>
            <a:r>
              <a:rPr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: 0.88 N </a:t>
            </a:r>
            <a:endParaRPr sz="12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Modeling</a:t>
            </a:r>
            <a:endParaRPr sz="12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mfortaa"/>
              <a:buChar char="-"/>
            </a:pPr>
            <a:r>
              <a:rPr lang="en" sz="12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Closing force and jaw surface areas will be applied as boundary conditions in Ansys</a:t>
            </a:r>
            <a:endParaRPr sz="12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800" u="sng">
                <a:solidFill>
                  <a:schemeClr val="hlink"/>
                </a:solidFill>
                <a:latin typeface="Comfortaa"/>
                <a:ea typeface="Comfortaa"/>
                <a:cs typeface="Comfortaa"/>
                <a:sym typeface="Comfortaa"/>
                <a:hlinkClick r:id="rId3"/>
              </a:rPr>
              <a:t>https://www.lazic.de/en/competence/</a:t>
            </a:r>
            <a:r>
              <a:rPr lang="en" sz="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 </a:t>
            </a:r>
            <a:endParaRPr sz="8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1240" name="Google Shape;1240;p69"/>
          <p:cNvPicPr preferRelativeResize="0"/>
          <p:nvPr/>
        </p:nvPicPr>
        <p:blipFill rotWithShape="1">
          <a:blip r:embed="rId4">
            <a:alphaModFix/>
          </a:blip>
          <a:srcRect b="23412" l="0" r="36944" t="0"/>
          <a:stretch/>
        </p:blipFill>
        <p:spPr>
          <a:xfrm>
            <a:off x="4610575" y="2796150"/>
            <a:ext cx="3511626" cy="99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1" name="Google Shape;1241;p69"/>
          <p:cNvPicPr preferRelativeResize="0"/>
          <p:nvPr/>
        </p:nvPicPr>
        <p:blipFill rotWithShape="1">
          <a:blip r:embed="rId4">
            <a:alphaModFix/>
          </a:blip>
          <a:srcRect b="0" l="65111" r="4887" t="0"/>
          <a:stretch/>
        </p:blipFill>
        <p:spPr>
          <a:xfrm>
            <a:off x="6378550" y="1217425"/>
            <a:ext cx="1391249" cy="1080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5" name="Shape 1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6" name="Google Shape;1246;p70"/>
          <p:cNvGrpSpPr/>
          <p:nvPr/>
        </p:nvGrpSpPr>
        <p:grpSpPr>
          <a:xfrm>
            <a:off x="8152221" y="521167"/>
            <a:ext cx="637156" cy="696384"/>
            <a:chOff x="849771" y="662017"/>
            <a:chExt cx="637156" cy="696384"/>
          </a:xfrm>
        </p:grpSpPr>
        <p:sp>
          <p:nvSpPr>
            <p:cNvPr id="1247" name="Google Shape;1247;p70"/>
            <p:cNvSpPr/>
            <p:nvPr/>
          </p:nvSpPr>
          <p:spPr>
            <a:xfrm>
              <a:off x="849771" y="788329"/>
              <a:ext cx="576393" cy="570073"/>
            </a:xfrm>
            <a:custGeom>
              <a:rect b="b" l="l" r="r" t="t"/>
              <a:pathLst>
                <a:path extrusionOk="0" h="19483" w="19699">
                  <a:moveTo>
                    <a:pt x="12988" y="0"/>
                  </a:moveTo>
                  <a:cubicBezTo>
                    <a:pt x="12287" y="539"/>
                    <a:pt x="11418" y="753"/>
                    <a:pt x="10545" y="753"/>
                  </a:cubicBezTo>
                  <a:cubicBezTo>
                    <a:pt x="10308" y="753"/>
                    <a:pt x="10072" y="737"/>
                    <a:pt x="9838" y="708"/>
                  </a:cubicBezTo>
                  <a:cubicBezTo>
                    <a:pt x="9413" y="645"/>
                    <a:pt x="8955" y="549"/>
                    <a:pt x="8522" y="549"/>
                  </a:cubicBezTo>
                  <a:cubicBezTo>
                    <a:pt x="8163" y="549"/>
                    <a:pt x="7822" y="615"/>
                    <a:pt x="7532" y="822"/>
                  </a:cubicBezTo>
                  <a:cubicBezTo>
                    <a:pt x="7373" y="959"/>
                    <a:pt x="7236" y="1119"/>
                    <a:pt x="7099" y="1301"/>
                  </a:cubicBezTo>
                  <a:cubicBezTo>
                    <a:pt x="4337" y="4771"/>
                    <a:pt x="2009" y="8582"/>
                    <a:pt x="206" y="12645"/>
                  </a:cubicBezTo>
                  <a:cubicBezTo>
                    <a:pt x="0" y="13216"/>
                    <a:pt x="206" y="13787"/>
                    <a:pt x="479" y="14266"/>
                  </a:cubicBezTo>
                  <a:cubicBezTo>
                    <a:pt x="1461" y="15978"/>
                    <a:pt x="3150" y="17142"/>
                    <a:pt x="4908" y="18032"/>
                  </a:cubicBezTo>
                  <a:cubicBezTo>
                    <a:pt x="6494" y="18836"/>
                    <a:pt x="8217" y="19483"/>
                    <a:pt x="9986" y="19483"/>
                  </a:cubicBezTo>
                  <a:cubicBezTo>
                    <a:pt x="10127" y="19483"/>
                    <a:pt x="10268" y="19478"/>
                    <a:pt x="10408" y="19470"/>
                  </a:cubicBezTo>
                  <a:cubicBezTo>
                    <a:pt x="11139" y="19447"/>
                    <a:pt x="11892" y="19287"/>
                    <a:pt x="12463" y="18831"/>
                  </a:cubicBezTo>
                  <a:cubicBezTo>
                    <a:pt x="12919" y="18489"/>
                    <a:pt x="13216" y="17986"/>
                    <a:pt x="13536" y="17507"/>
                  </a:cubicBezTo>
                  <a:cubicBezTo>
                    <a:pt x="15635" y="14129"/>
                    <a:pt x="17735" y="10751"/>
                    <a:pt x="19516" y="7167"/>
                  </a:cubicBezTo>
                  <a:cubicBezTo>
                    <a:pt x="19698" y="6346"/>
                    <a:pt x="19539" y="5866"/>
                    <a:pt x="19288" y="5478"/>
                  </a:cubicBezTo>
                  <a:cubicBezTo>
                    <a:pt x="19036" y="5090"/>
                    <a:pt x="18671" y="4771"/>
                    <a:pt x="18420" y="4405"/>
                  </a:cubicBezTo>
                  <a:cubicBezTo>
                    <a:pt x="18009" y="3858"/>
                    <a:pt x="17781" y="3196"/>
                    <a:pt x="17735" y="2511"/>
                  </a:cubicBezTo>
                  <a:cubicBezTo>
                    <a:pt x="16092" y="1780"/>
                    <a:pt x="14494" y="959"/>
                    <a:pt x="129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" name="Google Shape;1248;p70"/>
            <p:cNvSpPr/>
            <p:nvPr/>
          </p:nvSpPr>
          <p:spPr>
            <a:xfrm>
              <a:off x="921222" y="935912"/>
              <a:ext cx="384710" cy="367476"/>
            </a:xfrm>
            <a:custGeom>
              <a:rect b="b" l="l" r="r" t="t"/>
              <a:pathLst>
                <a:path extrusionOk="0" h="12559" w="13148">
                  <a:moveTo>
                    <a:pt x="4246" y="0"/>
                  </a:moveTo>
                  <a:cubicBezTo>
                    <a:pt x="3036" y="1849"/>
                    <a:pt x="1849" y="3721"/>
                    <a:pt x="662" y="5593"/>
                  </a:cubicBezTo>
                  <a:cubicBezTo>
                    <a:pt x="480" y="5889"/>
                    <a:pt x="274" y="6186"/>
                    <a:pt x="183" y="6529"/>
                  </a:cubicBezTo>
                  <a:cubicBezTo>
                    <a:pt x="0" y="7099"/>
                    <a:pt x="69" y="7738"/>
                    <a:pt x="274" y="8332"/>
                  </a:cubicBezTo>
                  <a:cubicBezTo>
                    <a:pt x="685" y="9473"/>
                    <a:pt x="1530" y="10432"/>
                    <a:pt x="2557" y="11116"/>
                  </a:cubicBezTo>
                  <a:cubicBezTo>
                    <a:pt x="3584" y="11778"/>
                    <a:pt x="4771" y="12166"/>
                    <a:pt x="5958" y="12417"/>
                  </a:cubicBezTo>
                  <a:cubicBezTo>
                    <a:pt x="6344" y="12497"/>
                    <a:pt x="6753" y="12559"/>
                    <a:pt x="7148" y="12559"/>
                  </a:cubicBezTo>
                  <a:cubicBezTo>
                    <a:pt x="7664" y="12559"/>
                    <a:pt x="8160" y="12453"/>
                    <a:pt x="8560" y="12144"/>
                  </a:cubicBezTo>
                  <a:cubicBezTo>
                    <a:pt x="8879" y="11915"/>
                    <a:pt x="9108" y="11550"/>
                    <a:pt x="9336" y="11208"/>
                  </a:cubicBezTo>
                  <a:cubicBezTo>
                    <a:pt x="10591" y="9268"/>
                    <a:pt x="11824" y="7327"/>
                    <a:pt x="12988" y="5342"/>
                  </a:cubicBezTo>
                  <a:cubicBezTo>
                    <a:pt x="13057" y="5227"/>
                    <a:pt x="13125" y="5113"/>
                    <a:pt x="13125" y="4976"/>
                  </a:cubicBezTo>
                  <a:cubicBezTo>
                    <a:pt x="13148" y="4862"/>
                    <a:pt x="13102" y="4748"/>
                    <a:pt x="13057" y="4634"/>
                  </a:cubicBezTo>
                  <a:cubicBezTo>
                    <a:pt x="12783" y="3995"/>
                    <a:pt x="12189" y="3561"/>
                    <a:pt x="11596" y="3196"/>
                  </a:cubicBezTo>
                  <a:cubicBezTo>
                    <a:pt x="9313" y="1712"/>
                    <a:pt x="6825" y="457"/>
                    <a:pt x="424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" name="Google Shape;1249;p70"/>
            <p:cNvSpPr/>
            <p:nvPr/>
          </p:nvSpPr>
          <p:spPr>
            <a:xfrm>
              <a:off x="1162317" y="662017"/>
              <a:ext cx="324610" cy="227848"/>
            </a:xfrm>
            <a:custGeom>
              <a:rect b="b" l="l" r="r" t="t"/>
              <a:pathLst>
                <a:path extrusionOk="0" h="7787" w="11094">
                  <a:moveTo>
                    <a:pt x="2001" y="0"/>
                  </a:moveTo>
                  <a:cubicBezTo>
                    <a:pt x="1958" y="0"/>
                    <a:pt x="1915" y="1"/>
                    <a:pt x="1872" y="3"/>
                  </a:cubicBezTo>
                  <a:cubicBezTo>
                    <a:pt x="1644" y="26"/>
                    <a:pt x="1438" y="72"/>
                    <a:pt x="1256" y="209"/>
                  </a:cubicBezTo>
                  <a:cubicBezTo>
                    <a:pt x="1073" y="346"/>
                    <a:pt x="982" y="528"/>
                    <a:pt x="868" y="688"/>
                  </a:cubicBezTo>
                  <a:cubicBezTo>
                    <a:pt x="571" y="1236"/>
                    <a:pt x="297" y="1806"/>
                    <a:pt x="69" y="2400"/>
                  </a:cubicBezTo>
                  <a:cubicBezTo>
                    <a:pt x="46" y="2491"/>
                    <a:pt x="0" y="2605"/>
                    <a:pt x="0" y="2697"/>
                  </a:cubicBezTo>
                  <a:cubicBezTo>
                    <a:pt x="23" y="2856"/>
                    <a:pt x="115" y="2970"/>
                    <a:pt x="206" y="3085"/>
                  </a:cubicBezTo>
                  <a:cubicBezTo>
                    <a:pt x="754" y="3746"/>
                    <a:pt x="1461" y="4249"/>
                    <a:pt x="2169" y="4728"/>
                  </a:cubicBezTo>
                  <a:cubicBezTo>
                    <a:pt x="4246" y="6097"/>
                    <a:pt x="6551" y="7125"/>
                    <a:pt x="8948" y="7787"/>
                  </a:cubicBezTo>
                  <a:cubicBezTo>
                    <a:pt x="9907" y="7330"/>
                    <a:pt x="10591" y="6440"/>
                    <a:pt x="11002" y="5436"/>
                  </a:cubicBezTo>
                  <a:cubicBezTo>
                    <a:pt x="11048" y="5321"/>
                    <a:pt x="11093" y="5162"/>
                    <a:pt x="11071" y="5025"/>
                  </a:cubicBezTo>
                  <a:cubicBezTo>
                    <a:pt x="11048" y="4865"/>
                    <a:pt x="10911" y="4705"/>
                    <a:pt x="10774" y="4591"/>
                  </a:cubicBezTo>
                  <a:cubicBezTo>
                    <a:pt x="8674" y="2605"/>
                    <a:pt x="6118" y="1099"/>
                    <a:pt x="3333" y="254"/>
                  </a:cubicBezTo>
                  <a:cubicBezTo>
                    <a:pt x="2895" y="108"/>
                    <a:pt x="2456" y="0"/>
                    <a:pt x="2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" name="Google Shape;1250;p70"/>
            <p:cNvSpPr/>
            <p:nvPr/>
          </p:nvSpPr>
          <p:spPr>
            <a:xfrm>
              <a:off x="1216417" y="693207"/>
              <a:ext cx="221089" cy="119176"/>
            </a:xfrm>
            <a:custGeom>
              <a:rect b="b" l="l" r="r" t="t"/>
              <a:pathLst>
                <a:path extrusionOk="0" h="4073" w="7556">
                  <a:moveTo>
                    <a:pt x="109" y="1"/>
                  </a:moveTo>
                  <a:cubicBezTo>
                    <a:pt x="95" y="1"/>
                    <a:pt x="81" y="4"/>
                    <a:pt x="69" y="10"/>
                  </a:cubicBezTo>
                  <a:cubicBezTo>
                    <a:pt x="23" y="56"/>
                    <a:pt x="0" y="124"/>
                    <a:pt x="46" y="170"/>
                  </a:cubicBezTo>
                  <a:cubicBezTo>
                    <a:pt x="594" y="1037"/>
                    <a:pt x="1552" y="1562"/>
                    <a:pt x="2420" y="1996"/>
                  </a:cubicBezTo>
                  <a:cubicBezTo>
                    <a:pt x="4017" y="2795"/>
                    <a:pt x="5707" y="3502"/>
                    <a:pt x="7418" y="4073"/>
                  </a:cubicBezTo>
                  <a:lnTo>
                    <a:pt x="7441" y="4073"/>
                  </a:lnTo>
                  <a:cubicBezTo>
                    <a:pt x="7487" y="4073"/>
                    <a:pt x="7533" y="4050"/>
                    <a:pt x="7555" y="4004"/>
                  </a:cubicBezTo>
                  <a:cubicBezTo>
                    <a:pt x="7555" y="3936"/>
                    <a:pt x="7533" y="3890"/>
                    <a:pt x="7487" y="3867"/>
                  </a:cubicBezTo>
                  <a:cubicBezTo>
                    <a:pt x="5775" y="3297"/>
                    <a:pt x="4109" y="2612"/>
                    <a:pt x="2511" y="1813"/>
                  </a:cubicBezTo>
                  <a:cubicBezTo>
                    <a:pt x="1666" y="1402"/>
                    <a:pt x="753" y="877"/>
                    <a:pt x="206" y="56"/>
                  </a:cubicBezTo>
                  <a:cubicBezTo>
                    <a:pt x="189" y="22"/>
                    <a:pt x="148" y="1"/>
                    <a:pt x="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" name="Google Shape;1251;p70"/>
            <p:cNvSpPr/>
            <p:nvPr/>
          </p:nvSpPr>
          <p:spPr>
            <a:xfrm>
              <a:off x="1034748" y="929416"/>
              <a:ext cx="275190" cy="161866"/>
            </a:xfrm>
            <a:custGeom>
              <a:rect b="b" l="l" r="r" t="t"/>
              <a:pathLst>
                <a:path extrusionOk="0" h="5532" w="9405">
                  <a:moveTo>
                    <a:pt x="928" y="1"/>
                  </a:moveTo>
                  <a:cubicBezTo>
                    <a:pt x="832" y="1"/>
                    <a:pt x="736" y="6"/>
                    <a:pt x="640" y="17"/>
                  </a:cubicBezTo>
                  <a:cubicBezTo>
                    <a:pt x="480" y="40"/>
                    <a:pt x="275" y="131"/>
                    <a:pt x="206" y="291"/>
                  </a:cubicBezTo>
                  <a:cubicBezTo>
                    <a:pt x="1" y="930"/>
                    <a:pt x="480" y="1569"/>
                    <a:pt x="982" y="2003"/>
                  </a:cubicBezTo>
                  <a:cubicBezTo>
                    <a:pt x="2626" y="3509"/>
                    <a:pt x="4634" y="4605"/>
                    <a:pt x="6803" y="5176"/>
                  </a:cubicBezTo>
                  <a:cubicBezTo>
                    <a:pt x="7259" y="5290"/>
                    <a:pt x="7716" y="5381"/>
                    <a:pt x="8195" y="5472"/>
                  </a:cubicBezTo>
                  <a:cubicBezTo>
                    <a:pt x="8334" y="5507"/>
                    <a:pt x="8488" y="5532"/>
                    <a:pt x="8640" y="5532"/>
                  </a:cubicBezTo>
                  <a:cubicBezTo>
                    <a:pt x="8888" y="5532"/>
                    <a:pt x="9126" y="5465"/>
                    <a:pt x="9268" y="5267"/>
                  </a:cubicBezTo>
                  <a:cubicBezTo>
                    <a:pt x="9405" y="5084"/>
                    <a:pt x="9382" y="4810"/>
                    <a:pt x="9291" y="4582"/>
                  </a:cubicBezTo>
                  <a:cubicBezTo>
                    <a:pt x="9177" y="4377"/>
                    <a:pt x="9017" y="4217"/>
                    <a:pt x="8834" y="4057"/>
                  </a:cubicBezTo>
                  <a:cubicBezTo>
                    <a:pt x="6985" y="2345"/>
                    <a:pt x="4794" y="1067"/>
                    <a:pt x="2397" y="291"/>
                  </a:cubicBezTo>
                  <a:cubicBezTo>
                    <a:pt x="1919" y="138"/>
                    <a:pt x="1425" y="1"/>
                    <a:pt x="928" y="1"/>
                  </a:cubicBezTo>
                  <a:close/>
                </a:path>
              </a:pathLst>
            </a:custGeom>
            <a:solidFill>
              <a:schemeClr val="lt1">
                <a:alpha val="432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2" name="Google Shape;1252;p70"/>
          <p:cNvSpPr/>
          <p:nvPr/>
        </p:nvSpPr>
        <p:spPr>
          <a:xfrm>
            <a:off x="355986" y="257890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53" name="Google Shape;1253;p70"/>
          <p:cNvGrpSpPr/>
          <p:nvPr/>
        </p:nvGrpSpPr>
        <p:grpSpPr>
          <a:xfrm rot="-1703417">
            <a:off x="403837" y="605533"/>
            <a:ext cx="199308" cy="251696"/>
            <a:chOff x="3311031" y="3025663"/>
            <a:chExt cx="308584" cy="389695"/>
          </a:xfrm>
        </p:grpSpPr>
        <p:sp>
          <p:nvSpPr>
            <p:cNvPr id="1254" name="Google Shape;1254;p70"/>
            <p:cNvSpPr/>
            <p:nvPr/>
          </p:nvSpPr>
          <p:spPr>
            <a:xfrm flipH="1">
              <a:off x="3311031" y="3025663"/>
              <a:ext cx="308584" cy="389695"/>
            </a:xfrm>
            <a:custGeom>
              <a:rect b="b" l="l" r="r" t="t"/>
              <a:pathLst>
                <a:path extrusionOk="0" h="19458" w="15408">
                  <a:moveTo>
                    <a:pt x="11748" y="0"/>
                  </a:moveTo>
                  <a:cubicBezTo>
                    <a:pt x="11325" y="0"/>
                    <a:pt x="10903" y="69"/>
                    <a:pt x="10501" y="209"/>
                  </a:cubicBezTo>
                  <a:cubicBezTo>
                    <a:pt x="8789" y="802"/>
                    <a:pt x="7716" y="2445"/>
                    <a:pt x="6757" y="3998"/>
                  </a:cubicBezTo>
                  <a:cubicBezTo>
                    <a:pt x="4771" y="7239"/>
                    <a:pt x="2786" y="10503"/>
                    <a:pt x="777" y="13744"/>
                  </a:cubicBezTo>
                  <a:cubicBezTo>
                    <a:pt x="1" y="15022"/>
                    <a:pt x="161" y="17008"/>
                    <a:pt x="1279" y="18263"/>
                  </a:cubicBezTo>
                  <a:cubicBezTo>
                    <a:pt x="1958" y="19027"/>
                    <a:pt x="2996" y="19458"/>
                    <a:pt x="4019" y="19458"/>
                  </a:cubicBezTo>
                  <a:cubicBezTo>
                    <a:pt x="4647" y="19458"/>
                    <a:pt x="5269" y="19295"/>
                    <a:pt x="5799" y="18948"/>
                  </a:cubicBezTo>
                  <a:cubicBezTo>
                    <a:pt x="6278" y="18629"/>
                    <a:pt x="6666" y="18218"/>
                    <a:pt x="7031" y="17761"/>
                  </a:cubicBezTo>
                  <a:cubicBezTo>
                    <a:pt x="7579" y="17099"/>
                    <a:pt x="8058" y="16392"/>
                    <a:pt x="8538" y="15661"/>
                  </a:cubicBezTo>
                  <a:cubicBezTo>
                    <a:pt x="10683" y="12443"/>
                    <a:pt x="12852" y="9225"/>
                    <a:pt x="14586" y="5755"/>
                  </a:cubicBezTo>
                  <a:cubicBezTo>
                    <a:pt x="14906" y="5116"/>
                    <a:pt x="15225" y="4431"/>
                    <a:pt x="15294" y="3701"/>
                  </a:cubicBezTo>
                  <a:cubicBezTo>
                    <a:pt x="15408" y="2537"/>
                    <a:pt x="14837" y="1327"/>
                    <a:pt x="13879" y="642"/>
                  </a:cubicBezTo>
                  <a:cubicBezTo>
                    <a:pt x="13250" y="218"/>
                    <a:pt x="12500" y="0"/>
                    <a:pt x="117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5" name="Google Shape;1255;p70"/>
            <p:cNvSpPr/>
            <p:nvPr/>
          </p:nvSpPr>
          <p:spPr>
            <a:xfrm flipH="1">
              <a:off x="3311033" y="3038519"/>
              <a:ext cx="285712" cy="376837"/>
            </a:xfrm>
            <a:custGeom>
              <a:rect b="b" l="l" r="r" t="t"/>
              <a:pathLst>
                <a:path extrusionOk="0" h="18816" w="14266">
                  <a:moveTo>
                    <a:pt x="12737" y="0"/>
                  </a:moveTo>
                  <a:cubicBezTo>
                    <a:pt x="12737" y="0"/>
                    <a:pt x="13262" y="2306"/>
                    <a:pt x="11641" y="4816"/>
                  </a:cubicBezTo>
                  <a:cubicBezTo>
                    <a:pt x="10020" y="7327"/>
                    <a:pt x="5181" y="15156"/>
                    <a:pt x="3903" y="16571"/>
                  </a:cubicBezTo>
                  <a:cubicBezTo>
                    <a:pt x="3155" y="17401"/>
                    <a:pt x="1970" y="17599"/>
                    <a:pt x="1100" y="17599"/>
                  </a:cubicBezTo>
                  <a:cubicBezTo>
                    <a:pt x="510" y="17599"/>
                    <a:pt x="65" y="17508"/>
                    <a:pt x="0" y="17462"/>
                  </a:cubicBezTo>
                  <a:lnTo>
                    <a:pt x="0" y="17462"/>
                  </a:lnTo>
                  <a:cubicBezTo>
                    <a:pt x="46" y="17507"/>
                    <a:pt x="91" y="17553"/>
                    <a:pt x="137" y="17621"/>
                  </a:cubicBezTo>
                  <a:cubicBezTo>
                    <a:pt x="816" y="18385"/>
                    <a:pt x="1854" y="18816"/>
                    <a:pt x="2877" y="18816"/>
                  </a:cubicBezTo>
                  <a:cubicBezTo>
                    <a:pt x="3505" y="18816"/>
                    <a:pt x="4127" y="18653"/>
                    <a:pt x="4657" y="18306"/>
                  </a:cubicBezTo>
                  <a:cubicBezTo>
                    <a:pt x="5136" y="17987"/>
                    <a:pt x="5524" y="17576"/>
                    <a:pt x="5889" y="17119"/>
                  </a:cubicBezTo>
                  <a:cubicBezTo>
                    <a:pt x="6414" y="16457"/>
                    <a:pt x="6916" y="15750"/>
                    <a:pt x="7396" y="15019"/>
                  </a:cubicBezTo>
                  <a:cubicBezTo>
                    <a:pt x="9541" y="11801"/>
                    <a:pt x="11710" y="8583"/>
                    <a:pt x="13444" y="5113"/>
                  </a:cubicBezTo>
                  <a:cubicBezTo>
                    <a:pt x="13764" y="4474"/>
                    <a:pt x="14083" y="3789"/>
                    <a:pt x="14152" y="3059"/>
                  </a:cubicBezTo>
                  <a:cubicBezTo>
                    <a:pt x="14266" y="1895"/>
                    <a:pt x="13695" y="685"/>
                    <a:pt x="12737" y="0"/>
                  </a:cubicBezTo>
                  <a:close/>
                </a:path>
              </a:pathLst>
            </a:custGeom>
            <a:solidFill>
              <a:schemeClr val="dk1">
                <a:alpha val="297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6" name="Google Shape;1256;p70"/>
            <p:cNvSpPr/>
            <p:nvPr/>
          </p:nvSpPr>
          <p:spPr>
            <a:xfrm flipH="1">
              <a:off x="3397429" y="3183403"/>
              <a:ext cx="222185" cy="231938"/>
            </a:xfrm>
            <a:custGeom>
              <a:rect b="b" l="l" r="r" t="t"/>
              <a:pathLst>
                <a:path extrusionOk="0" h="11581" w="11094">
                  <a:moveTo>
                    <a:pt x="4383" y="1"/>
                  </a:moveTo>
                  <a:cubicBezTo>
                    <a:pt x="3174" y="1964"/>
                    <a:pt x="1987" y="3927"/>
                    <a:pt x="777" y="5867"/>
                  </a:cubicBezTo>
                  <a:cubicBezTo>
                    <a:pt x="1" y="7145"/>
                    <a:pt x="161" y="9131"/>
                    <a:pt x="1279" y="10386"/>
                  </a:cubicBezTo>
                  <a:cubicBezTo>
                    <a:pt x="1958" y="11150"/>
                    <a:pt x="2996" y="11581"/>
                    <a:pt x="4019" y="11581"/>
                  </a:cubicBezTo>
                  <a:cubicBezTo>
                    <a:pt x="4647" y="11581"/>
                    <a:pt x="5269" y="11418"/>
                    <a:pt x="5799" y="11071"/>
                  </a:cubicBezTo>
                  <a:cubicBezTo>
                    <a:pt x="6278" y="10752"/>
                    <a:pt x="6666" y="10341"/>
                    <a:pt x="7031" y="9884"/>
                  </a:cubicBezTo>
                  <a:cubicBezTo>
                    <a:pt x="7579" y="9222"/>
                    <a:pt x="8058" y="8515"/>
                    <a:pt x="8538" y="7784"/>
                  </a:cubicBezTo>
                  <a:cubicBezTo>
                    <a:pt x="9382" y="6506"/>
                    <a:pt x="10249" y="5228"/>
                    <a:pt x="11094" y="3927"/>
                  </a:cubicBezTo>
                  <a:lnTo>
                    <a:pt x="11094" y="3927"/>
                  </a:lnTo>
                  <a:cubicBezTo>
                    <a:pt x="10803" y="3978"/>
                    <a:pt x="10510" y="4002"/>
                    <a:pt x="10218" y="4002"/>
                  </a:cubicBezTo>
                  <a:cubicBezTo>
                    <a:pt x="9207" y="4002"/>
                    <a:pt x="8203" y="3718"/>
                    <a:pt x="7282" y="3311"/>
                  </a:cubicBezTo>
                  <a:cubicBezTo>
                    <a:pt x="6575" y="2991"/>
                    <a:pt x="5890" y="2603"/>
                    <a:pt x="5365" y="2055"/>
                  </a:cubicBezTo>
                  <a:cubicBezTo>
                    <a:pt x="4817" y="1507"/>
                    <a:pt x="4429" y="777"/>
                    <a:pt x="440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7" name="Google Shape;1257;p70"/>
            <p:cNvSpPr/>
            <p:nvPr/>
          </p:nvSpPr>
          <p:spPr>
            <a:xfrm flipH="1">
              <a:off x="3397432" y="3259740"/>
              <a:ext cx="199314" cy="155594"/>
            </a:xfrm>
            <a:custGeom>
              <a:rect b="b" l="l" r="r" t="t"/>
              <a:pathLst>
                <a:path extrusionOk="0" h="7769" w="9952">
                  <a:moveTo>
                    <a:pt x="7669" y="1"/>
                  </a:moveTo>
                  <a:cubicBezTo>
                    <a:pt x="6095" y="2489"/>
                    <a:pt x="4542" y="4817"/>
                    <a:pt x="3903" y="5524"/>
                  </a:cubicBezTo>
                  <a:cubicBezTo>
                    <a:pt x="3155" y="6354"/>
                    <a:pt x="1970" y="6552"/>
                    <a:pt x="1100" y="6552"/>
                  </a:cubicBezTo>
                  <a:cubicBezTo>
                    <a:pt x="510" y="6552"/>
                    <a:pt x="65" y="6461"/>
                    <a:pt x="0" y="6415"/>
                  </a:cubicBezTo>
                  <a:lnTo>
                    <a:pt x="0" y="6415"/>
                  </a:lnTo>
                  <a:cubicBezTo>
                    <a:pt x="46" y="6460"/>
                    <a:pt x="91" y="6506"/>
                    <a:pt x="137" y="6574"/>
                  </a:cubicBezTo>
                  <a:cubicBezTo>
                    <a:pt x="816" y="7338"/>
                    <a:pt x="1854" y="7769"/>
                    <a:pt x="2877" y="7769"/>
                  </a:cubicBezTo>
                  <a:cubicBezTo>
                    <a:pt x="3505" y="7769"/>
                    <a:pt x="4127" y="7606"/>
                    <a:pt x="4657" y="7259"/>
                  </a:cubicBezTo>
                  <a:cubicBezTo>
                    <a:pt x="5136" y="6940"/>
                    <a:pt x="5524" y="6529"/>
                    <a:pt x="5889" y="6072"/>
                  </a:cubicBezTo>
                  <a:cubicBezTo>
                    <a:pt x="6437" y="5410"/>
                    <a:pt x="6916" y="4703"/>
                    <a:pt x="7396" y="3972"/>
                  </a:cubicBezTo>
                  <a:cubicBezTo>
                    <a:pt x="8240" y="2694"/>
                    <a:pt x="9107" y="1416"/>
                    <a:pt x="9952" y="115"/>
                  </a:cubicBezTo>
                  <a:lnTo>
                    <a:pt x="9952" y="115"/>
                  </a:lnTo>
                  <a:cubicBezTo>
                    <a:pt x="9679" y="164"/>
                    <a:pt x="9403" y="187"/>
                    <a:pt x="9126" y="187"/>
                  </a:cubicBezTo>
                  <a:cubicBezTo>
                    <a:pt x="8639" y="187"/>
                    <a:pt x="8150" y="117"/>
                    <a:pt x="76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8" name="Google Shape;1258;p70"/>
          <p:cNvSpPr txBox="1"/>
          <p:nvPr>
            <p:ph type="title"/>
          </p:nvPr>
        </p:nvSpPr>
        <p:spPr>
          <a:xfrm>
            <a:off x="311700" y="341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Saccular aneurysm CAD</a:t>
            </a:r>
            <a:endParaRPr/>
          </a:p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259" name="Google Shape;1259;p70"/>
          <p:cNvSpPr txBox="1"/>
          <p:nvPr>
            <p:ph idx="4294967295" type="body"/>
          </p:nvPr>
        </p:nvSpPr>
        <p:spPr>
          <a:xfrm>
            <a:off x="123150" y="3607350"/>
            <a:ext cx="8449500" cy="125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Model based on simple-lobed (spherical)</a:t>
            </a:r>
            <a:endParaRPr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Small aneurysm (dome height &lt; 12 mm), H = 5.58 mm</a:t>
            </a:r>
            <a:endParaRPr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Mean ratios: D/H = 1.11, D/N = 1.91, and H/N = 1.86 [4]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pic>
        <p:nvPicPr>
          <p:cNvPr id="1260" name="Google Shape;126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0675" y="1017725"/>
            <a:ext cx="4422099" cy="264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1" name="Google Shape;1261;p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3162" y="1017725"/>
            <a:ext cx="4414062" cy="26495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62" name="Google Shape;1262;p70"/>
          <p:cNvCxnSpPr/>
          <p:nvPr/>
        </p:nvCxnSpPr>
        <p:spPr>
          <a:xfrm flipH="1" rot="10800000">
            <a:off x="6856850" y="2347825"/>
            <a:ext cx="325800" cy="933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63" name="Google Shape;1263;p70"/>
          <p:cNvCxnSpPr/>
          <p:nvPr/>
        </p:nvCxnSpPr>
        <p:spPr>
          <a:xfrm rot="10800000">
            <a:off x="7007175" y="1741950"/>
            <a:ext cx="18300" cy="6540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64" name="Google Shape;1264;p70"/>
          <p:cNvCxnSpPr/>
          <p:nvPr/>
        </p:nvCxnSpPr>
        <p:spPr>
          <a:xfrm flipH="1" rot="10800000">
            <a:off x="6726950" y="1965175"/>
            <a:ext cx="606300" cy="2052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5" name="Google Shape;1265;p70"/>
          <p:cNvSpPr txBox="1"/>
          <p:nvPr/>
        </p:nvSpPr>
        <p:spPr>
          <a:xfrm>
            <a:off x="6966100" y="1741950"/>
            <a:ext cx="2067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FF0000"/>
                </a:solidFill>
              </a:rPr>
              <a:t>H</a:t>
            </a:r>
            <a:endParaRPr sz="700">
              <a:solidFill>
                <a:srgbClr val="FF0000"/>
              </a:solidFill>
            </a:endParaRPr>
          </a:p>
        </p:txBody>
      </p:sp>
      <p:sp>
        <p:nvSpPr>
          <p:cNvPr id="1266" name="Google Shape;1266;p70"/>
          <p:cNvSpPr txBox="1"/>
          <p:nvPr/>
        </p:nvSpPr>
        <p:spPr>
          <a:xfrm>
            <a:off x="6791500" y="2018275"/>
            <a:ext cx="2067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FF0000"/>
                </a:solidFill>
              </a:rPr>
              <a:t>D</a:t>
            </a:r>
            <a:endParaRPr sz="700">
              <a:solidFill>
                <a:srgbClr val="FF0000"/>
              </a:solidFill>
            </a:endParaRPr>
          </a:p>
        </p:txBody>
      </p:sp>
      <p:sp>
        <p:nvSpPr>
          <p:cNvPr id="1267" name="Google Shape;1267;p70"/>
          <p:cNvSpPr txBox="1"/>
          <p:nvPr/>
        </p:nvSpPr>
        <p:spPr>
          <a:xfrm>
            <a:off x="6856850" y="2326350"/>
            <a:ext cx="2067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FF0000"/>
                </a:solidFill>
              </a:rPr>
              <a:t>N</a:t>
            </a:r>
            <a:endParaRPr sz="700">
              <a:solidFill>
                <a:srgbClr val="FF0000"/>
              </a:solidFill>
            </a:endParaRPr>
          </a:p>
        </p:txBody>
      </p:sp>
      <p:sp>
        <p:nvSpPr>
          <p:cNvPr id="1268" name="Google Shape;1268;p70"/>
          <p:cNvSpPr txBox="1"/>
          <p:nvPr/>
        </p:nvSpPr>
        <p:spPr>
          <a:xfrm>
            <a:off x="0" y="4727100"/>
            <a:ext cx="8449500" cy="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</a:rPr>
              <a:t>[4] </a:t>
            </a:r>
            <a:r>
              <a:rPr lang="en" sz="700">
                <a:solidFill>
                  <a:schemeClr val="dk1"/>
                </a:solidFill>
              </a:rPr>
              <a:t>L. Parlea, R. Fahrig, D. W. Holdsworth, and S. P. Lownie, “An Analysis of the Geometry of Saccular Intracranial Aneurysms,” </a:t>
            </a:r>
            <a:r>
              <a:rPr i="1" lang="en" sz="700">
                <a:solidFill>
                  <a:schemeClr val="dk1"/>
                </a:solidFill>
              </a:rPr>
              <a:t>AJNR: American Journal of Neuroradiology</a:t>
            </a:r>
            <a:r>
              <a:rPr lang="en" sz="700">
                <a:solidFill>
                  <a:schemeClr val="dk1"/>
                </a:solidFill>
              </a:rPr>
              <a:t>, vol. 20, no. 6, p. 1079, Jun. 1999, Available: https://pmc.ncbi.nlm.nih.gov/articles/PMC7056259/#F1.</a:t>
            </a:r>
            <a:endParaRPr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2" name="Shape 1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Google Shape;1273;p7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Mesh</a:t>
            </a:r>
            <a:endParaRPr/>
          </a:p>
        </p:txBody>
      </p:sp>
      <p:sp>
        <p:nvSpPr>
          <p:cNvPr id="1274" name="Google Shape;1274;p71"/>
          <p:cNvSpPr txBox="1"/>
          <p:nvPr/>
        </p:nvSpPr>
        <p:spPr>
          <a:xfrm>
            <a:off x="6936525" y="2883138"/>
            <a:ext cx="2335200" cy="16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fortaa"/>
              <a:buChar char="●"/>
            </a:pPr>
            <a: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Element Size: 0.5 mm</a:t>
            </a: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275" name="Google Shape;1275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12450" y="142100"/>
            <a:ext cx="2611550" cy="1789701"/>
          </a:xfrm>
          <a:prstGeom prst="rect">
            <a:avLst/>
          </a:prstGeom>
          <a:noFill/>
          <a:ln>
            <a:noFill/>
          </a:ln>
        </p:spPr>
      </p:pic>
      <p:sp>
        <p:nvSpPr>
          <p:cNvPr id="1276" name="Google Shape;1276;p71"/>
          <p:cNvSpPr txBox="1"/>
          <p:nvPr/>
        </p:nvSpPr>
        <p:spPr>
          <a:xfrm>
            <a:off x="619213" y="3324173"/>
            <a:ext cx="2335200" cy="101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mfortaa"/>
              <a:buChar char="●"/>
            </a:pPr>
            <a:r>
              <a:rPr lang="en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Imported into Ansys</a:t>
            </a:r>
            <a:endParaRPr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1277" name="Google Shape;1277;p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15651" y="2154401"/>
            <a:ext cx="3154850" cy="2181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8" name="Google Shape;1278;p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8051" y="2306801"/>
            <a:ext cx="3154850" cy="2181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9" name="Google Shape;1279;p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20451" y="2459201"/>
            <a:ext cx="3154850" cy="2181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0" name="Google Shape;1280;p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72851" y="2611601"/>
            <a:ext cx="3154850" cy="2181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1" name="Google Shape;1281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4850" y="294500"/>
            <a:ext cx="2611550" cy="1789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2" name="Google Shape;1282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17250" y="446900"/>
            <a:ext cx="2611550" cy="1789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3" name="Google Shape;1283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69650" y="599300"/>
            <a:ext cx="2611550" cy="1789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4" name="Google Shape;1284;p7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1650" y="240163"/>
            <a:ext cx="3045525" cy="209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5" name="Google Shape;1285;p7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4050" y="392563"/>
            <a:ext cx="3045525" cy="209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6" name="Google Shape;1286;p7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6450" y="544963"/>
            <a:ext cx="3045525" cy="209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7" name="Google Shape;1287;p7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8850" y="697363"/>
            <a:ext cx="3045525" cy="2097013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mc:AlternateContent>
    <mc:Choice Requires="p14">
      <p:transition spd="slow" p14:dur="2000">
        <p14:prism dir="l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1" name="Shape 1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Google Shape;1292;p7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Cited</a:t>
            </a:r>
            <a:endParaRPr/>
          </a:p>
        </p:txBody>
      </p:sp>
      <p:sp>
        <p:nvSpPr>
          <p:cNvPr id="1293" name="Google Shape;1293;p72"/>
          <p:cNvSpPr txBox="1"/>
          <p:nvPr/>
        </p:nvSpPr>
        <p:spPr>
          <a:xfrm>
            <a:off x="278550" y="1521300"/>
            <a:ext cx="8586900" cy="16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57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mfortaa"/>
                <a:ea typeface="Comfortaa"/>
                <a:cs typeface="Comfortaa"/>
                <a:sym typeface="Comfortaa"/>
              </a:rPr>
              <a:t>[1] L. Parlea, R. Fahrig, D. W. Holdsworth, and S. P. Lownie, “An Analysis of the Geometry of Saccular Intracranial Aneurysms,” </a:t>
            </a:r>
            <a:r>
              <a:rPr i="1" lang="en">
                <a:latin typeface="Comfortaa"/>
                <a:ea typeface="Comfortaa"/>
                <a:cs typeface="Comfortaa"/>
                <a:sym typeface="Comfortaa"/>
              </a:rPr>
              <a:t>AJNR: American Journal of Neuroradiology</a:t>
            </a:r>
            <a:r>
              <a:rPr lang="en">
                <a:latin typeface="Comfortaa"/>
                <a:ea typeface="Comfortaa"/>
                <a:cs typeface="Comfortaa"/>
                <a:sym typeface="Comfortaa"/>
              </a:rPr>
              <a:t>, vol. 20, no. 6, p. 1079, Jun. 1999, Available: https://pmc.ncbi.nlm.nih.gov/articles/PMC7056259/#F1. </a:t>
            </a:r>
            <a:endParaRPr>
              <a:latin typeface="Comfortaa"/>
              <a:ea typeface="Comfortaa"/>
              <a:cs typeface="Comfortaa"/>
              <a:sym typeface="Comfortaa"/>
            </a:endParaRPr>
          </a:p>
          <a:p>
            <a:pPr indent="-457200" lvl="0" marL="45720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>
                <a:latin typeface="Comfortaa"/>
                <a:ea typeface="Comfortaa"/>
                <a:cs typeface="Comfortaa"/>
                <a:sym typeface="Comfortaa"/>
              </a:rPr>
              <a:t>[2] Hans Jakob Steiger, Rune Aaslid, S. Keller, and H. J. Reulen, “Strength, elasticity and viscoelastic properties of cerebral aneurysms,” </a:t>
            </a:r>
            <a:r>
              <a:rPr i="1" lang="en">
                <a:latin typeface="Comfortaa"/>
                <a:ea typeface="Comfortaa"/>
                <a:cs typeface="Comfortaa"/>
                <a:sym typeface="Comfortaa"/>
              </a:rPr>
              <a:t>Heart and Vessels</a:t>
            </a:r>
            <a:r>
              <a:rPr lang="en">
                <a:latin typeface="Comfortaa"/>
                <a:ea typeface="Comfortaa"/>
                <a:cs typeface="Comfortaa"/>
                <a:sym typeface="Comfortaa"/>
              </a:rPr>
              <a:t>, vol. 5, no. 1, pp. 41–46, Mar. 1989, doi: https://doi.org/10.1007/bf02058357</a:t>
            </a:r>
            <a:endParaRPr sz="2100">
              <a:solidFill>
                <a:schemeClr val="dk2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7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8" name="Google Shape;1298;p73"/>
          <p:cNvGrpSpPr/>
          <p:nvPr/>
        </p:nvGrpSpPr>
        <p:grpSpPr>
          <a:xfrm flipH="1">
            <a:off x="4898500" y="633046"/>
            <a:ext cx="3598856" cy="3570598"/>
            <a:chOff x="393041" y="568246"/>
            <a:chExt cx="3598856" cy="3570598"/>
          </a:xfrm>
        </p:grpSpPr>
        <p:sp>
          <p:nvSpPr>
            <p:cNvPr id="1299" name="Google Shape;1299;p73"/>
            <p:cNvSpPr/>
            <p:nvPr/>
          </p:nvSpPr>
          <p:spPr>
            <a:xfrm flipH="1" rot="795539">
              <a:off x="641007" y="1293697"/>
              <a:ext cx="3102925" cy="2522941"/>
            </a:xfrm>
            <a:custGeom>
              <a:rect b="b" l="l" r="r" t="t"/>
              <a:pathLst>
                <a:path extrusionOk="0" h="123510" w="151903">
                  <a:moveTo>
                    <a:pt x="85979" y="1"/>
                  </a:moveTo>
                  <a:cubicBezTo>
                    <a:pt x="83192" y="1"/>
                    <a:pt x="80401" y="216"/>
                    <a:pt x="77697" y="573"/>
                  </a:cubicBezTo>
                  <a:cubicBezTo>
                    <a:pt x="69572" y="1669"/>
                    <a:pt x="61423" y="3837"/>
                    <a:pt x="54553" y="8334"/>
                  </a:cubicBezTo>
                  <a:cubicBezTo>
                    <a:pt x="47705" y="12807"/>
                    <a:pt x="42204" y="19837"/>
                    <a:pt x="40903" y="27940"/>
                  </a:cubicBezTo>
                  <a:cubicBezTo>
                    <a:pt x="39899" y="34195"/>
                    <a:pt x="41360" y="40882"/>
                    <a:pt x="38894" y="46726"/>
                  </a:cubicBezTo>
                  <a:cubicBezTo>
                    <a:pt x="33348" y="60010"/>
                    <a:pt x="12851" y="59485"/>
                    <a:pt x="4383" y="71149"/>
                  </a:cubicBezTo>
                  <a:cubicBezTo>
                    <a:pt x="776" y="76125"/>
                    <a:pt x="0" y="83041"/>
                    <a:pt x="2442" y="88678"/>
                  </a:cubicBezTo>
                  <a:cubicBezTo>
                    <a:pt x="4862" y="94339"/>
                    <a:pt x="10408" y="98516"/>
                    <a:pt x="16503" y="99338"/>
                  </a:cubicBezTo>
                  <a:cubicBezTo>
                    <a:pt x="17558" y="99477"/>
                    <a:pt x="18632" y="99525"/>
                    <a:pt x="19713" y="99525"/>
                  </a:cubicBezTo>
                  <a:cubicBezTo>
                    <a:pt x="21984" y="99525"/>
                    <a:pt x="24291" y="99316"/>
                    <a:pt x="26535" y="99316"/>
                  </a:cubicBezTo>
                  <a:cubicBezTo>
                    <a:pt x="29164" y="99316"/>
                    <a:pt x="31707" y="99602"/>
                    <a:pt x="34010" y="100844"/>
                  </a:cubicBezTo>
                  <a:cubicBezTo>
                    <a:pt x="39168" y="103629"/>
                    <a:pt x="40949" y="110043"/>
                    <a:pt x="44669" y="114585"/>
                  </a:cubicBezTo>
                  <a:cubicBezTo>
                    <a:pt x="50413" y="121601"/>
                    <a:pt x="60120" y="123509"/>
                    <a:pt x="69351" y="123509"/>
                  </a:cubicBezTo>
                  <a:cubicBezTo>
                    <a:pt x="70391" y="123509"/>
                    <a:pt x="71426" y="123485"/>
                    <a:pt x="72448" y="123441"/>
                  </a:cubicBezTo>
                  <a:cubicBezTo>
                    <a:pt x="86143" y="122871"/>
                    <a:pt x="99747" y="119812"/>
                    <a:pt x="112392" y="114448"/>
                  </a:cubicBezTo>
                  <a:cubicBezTo>
                    <a:pt x="122230" y="110271"/>
                    <a:pt x="131679" y="100936"/>
                    <a:pt x="139417" y="91029"/>
                  </a:cubicBezTo>
                  <a:cubicBezTo>
                    <a:pt x="147132" y="81123"/>
                    <a:pt x="151903" y="68547"/>
                    <a:pt x="150784" y="56038"/>
                  </a:cubicBezTo>
                  <a:cubicBezTo>
                    <a:pt x="149688" y="43507"/>
                    <a:pt x="142065" y="31341"/>
                    <a:pt x="130515" y="26434"/>
                  </a:cubicBezTo>
                  <a:cubicBezTo>
                    <a:pt x="127457" y="25133"/>
                    <a:pt x="124147" y="24311"/>
                    <a:pt x="121339" y="22531"/>
                  </a:cubicBezTo>
                  <a:cubicBezTo>
                    <a:pt x="115702" y="18947"/>
                    <a:pt x="113031" y="12168"/>
                    <a:pt x="108238" y="7512"/>
                  </a:cubicBezTo>
                  <a:cubicBezTo>
                    <a:pt x="102437" y="1882"/>
                    <a:pt x="94226" y="1"/>
                    <a:pt x="85979" y="1"/>
                  </a:cubicBezTo>
                  <a:close/>
                </a:path>
              </a:pathLst>
            </a:custGeom>
            <a:solidFill>
              <a:schemeClr val="lt1">
                <a:alpha val="4024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0" name="Google Shape;1300;p73"/>
            <p:cNvSpPr/>
            <p:nvPr/>
          </p:nvSpPr>
          <p:spPr>
            <a:xfrm flipH="1" rot="-876773">
              <a:off x="3212730" y="1460677"/>
              <a:ext cx="336972" cy="830402"/>
            </a:xfrm>
            <a:custGeom>
              <a:rect b="b" l="l" r="r" t="t"/>
              <a:pathLst>
                <a:path extrusionOk="0" h="37970" w="15408">
                  <a:moveTo>
                    <a:pt x="12704" y="1"/>
                  </a:moveTo>
                  <a:cubicBezTo>
                    <a:pt x="12161" y="1"/>
                    <a:pt x="11591" y="396"/>
                    <a:pt x="11208" y="832"/>
                  </a:cubicBezTo>
                  <a:cubicBezTo>
                    <a:pt x="9884" y="2384"/>
                    <a:pt x="9450" y="4621"/>
                    <a:pt x="10112" y="6539"/>
                  </a:cubicBezTo>
                  <a:cubicBezTo>
                    <a:pt x="10226" y="6881"/>
                    <a:pt x="10340" y="7474"/>
                    <a:pt x="10500" y="8045"/>
                  </a:cubicBezTo>
                  <a:cubicBezTo>
                    <a:pt x="10592" y="8365"/>
                    <a:pt x="10728" y="8707"/>
                    <a:pt x="11025" y="8867"/>
                  </a:cubicBezTo>
                  <a:cubicBezTo>
                    <a:pt x="11126" y="8913"/>
                    <a:pt x="11235" y="8934"/>
                    <a:pt x="11347" y="8934"/>
                  </a:cubicBezTo>
                  <a:cubicBezTo>
                    <a:pt x="11563" y="8934"/>
                    <a:pt x="11788" y="8858"/>
                    <a:pt x="11984" y="8753"/>
                  </a:cubicBezTo>
                  <a:cubicBezTo>
                    <a:pt x="13057" y="8205"/>
                    <a:pt x="13650" y="6812"/>
                    <a:pt x="13308" y="5626"/>
                  </a:cubicBezTo>
                  <a:cubicBezTo>
                    <a:pt x="13194" y="5283"/>
                    <a:pt x="13011" y="4941"/>
                    <a:pt x="12965" y="4576"/>
                  </a:cubicBezTo>
                  <a:cubicBezTo>
                    <a:pt x="12851" y="3777"/>
                    <a:pt x="13308" y="3023"/>
                    <a:pt x="13604" y="2293"/>
                  </a:cubicBezTo>
                  <a:cubicBezTo>
                    <a:pt x="13901" y="1540"/>
                    <a:pt x="13901" y="490"/>
                    <a:pt x="13194" y="125"/>
                  </a:cubicBezTo>
                  <a:cubicBezTo>
                    <a:pt x="13037" y="38"/>
                    <a:pt x="12872" y="1"/>
                    <a:pt x="12704" y="1"/>
                  </a:cubicBezTo>
                  <a:close/>
                  <a:moveTo>
                    <a:pt x="12346" y="25709"/>
                  </a:moveTo>
                  <a:cubicBezTo>
                    <a:pt x="11697" y="25709"/>
                    <a:pt x="11102" y="26151"/>
                    <a:pt x="10797" y="26739"/>
                  </a:cubicBezTo>
                  <a:cubicBezTo>
                    <a:pt x="10477" y="27332"/>
                    <a:pt x="10455" y="28063"/>
                    <a:pt x="10546" y="28748"/>
                  </a:cubicBezTo>
                  <a:cubicBezTo>
                    <a:pt x="10637" y="29546"/>
                    <a:pt x="10911" y="30368"/>
                    <a:pt x="11436" y="30984"/>
                  </a:cubicBezTo>
                  <a:cubicBezTo>
                    <a:pt x="11924" y="31579"/>
                    <a:pt x="12650" y="31996"/>
                    <a:pt x="13392" y="31996"/>
                  </a:cubicBezTo>
                  <a:cubicBezTo>
                    <a:pt x="13448" y="31996"/>
                    <a:pt x="13503" y="31994"/>
                    <a:pt x="13559" y="31989"/>
                  </a:cubicBezTo>
                  <a:cubicBezTo>
                    <a:pt x="14700" y="31920"/>
                    <a:pt x="15408" y="30779"/>
                    <a:pt x="15385" y="29820"/>
                  </a:cubicBezTo>
                  <a:cubicBezTo>
                    <a:pt x="15362" y="28862"/>
                    <a:pt x="14814" y="27994"/>
                    <a:pt x="14266" y="27195"/>
                  </a:cubicBezTo>
                  <a:cubicBezTo>
                    <a:pt x="13810" y="26511"/>
                    <a:pt x="13262" y="25780"/>
                    <a:pt x="12440" y="25712"/>
                  </a:cubicBezTo>
                  <a:cubicBezTo>
                    <a:pt x="12409" y="25710"/>
                    <a:pt x="12377" y="25709"/>
                    <a:pt x="12346" y="25709"/>
                  </a:cubicBezTo>
                  <a:close/>
                  <a:moveTo>
                    <a:pt x="5673" y="4283"/>
                  </a:moveTo>
                  <a:cubicBezTo>
                    <a:pt x="5173" y="4283"/>
                    <a:pt x="4665" y="4409"/>
                    <a:pt x="4223" y="4644"/>
                  </a:cubicBezTo>
                  <a:cubicBezTo>
                    <a:pt x="3196" y="5169"/>
                    <a:pt x="2489" y="6173"/>
                    <a:pt x="1941" y="7201"/>
                  </a:cubicBezTo>
                  <a:cubicBezTo>
                    <a:pt x="480" y="9962"/>
                    <a:pt x="1" y="13158"/>
                    <a:pt x="69" y="16285"/>
                  </a:cubicBezTo>
                  <a:cubicBezTo>
                    <a:pt x="229" y="24571"/>
                    <a:pt x="4178" y="32696"/>
                    <a:pt x="10569" y="37969"/>
                  </a:cubicBezTo>
                  <a:cubicBezTo>
                    <a:pt x="10578" y="37969"/>
                    <a:pt x="10588" y="37969"/>
                    <a:pt x="10598" y="37969"/>
                  </a:cubicBezTo>
                  <a:cubicBezTo>
                    <a:pt x="11497" y="37969"/>
                    <a:pt x="12211" y="36932"/>
                    <a:pt x="12121" y="36029"/>
                  </a:cubicBezTo>
                  <a:cubicBezTo>
                    <a:pt x="12030" y="35116"/>
                    <a:pt x="11413" y="34363"/>
                    <a:pt x="10797" y="33655"/>
                  </a:cubicBezTo>
                  <a:cubicBezTo>
                    <a:pt x="7487" y="29798"/>
                    <a:pt x="4200" y="25347"/>
                    <a:pt x="4178" y="20257"/>
                  </a:cubicBezTo>
                  <a:cubicBezTo>
                    <a:pt x="4155" y="16468"/>
                    <a:pt x="5981" y="12930"/>
                    <a:pt x="7442" y="9415"/>
                  </a:cubicBezTo>
                  <a:cubicBezTo>
                    <a:pt x="8058" y="7977"/>
                    <a:pt x="8537" y="6128"/>
                    <a:pt x="7442" y="4986"/>
                  </a:cubicBezTo>
                  <a:cubicBezTo>
                    <a:pt x="6986" y="4505"/>
                    <a:pt x="6337" y="4283"/>
                    <a:pt x="5673" y="4283"/>
                  </a:cubicBezTo>
                  <a:close/>
                </a:path>
              </a:pathLst>
            </a:custGeom>
            <a:solidFill>
              <a:schemeClr val="lt1">
                <a:alpha val="4024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1" name="Google Shape;1301;p73"/>
            <p:cNvSpPr/>
            <p:nvPr/>
          </p:nvSpPr>
          <p:spPr>
            <a:xfrm flipH="1" rot="-775882">
              <a:off x="958400" y="769759"/>
              <a:ext cx="1870428" cy="612953"/>
            </a:xfrm>
            <a:custGeom>
              <a:rect b="b" l="l" r="r" t="t"/>
              <a:pathLst>
                <a:path extrusionOk="0" h="30601" w="93379">
                  <a:moveTo>
                    <a:pt x="23387" y="1"/>
                  </a:moveTo>
                  <a:cubicBezTo>
                    <a:pt x="18934" y="1"/>
                    <a:pt x="14513" y="646"/>
                    <a:pt x="10272" y="2087"/>
                  </a:cubicBezTo>
                  <a:cubicBezTo>
                    <a:pt x="7054" y="3183"/>
                    <a:pt x="3812" y="4849"/>
                    <a:pt x="1941" y="7679"/>
                  </a:cubicBezTo>
                  <a:cubicBezTo>
                    <a:pt x="69" y="10532"/>
                    <a:pt x="1" y="14778"/>
                    <a:pt x="2557" y="17038"/>
                  </a:cubicBezTo>
                  <a:cubicBezTo>
                    <a:pt x="4293" y="18562"/>
                    <a:pt x="6736" y="18869"/>
                    <a:pt x="9067" y="18869"/>
                  </a:cubicBezTo>
                  <a:cubicBezTo>
                    <a:pt x="9249" y="18869"/>
                    <a:pt x="9430" y="18867"/>
                    <a:pt x="9610" y="18864"/>
                  </a:cubicBezTo>
                  <a:cubicBezTo>
                    <a:pt x="15682" y="18727"/>
                    <a:pt x="21685" y="17426"/>
                    <a:pt x="27733" y="17426"/>
                  </a:cubicBezTo>
                  <a:cubicBezTo>
                    <a:pt x="36886" y="17426"/>
                    <a:pt x="45606" y="20393"/>
                    <a:pt x="54028" y="23680"/>
                  </a:cubicBezTo>
                  <a:cubicBezTo>
                    <a:pt x="58251" y="25346"/>
                    <a:pt x="62496" y="27560"/>
                    <a:pt x="66856" y="28793"/>
                  </a:cubicBezTo>
                  <a:cubicBezTo>
                    <a:pt x="70246" y="29736"/>
                    <a:pt x="74852" y="30600"/>
                    <a:pt x="79257" y="30600"/>
                  </a:cubicBezTo>
                  <a:cubicBezTo>
                    <a:pt x="82742" y="30600"/>
                    <a:pt x="86101" y="30059"/>
                    <a:pt x="88631" y="28587"/>
                  </a:cubicBezTo>
                  <a:cubicBezTo>
                    <a:pt x="91507" y="26921"/>
                    <a:pt x="93379" y="23018"/>
                    <a:pt x="91690" y="20142"/>
                  </a:cubicBezTo>
                  <a:cubicBezTo>
                    <a:pt x="90617" y="18339"/>
                    <a:pt x="88449" y="17426"/>
                    <a:pt x="86372" y="17220"/>
                  </a:cubicBezTo>
                  <a:cubicBezTo>
                    <a:pt x="85885" y="17167"/>
                    <a:pt x="85399" y="17146"/>
                    <a:pt x="84913" y="17146"/>
                  </a:cubicBezTo>
                  <a:cubicBezTo>
                    <a:pt x="83300" y="17146"/>
                    <a:pt x="81686" y="17378"/>
                    <a:pt x="80072" y="17448"/>
                  </a:cubicBezTo>
                  <a:cubicBezTo>
                    <a:pt x="79696" y="17464"/>
                    <a:pt x="79322" y="17472"/>
                    <a:pt x="78950" y="17472"/>
                  </a:cubicBezTo>
                  <a:cubicBezTo>
                    <a:pt x="67521" y="17472"/>
                    <a:pt x="57406" y="10172"/>
                    <a:pt x="46907" y="5420"/>
                  </a:cubicBezTo>
                  <a:cubicBezTo>
                    <a:pt x="39550" y="2101"/>
                    <a:pt x="31418" y="1"/>
                    <a:pt x="23387" y="1"/>
                  </a:cubicBezTo>
                  <a:close/>
                </a:path>
              </a:pathLst>
            </a:custGeom>
            <a:solidFill>
              <a:schemeClr val="lt1">
                <a:alpha val="4024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02" name="Google Shape;1302;p73"/>
          <p:cNvGrpSpPr/>
          <p:nvPr/>
        </p:nvGrpSpPr>
        <p:grpSpPr>
          <a:xfrm rot="1624651">
            <a:off x="6993452" y="2293028"/>
            <a:ext cx="1168912" cy="1311749"/>
            <a:chOff x="2899562" y="2309713"/>
            <a:chExt cx="1168901" cy="1311737"/>
          </a:xfrm>
        </p:grpSpPr>
        <p:sp>
          <p:nvSpPr>
            <p:cNvPr id="1303" name="Google Shape;1303;p73"/>
            <p:cNvSpPr/>
            <p:nvPr/>
          </p:nvSpPr>
          <p:spPr>
            <a:xfrm flipH="1">
              <a:off x="3373608" y="2309713"/>
              <a:ext cx="694854" cy="738975"/>
            </a:xfrm>
            <a:custGeom>
              <a:rect b="b" l="l" r="r" t="t"/>
              <a:pathLst>
                <a:path extrusionOk="0" h="36898" w="34695">
                  <a:moveTo>
                    <a:pt x="19611" y="0"/>
                  </a:moveTo>
                  <a:cubicBezTo>
                    <a:pt x="18957" y="0"/>
                    <a:pt x="18319" y="263"/>
                    <a:pt x="17827" y="673"/>
                  </a:cubicBezTo>
                  <a:cubicBezTo>
                    <a:pt x="17279" y="1152"/>
                    <a:pt x="16868" y="1768"/>
                    <a:pt x="16526" y="2407"/>
                  </a:cubicBezTo>
                  <a:cubicBezTo>
                    <a:pt x="15659" y="4119"/>
                    <a:pt x="15271" y="6082"/>
                    <a:pt x="15248" y="8022"/>
                  </a:cubicBezTo>
                  <a:cubicBezTo>
                    <a:pt x="15225" y="9963"/>
                    <a:pt x="15544" y="11880"/>
                    <a:pt x="16001" y="13774"/>
                  </a:cubicBezTo>
                  <a:cubicBezTo>
                    <a:pt x="16115" y="14231"/>
                    <a:pt x="16229" y="14710"/>
                    <a:pt x="16389" y="15167"/>
                  </a:cubicBezTo>
                  <a:cubicBezTo>
                    <a:pt x="14905" y="13774"/>
                    <a:pt x="13079" y="12770"/>
                    <a:pt x="11162" y="12063"/>
                  </a:cubicBezTo>
                  <a:cubicBezTo>
                    <a:pt x="9432" y="11450"/>
                    <a:pt x="7602" y="11065"/>
                    <a:pt x="5773" y="11065"/>
                  </a:cubicBezTo>
                  <a:cubicBezTo>
                    <a:pt x="5286" y="11065"/>
                    <a:pt x="4799" y="11092"/>
                    <a:pt x="4314" y="11149"/>
                  </a:cubicBezTo>
                  <a:cubicBezTo>
                    <a:pt x="2739" y="11332"/>
                    <a:pt x="1050" y="11948"/>
                    <a:pt x="366" y="13364"/>
                  </a:cubicBezTo>
                  <a:cubicBezTo>
                    <a:pt x="0" y="14140"/>
                    <a:pt x="0" y="15075"/>
                    <a:pt x="252" y="15897"/>
                  </a:cubicBezTo>
                  <a:cubicBezTo>
                    <a:pt x="525" y="16719"/>
                    <a:pt x="1050" y="17449"/>
                    <a:pt x="1667" y="18043"/>
                  </a:cubicBezTo>
                  <a:cubicBezTo>
                    <a:pt x="3105" y="19458"/>
                    <a:pt x="5068" y="20211"/>
                    <a:pt x="7031" y="20668"/>
                  </a:cubicBezTo>
                  <a:cubicBezTo>
                    <a:pt x="8237" y="20934"/>
                    <a:pt x="9478" y="21089"/>
                    <a:pt x="10716" y="21089"/>
                  </a:cubicBezTo>
                  <a:cubicBezTo>
                    <a:pt x="11493" y="21089"/>
                    <a:pt x="12268" y="21028"/>
                    <a:pt x="13034" y="20896"/>
                  </a:cubicBezTo>
                  <a:cubicBezTo>
                    <a:pt x="15019" y="20554"/>
                    <a:pt x="16937" y="19709"/>
                    <a:pt x="18420" y="18339"/>
                  </a:cubicBezTo>
                  <a:cubicBezTo>
                    <a:pt x="18420" y="18317"/>
                    <a:pt x="18398" y="18271"/>
                    <a:pt x="18398" y="18225"/>
                  </a:cubicBezTo>
                  <a:lnTo>
                    <a:pt x="18398" y="18225"/>
                  </a:lnTo>
                  <a:cubicBezTo>
                    <a:pt x="18420" y="18248"/>
                    <a:pt x="18443" y="18271"/>
                    <a:pt x="18466" y="18294"/>
                  </a:cubicBezTo>
                  <a:lnTo>
                    <a:pt x="18420" y="18362"/>
                  </a:lnTo>
                  <a:cubicBezTo>
                    <a:pt x="19836" y="17153"/>
                    <a:pt x="20657" y="15395"/>
                    <a:pt x="21274" y="13637"/>
                  </a:cubicBezTo>
                  <a:cubicBezTo>
                    <a:pt x="22438" y="10419"/>
                    <a:pt x="23122" y="6972"/>
                    <a:pt x="22552" y="3617"/>
                  </a:cubicBezTo>
                  <a:cubicBezTo>
                    <a:pt x="22415" y="2818"/>
                    <a:pt x="22209" y="2019"/>
                    <a:pt x="21776" y="1335"/>
                  </a:cubicBezTo>
                  <a:cubicBezTo>
                    <a:pt x="21342" y="650"/>
                    <a:pt x="20635" y="102"/>
                    <a:pt x="19836" y="11"/>
                  </a:cubicBezTo>
                  <a:cubicBezTo>
                    <a:pt x="19761" y="4"/>
                    <a:pt x="19686" y="0"/>
                    <a:pt x="19611" y="0"/>
                  </a:cubicBezTo>
                  <a:close/>
                  <a:moveTo>
                    <a:pt x="33051" y="13009"/>
                  </a:moveTo>
                  <a:cubicBezTo>
                    <a:pt x="32705" y="13009"/>
                    <a:pt x="32359" y="13165"/>
                    <a:pt x="32070" y="13364"/>
                  </a:cubicBezTo>
                  <a:cubicBezTo>
                    <a:pt x="31134" y="13957"/>
                    <a:pt x="30472" y="14893"/>
                    <a:pt x="29947" y="15897"/>
                  </a:cubicBezTo>
                  <a:cubicBezTo>
                    <a:pt x="28737" y="18271"/>
                    <a:pt x="28281" y="21033"/>
                    <a:pt x="28715" y="23681"/>
                  </a:cubicBezTo>
                  <a:cubicBezTo>
                    <a:pt x="28760" y="24069"/>
                    <a:pt x="28852" y="24457"/>
                    <a:pt x="29148" y="24822"/>
                  </a:cubicBezTo>
                  <a:cubicBezTo>
                    <a:pt x="30107" y="24639"/>
                    <a:pt x="30974" y="24069"/>
                    <a:pt x="31636" y="23361"/>
                  </a:cubicBezTo>
                  <a:cubicBezTo>
                    <a:pt x="32321" y="22653"/>
                    <a:pt x="32823" y="21809"/>
                    <a:pt x="33257" y="20919"/>
                  </a:cubicBezTo>
                  <a:cubicBezTo>
                    <a:pt x="33782" y="19892"/>
                    <a:pt x="34238" y="18819"/>
                    <a:pt x="34467" y="17678"/>
                  </a:cubicBezTo>
                  <a:cubicBezTo>
                    <a:pt x="34695" y="16559"/>
                    <a:pt x="34695" y="15349"/>
                    <a:pt x="34330" y="14254"/>
                  </a:cubicBezTo>
                  <a:cubicBezTo>
                    <a:pt x="34170" y="13729"/>
                    <a:pt x="33850" y="13181"/>
                    <a:pt x="33325" y="13044"/>
                  </a:cubicBezTo>
                  <a:cubicBezTo>
                    <a:pt x="33235" y="13020"/>
                    <a:pt x="33143" y="13009"/>
                    <a:pt x="33051" y="13009"/>
                  </a:cubicBezTo>
                  <a:close/>
                  <a:moveTo>
                    <a:pt x="23893" y="23697"/>
                  </a:moveTo>
                  <a:cubicBezTo>
                    <a:pt x="22489" y="23697"/>
                    <a:pt x="21047" y="23882"/>
                    <a:pt x="19767" y="24046"/>
                  </a:cubicBezTo>
                  <a:cubicBezTo>
                    <a:pt x="18010" y="24274"/>
                    <a:pt x="16206" y="24845"/>
                    <a:pt x="15042" y="26169"/>
                  </a:cubicBezTo>
                  <a:cubicBezTo>
                    <a:pt x="14563" y="26739"/>
                    <a:pt x="14198" y="27447"/>
                    <a:pt x="14243" y="28200"/>
                  </a:cubicBezTo>
                  <a:cubicBezTo>
                    <a:pt x="14266" y="29159"/>
                    <a:pt x="14997" y="30026"/>
                    <a:pt x="15864" y="30460"/>
                  </a:cubicBezTo>
                  <a:cubicBezTo>
                    <a:pt x="16657" y="30826"/>
                    <a:pt x="17541" y="30920"/>
                    <a:pt x="18403" y="30920"/>
                  </a:cubicBezTo>
                  <a:cubicBezTo>
                    <a:pt x="18508" y="30920"/>
                    <a:pt x="18613" y="30919"/>
                    <a:pt x="18717" y="30916"/>
                  </a:cubicBezTo>
                  <a:cubicBezTo>
                    <a:pt x="20110" y="30848"/>
                    <a:pt x="21525" y="30597"/>
                    <a:pt x="22757" y="29980"/>
                  </a:cubicBezTo>
                  <a:cubicBezTo>
                    <a:pt x="24401" y="29181"/>
                    <a:pt x="25725" y="27835"/>
                    <a:pt x="27322" y="26990"/>
                  </a:cubicBezTo>
                  <a:lnTo>
                    <a:pt x="27322" y="26990"/>
                  </a:lnTo>
                  <a:cubicBezTo>
                    <a:pt x="26569" y="28200"/>
                    <a:pt x="25953" y="29524"/>
                    <a:pt x="25656" y="30939"/>
                  </a:cubicBezTo>
                  <a:cubicBezTo>
                    <a:pt x="25359" y="32354"/>
                    <a:pt x="25382" y="33838"/>
                    <a:pt x="25862" y="35207"/>
                  </a:cubicBezTo>
                  <a:cubicBezTo>
                    <a:pt x="26021" y="35641"/>
                    <a:pt x="26227" y="36052"/>
                    <a:pt x="26523" y="36371"/>
                  </a:cubicBezTo>
                  <a:cubicBezTo>
                    <a:pt x="26828" y="36676"/>
                    <a:pt x="27237" y="36898"/>
                    <a:pt x="27670" y="36898"/>
                  </a:cubicBezTo>
                  <a:cubicBezTo>
                    <a:pt x="27691" y="36898"/>
                    <a:pt x="27712" y="36897"/>
                    <a:pt x="27733" y="36896"/>
                  </a:cubicBezTo>
                  <a:cubicBezTo>
                    <a:pt x="28327" y="36851"/>
                    <a:pt x="28806" y="36371"/>
                    <a:pt x="29126" y="35869"/>
                  </a:cubicBezTo>
                  <a:cubicBezTo>
                    <a:pt x="29536" y="35230"/>
                    <a:pt x="29765" y="34500"/>
                    <a:pt x="29947" y="33747"/>
                  </a:cubicBezTo>
                  <a:cubicBezTo>
                    <a:pt x="30358" y="32035"/>
                    <a:pt x="30472" y="30231"/>
                    <a:pt x="30290" y="28474"/>
                  </a:cubicBezTo>
                  <a:cubicBezTo>
                    <a:pt x="30175" y="27470"/>
                    <a:pt x="29947" y="26465"/>
                    <a:pt x="29308" y="25689"/>
                  </a:cubicBezTo>
                  <a:cubicBezTo>
                    <a:pt x="28057" y="24122"/>
                    <a:pt x="26019" y="23697"/>
                    <a:pt x="23893" y="2369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4" name="Google Shape;1304;p73"/>
            <p:cNvSpPr/>
            <p:nvPr/>
          </p:nvSpPr>
          <p:spPr>
            <a:xfrm flipH="1">
              <a:off x="2899562" y="2353629"/>
              <a:ext cx="1126847" cy="1267821"/>
            </a:xfrm>
            <a:custGeom>
              <a:rect b="b" l="l" r="r" t="t"/>
              <a:pathLst>
                <a:path extrusionOk="0" h="63304" w="56265">
                  <a:moveTo>
                    <a:pt x="17011" y="0"/>
                  </a:moveTo>
                  <a:cubicBezTo>
                    <a:pt x="16972" y="0"/>
                    <a:pt x="16931" y="21"/>
                    <a:pt x="16914" y="55"/>
                  </a:cubicBezTo>
                  <a:cubicBezTo>
                    <a:pt x="16526" y="1036"/>
                    <a:pt x="16389" y="2063"/>
                    <a:pt x="16252" y="3113"/>
                  </a:cubicBezTo>
                  <a:cubicBezTo>
                    <a:pt x="15978" y="5350"/>
                    <a:pt x="15795" y="7655"/>
                    <a:pt x="15704" y="9915"/>
                  </a:cubicBezTo>
                  <a:cubicBezTo>
                    <a:pt x="15636" y="11901"/>
                    <a:pt x="15636" y="14024"/>
                    <a:pt x="16184" y="15895"/>
                  </a:cubicBezTo>
                  <a:cubicBezTo>
                    <a:pt x="15544" y="15599"/>
                    <a:pt x="14905" y="15348"/>
                    <a:pt x="14266" y="15119"/>
                  </a:cubicBezTo>
                  <a:cubicBezTo>
                    <a:pt x="12006" y="14343"/>
                    <a:pt x="9633" y="13932"/>
                    <a:pt x="7327" y="13544"/>
                  </a:cubicBezTo>
                  <a:cubicBezTo>
                    <a:pt x="4931" y="13111"/>
                    <a:pt x="2465" y="12700"/>
                    <a:pt x="137" y="11855"/>
                  </a:cubicBezTo>
                  <a:cubicBezTo>
                    <a:pt x="126" y="11850"/>
                    <a:pt x="113" y="11847"/>
                    <a:pt x="100" y="11847"/>
                  </a:cubicBezTo>
                  <a:cubicBezTo>
                    <a:pt x="60" y="11847"/>
                    <a:pt x="17" y="11872"/>
                    <a:pt x="0" y="11924"/>
                  </a:cubicBezTo>
                  <a:cubicBezTo>
                    <a:pt x="0" y="11969"/>
                    <a:pt x="23" y="12038"/>
                    <a:pt x="69" y="12061"/>
                  </a:cubicBezTo>
                  <a:cubicBezTo>
                    <a:pt x="2397" y="12905"/>
                    <a:pt x="4885" y="13339"/>
                    <a:pt x="7282" y="13750"/>
                  </a:cubicBezTo>
                  <a:cubicBezTo>
                    <a:pt x="9587" y="14138"/>
                    <a:pt x="11961" y="14549"/>
                    <a:pt x="14198" y="15325"/>
                  </a:cubicBezTo>
                  <a:cubicBezTo>
                    <a:pt x="14882" y="15576"/>
                    <a:pt x="15567" y="15850"/>
                    <a:pt x="16275" y="16169"/>
                  </a:cubicBezTo>
                  <a:cubicBezTo>
                    <a:pt x="16298" y="16192"/>
                    <a:pt x="16320" y="16192"/>
                    <a:pt x="16343" y="16192"/>
                  </a:cubicBezTo>
                  <a:cubicBezTo>
                    <a:pt x="18398" y="17151"/>
                    <a:pt x="20520" y="18452"/>
                    <a:pt x="23008" y="20301"/>
                  </a:cubicBezTo>
                  <a:cubicBezTo>
                    <a:pt x="24241" y="21214"/>
                    <a:pt x="25451" y="22172"/>
                    <a:pt x="26615" y="23154"/>
                  </a:cubicBezTo>
                  <a:cubicBezTo>
                    <a:pt x="24994" y="23496"/>
                    <a:pt x="23556" y="23998"/>
                    <a:pt x="22164" y="24478"/>
                  </a:cubicBezTo>
                  <a:lnTo>
                    <a:pt x="21684" y="24637"/>
                  </a:lnTo>
                  <a:cubicBezTo>
                    <a:pt x="19331" y="25450"/>
                    <a:pt x="16858" y="26223"/>
                    <a:pt x="14340" y="26223"/>
                  </a:cubicBezTo>
                  <a:cubicBezTo>
                    <a:pt x="14171" y="26223"/>
                    <a:pt x="14002" y="26220"/>
                    <a:pt x="13833" y="26212"/>
                  </a:cubicBezTo>
                  <a:cubicBezTo>
                    <a:pt x="13787" y="26212"/>
                    <a:pt x="13741" y="26235"/>
                    <a:pt x="13718" y="26304"/>
                  </a:cubicBezTo>
                  <a:cubicBezTo>
                    <a:pt x="13718" y="26372"/>
                    <a:pt x="13764" y="26418"/>
                    <a:pt x="13833" y="26418"/>
                  </a:cubicBezTo>
                  <a:cubicBezTo>
                    <a:pt x="14003" y="26425"/>
                    <a:pt x="14174" y="26428"/>
                    <a:pt x="14344" y="26428"/>
                  </a:cubicBezTo>
                  <a:cubicBezTo>
                    <a:pt x="16887" y="26428"/>
                    <a:pt x="19400" y="25656"/>
                    <a:pt x="21753" y="24843"/>
                  </a:cubicBezTo>
                  <a:lnTo>
                    <a:pt x="22232" y="24683"/>
                  </a:lnTo>
                  <a:cubicBezTo>
                    <a:pt x="23625" y="24204"/>
                    <a:pt x="25063" y="23702"/>
                    <a:pt x="26683" y="23359"/>
                  </a:cubicBezTo>
                  <a:lnTo>
                    <a:pt x="26683" y="23359"/>
                  </a:lnTo>
                  <a:cubicBezTo>
                    <a:pt x="26318" y="26418"/>
                    <a:pt x="25816" y="29499"/>
                    <a:pt x="25177" y="32489"/>
                  </a:cubicBezTo>
                  <a:cubicBezTo>
                    <a:pt x="25154" y="32558"/>
                    <a:pt x="25200" y="32603"/>
                    <a:pt x="25245" y="32626"/>
                  </a:cubicBezTo>
                  <a:lnTo>
                    <a:pt x="25268" y="32626"/>
                  </a:lnTo>
                  <a:cubicBezTo>
                    <a:pt x="25314" y="32626"/>
                    <a:pt x="25359" y="32581"/>
                    <a:pt x="25382" y="32535"/>
                  </a:cubicBezTo>
                  <a:cubicBezTo>
                    <a:pt x="26021" y="29522"/>
                    <a:pt x="26546" y="26441"/>
                    <a:pt x="26889" y="23382"/>
                  </a:cubicBezTo>
                  <a:cubicBezTo>
                    <a:pt x="40470" y="34909"/>
                    <a:pt x="49554" y="50567"/>
                    <a:pt x="56036" y="63258"/>
                  </a:cubicBezTo>
                  <a:cubicBezTo>
                    <a:pt x="56059" y="63303"/>
                    <a:pt x="56105" y="63303"/>
                    <a:pt x="56128" y="63303"/>
                  </a:cubicBezTo>
                  <a:lnTo>
                    <a:pt x="56196" y="63303"/>
                  </a:lnTo>
                  <a:cubicBezTo>
                    <a:pt x="56242" y="63281"/>
                    <a:pt x="56265" y="63212"/>
                    <a:pt x="56242" y="63166"/>
                  </a:cubicBezTo>
                  <a:cubicBezTo>
                    <a:pt x="49737" y="50453"/>
                    <a:pt x="40652" y="34795"/>
                    <a:pt x="27048" y="23245"/>
                  </a:cubicBezTo>
                  <a:cubicBezTo>
                    <a:pt x="27391" y="19684"/>
                    <a:pt x="28509" y="16192"/>
                    <a:pt x="30267" y="13088"/>
                  </a:cubicBezTo>
                  <a:cubicBezTo>
                    <a:pt x="30290" y="13019"/>
                    <a:pt x="30290" y="12974"/>
                    <a:pt x="30221" y="12928"/>
                  </a:cubicBezTo>
                  <a:cubicBezTo>
                    <a:pt x="30209" y="12922"/>
                    <a:pt x="30195" y="12919"/>
                    <a:pt x="30181" y="12919"/>
                  </a:cubicBezTo>
                  <a:cubicBezTo>
                    <a:pt x="30142" y="12919"/>
                    <a:pt x="30101" y="12940"/>
                    <a:pt x="30084" y="12974"/>
                  </a:cubicBezTo>
                  <a:cubicBezTo>
                    <a:pt x="28327" y="16055"/>
                    <a:pt x="27208" y="19547"/>
                    <a:pt x="26843" y="23085"/>
                  </a:cubicBezTo>
                  <a:cubicBezTo>
                    <a:pt x="25656" y="22058"/>
                    <a:pt x="24401" y="21077"/>
                    <a:pt x="23122" y="20118"/>
                  </a:cubicBezTo>
                  <a:cubicBezTo>
                    <a:pt x="20634" y="18292"/>
                    <a:pt x="18489" y="16968"/>
                    <a:pt x="16435" y="16010"/>
                  </a:cubicBezTo>
                  <a:cubicBezTo>
                    <a:pt x="15887" y="14229"/>
                    <a:pt x="15841" y="12289"/>
                    <a:pt x="15932" y="9915"/>
                  </a:cubicBezTo>
                  <a:cubicBezTo>
                    <a:pt x="16001" y="7655"/>
                    <a:pt x="16184" y="5373"/>
                    <a:pt x="16457" y="3136"/>
                  </a:cubicBezTo>
                  <a:cubicBezTo>
                    <a:pt x="16594" y="2086"/>
                    <a:pt x="16731" y="1082"/>
                    <a:pt x="17119" y="146"/>
                  </a:cubicBezTo>
                  <a:cubicBezTo>
                    <a:pt x="17142" y="77"/>
                    <a:pt x="17119" y="32"/>
                    <a:pt x="17051" y="9"/>
                  </a:cubicBezTo>
                  <a:cubicBezTo>
                    <a:pt x="17039" y="3"/>
                    <a:pt x="17025" y="0"/>
                    <a:pt x="1701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05" name="Google Shape;1305;p73"/>
          <p:cNvGrpSpPr/>
          <p:nvPr/>
        </p:nvGrpSpPr>
        <p:grpSpPr>
          <a:xfrm rot="2151281">
            <a:off x="7465460" y="2123775"/>
            <a:ext cx="413316" cy="807903"/>
            <a:chOff x="2887743" y="2397645"/>
            <a:chExt cx="413267" cy="807808"/>
          </a:xfrm>
        </p:grpSpPr>
        <p:sp>
          <p:nvSpPr>
            <p:cNvPr id="1306" name="Google Shape;1306;p73"/>
            <p:cNvSpPr/>
            <p:nvPr/>
          </p:nvSpPr>
          <p:spPr>
            <a:xfrm flipH="1">
              <a:off x="2887743" y="2397645"/>
              <a:ext cx="413267" cy="383206"/>
            </a:xfrm>
            <a:custGeom>
              <a:rect b="b" l="l" r="r" t="t"/>
              <a:pathLst>
                <a:path extrusionOk="0" h="19134" w="20635">
                  <a:moveTo>
                    <a:pt x="1659" y="0"/>
                  </a:moveTo>
                  <a:cubicBezTo>
                    <a:pt x="1240" y="0"/>
                    <a:pt x="840" y="128"/>
                    <a:pt x="571" y="436"/>
                  </a:cubicBezTo>
                  <a:cubicBezTo>
                    <a:pt x="365" y="664"/>
                    <a:pt x="274" y="961"/>
                    <a:pt x="206" y="1258"/>
                  </a:cubicBezTo>
                  <a:cubicBezTo>
                    <a:pt x="0" y="2285"/>
                    <a:pt x="297" y="3449"/>
                    <a:pt x="1096" y="4156"/>
                  </a:cubicBezTo>
                  <a:cubicBezTo>
                    <a:pt x="1554" y="4574"/>
                    <a:pt x="2187" y="4809"/>
                    <a:pt x="2808" y="4809"/>
                  </a:cubicBezTo>
                  <a:cubicBezTo>
                    <a:pt x="3238" y="4809"/>
                    <a:pt x="3662" y="4696"/>
                    <a:pt x="4017" y="4453"/>
                  </a:cubicBezTo>
                  <a:cubicBezTo>
                    <a:pt x="4428" y="4179"/>
                    <a:pt x="4656" y="3609"/>
                    <a:pt x="4679" y="3084"/>
                  </a:cubicBezTo>
                  <a:cubicBezTo>
                    <a:pt x="4702" y="2559"/>
                    <a:pt x="4520" y="2034"/>
                    <a:pt x="4223" y="1600"/>
                  </a:cubicBezTo>
                  <a:cubicBezTo>
                    <a:pt x="3858" y="984"/>
                    <a:pt x="3287" y="504"/>
                    <a:pt x="2625" y="208"/>
                  </a:cubicBezTo>
                  <a:cubicBezTo>
                    <a:pt x="2325" y="78"/>
                    <a:pt x="1986" y="0"/>
                    <a:pt x="1659" y="0"/>
                  </a:cubicBezTo>
                  <a:close/>
                  <a:moveTo>
                    <a:pt x="11251" y="3859"/>
                  </a:moveTo>
                  <a:cubicBezTo>
                    <a:pt x="10960" y="3859"/>
                    <a:pt x="10669" y="3920"/>
                    <a:pt x="10408" y="4042"/>
                  </a:cubicBezTo>
                  <a:cubicBezTo>
                    <a:pt x="9632" y="4407"/>
                    <a:pt x="9107" y="5206"/>
                    <a:pt x="8948" y="6051"/>
                  </a:cubicBezTo>
                  <a:cubicBezTo>
                    <a:pt x="8856" y="6576"/>
                    <a:pt x="8856" y="7147"/>
                    <a:pt x="9062" y="7626"/>
                  </a:cubicBezTo>
                  <a:cubicBezTo>
                    <a:pt x="9267" y="8128"/>
                    <a:pt x="9655" y="8562"/>
                    <a:pt x="10180" y="8721"/>
                  </a:cubicBezTo>
                  <a:cubicBezTo>
                    <a:pt x="10250" y="8730"/>
                    <a:pt x="10321" y="8734"/>
                    <a:pt x="10394" y="8734"/>
                  </a:cubicBezTo>
                  <a:cubicBezTo>
                    <a:pt x="11111" y="8734"/>
                    <a:pt x="11963" y="8332"/>
                    <a:pt x="12440" y="7649"/>
                  </a:cubicBezTo>
                  <a:cubicBezTo>
                    <a:pt x="12691" y="7283"/>
                    <a:pt x="12851" y="6850"/>
                    <a:pt x="12942" y="6416"/>
                  </a:cubicBezTo>
                  <a:cubicBezTo>
                    <a:pt x="13056" y="5800"/>
                    <a:pt x="13079" y="5115"/>
                    <a:pt x="12714" y="4567"/>
                  </a:cubicBezTo>
                  <a:cubicBezTo>
                    <a:pt x="12395" y="4097"/>
                    <a:pt x="11825" y="3859"/>
                    <a:pt x="11251" y="3859"/>
                  </a:cubicBezTo>
                  <a:close/>
                  <a:moveTo>
                    <a:pt x="18751" y="14467"/>
                  </a:moveTo>
                  <a:cubicBezTo>
                    <a:pt x="18305" y="14467"/>
                    <a:pt x="17855" y="14617"/>
                    <a:pt x="17507" y="14884"/>
                  </a:cubicBezTo>
                  <a:cubicBezTo>
                    <a:pt x="16891" y="15318"/>
                    <a:pt x="16526" y="16094"/>
                    <a:pt x="16503" y="16847"/>
                  </a:cubicBezTo>
                  <a:cubicBezTo>
                    <a:pt x="16503" y="17281"/>
                    <a:pt x="16594" y="17715"/>
                    <a:pt x="16822" y="18057"/>
                  </a:cubicBezTo>
                  <a:cubicBezTo>
                    <a:pt x="17051" y="18399"/>
                    <a:pt x="17439" y="18673"/>
                    <a:pt x="17850" y="18673"/>
                  </a:cubicBezTo>
                  <a:cubicBezTo>
                    <a:pt x="17907" y="18676"/>
                    <a:pt x="17966" y="18677"/>
                    <a:pt x="18028" y="18677"/>
                  </a:cubicBezTo>
                  <a:cubicBezTo>
                    <a:pt x="18531" y="18677"/>
                    <a:pt x="19164" y="18583"/>
                    <a:pt x="19653" y="18217"/>
                  </a:cubicBezTo>
                  <a:cubicBezTo>
                    <a:pt x="20223" y="17806"/>
                    <a:pt x="20611" y="17144"/>
                    <a:pt x="20611" y="16436"/>
                  </a:cubicBezTo>
                  <a:cubicBezTo>
                    <a:pt x="20634" y="15752"/>
                    <a:pt x="20269" y="15044"/>
                    <a:pt x="19653" y="14702"/>
                  </a:cubicBezTo>
                  <a:cubicBezTo>
                    <a:pt x="19379" y="14541"/>
                    <a:pt x="19066" y="14467"/>
                    <a:pt x="18751" y="14467"/>
                  </a:cubicBezTo>
                  <a:close/>
                  <a:moveTo>
                    <a:pt x="3642" y="15501"/>
                  </a:moveTo>
                  <a:cubicBezTo>
                    <a:pt x="3206" y="15501"/>
                    <a:pt x="2770" y="15592"/>
                    <a:pt x="2374" y="15774"/>
                  </a:cubicBezTo>
                  <a:cubicBezTo>
                    <a:pt x="1895" y="15980"/>
                    <a:pt x="1438" y="16322"/>
                    <a:pt x="1278" y="16824"/>
                  </a:cubicBezTo>
                  <a:cubicBezTo>
                    <a:pt x="1119" y="17281"/>
                    <a:pt x="1256" y="17829"/>
                    <a:pt x="1529" y="18217"/>
                  </a:cubicBezTo>
                  <a:cubicBezTo>
                    <a:pt x="1826" y="18605"/>
                    <a:pt x="2283" y="18856"/>
                    <a:pt x="2739" y="19016"/>
                  </a:cubicBezTo>
                  <a:cubicBezTo>
                    <a:pt x="3018" y="19094"/>
                    <a:pt x="3308" y="19133"/>
                    <a:pt x="3599" y="19133"/>
                  </a:cubicBezTo>
                  <a:cubicBezTo>
                    <a:pt x="4401" y="19133"/>
                    <a:pt x="5205" y="18838"/>
                    <a:pt x="5775" y="18285"/>
                  </a:cubicBezTo>
                  <a:cubicBezTo>
                    <a:pt x="6117" y="17966"/>
                    <a:pt x="6186" y="17167"/>
                    <a:pt x="5866" y="16596"/>
                  </a:cubicBezTo>
                  <a:cubicBezTo>
                    <a:pt x="5547" y="16026"/>
                    <a:pt x="4930" y="15683"/>
                    <a:pt x="4291" y="15569"/>
                  </a:cubicBezTo>
                  <a:cubicBezTo>
                    <a:pt x="4078" y="15523"/>
                    <a:pt x="3860" y="15501"/>
                    <a:pt x="3642" y="1550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" name="Google Shape;1307;p73"/>
            <p:cNvSpPr/>
            <p:nvPr/>
          </p:nvSpPr>
          <p:spPr>
            <a:xfrm flipH="1">
              <a:off x="2901003" y="2405215"/>
              <a:ext cx="384929" cy="800239"/>
            </a:xfrm>
            <a:custGeom>
              <a:rect b="b" l="l" r="r" t="t"/>
              <a:pathLst>
                <a:path extrusionOk="0" h="39957" w="19220">
                  <a:moveTo>
                    <a:pt x="123" y="1"/>
                  </a:moveTo>
                  <a:cubicBezTo>
                    <a:pt x="97" y="1"/>
                    <a:pt x="69" y="12"/>
                    <a:pt x="46" y="35"/>
                  </a:cubicBezTo>
                  <a:cubicBezTo>
                    <a:pt x="0" y="58"/>
                    <a:pt x="0" y="126"/>
                    <a:pt x="23" y="172"/>
                  </a:cubicBezTo>
                  <a:cubicBezTo>
                    <a:pt x="4520" y="5536"/>
                    <a:pt x="8354" y="11425"/>
                    <a:pt x="11459" y="17679"/>
                  </a:cubicBezTo>
                  <a:cubicBezTo>
                    <a:pt x="8393" y="17019"/>
                    <a:pt x="5262" y="16690"/>
                    <a:pt x="2121" y="16690"/>
                  </a:cubicBezTo>
                  <a:cubicBezTo>
                    <a:pt x="1566" y="16690"/>
                    <a:pt x="1012" y="16700"/>
                    <a:pt x="457" y="16720"/>
                  </a:cubicBezTo>
                  <a:cubicBezTo>
                    <a:pt x="411" y="16743"/>
                    <a:pt x="366" y="16789"/>
                    <a:pt x="366" y="16834"/>
                  </a:cubicBezTo>
                  <a:cubicBezTo>
                    <a:pt x="366" y="16880"/>
                    <a:pt x="388" y="16926"/>
                    <a:pt x="434" y="16949"/>
                  </a:cubicBezTo>
                  <a:lnTo>
                    <a:pt x="480" y="16949"/>
                  </a:lnTo>
                  <a:cubicBezTo>
                    <a:pt x="1097" y="16922"/>
                    <a:pt x="1715" y="16909"/>
                    <a:pt x="2332" y="16909"/>
                  </a:cubicBezTo>
                  <a:cubicBezTo>
                    <a:pt x="5434" y="16909"/>
                    <a:pt x="8527" y="17245"/>
                    <a:pt x="11573" y="17930"/>
                  </a:cubicBezTo>
                  <a:cubicBezTo>
                    <a:pt x="12531" y="19893"/>
                    <a:pt x="13444" y="21902"/>
                    <a:pt x="14266" y="23956"/>
                  </a:cubicBezTo>
                  <a:cubicBezTo>
                    <a:pt x="14266" y="23979"/>
                    <a:pt x="14266" y="24002"/>
                    <a:pt x="14289" y="24024"/>
                  </a:cubicBezTo>
                  <a:cubicBezTo>
                    <a:pt x="16343" y="29137"/>
                    <a:pt x="17941" y="34456"/>
                    <a:pt x="19014" y="39865"/>
                  </a:cubicBezTo>
                  <a:cubicBezTo>
                    <a:pt x="19014" y="39911"/>
                    <a:pt x="19037" y="39956"/>
                    <a:pt x="19082" y="39956"/>
                  </a:cubicBezTo>
                  <a:lnTo>
                    <a:pt x="19128" y="39956"/>
                  </a:lnTo>
                  <a:cubicBezTo>
                    <a:pt x="19196" y="39956"/>
                    <a:pt x="19219" y="39888"/>
                    <a:pt x="19219" y="39842"/>
                  </a:cubicBezTo>
                  <a:cubicBezTo>
                    <a:pt x="18146" y="34387"/>
                    <a:pt x="16549" y="29069"/>
                    <a:pt x="14472" y="23933"/>
                  </a:cubicBezTo>
                  <a:cubicBezTo>
                    <a:pt x="14791" y="22404"/>
                    <a:pt x="15522" y="20966"/>
                    <a:pt x="16229" y="19573"/>
                  </a:cubicBezTo>
                  <a:cubicBezTo>
                    <a:pt x="16412" y="19208"/>
                    <a:pt x="16594" y="18843"/>
                    <a:pt x="16777" y="18478"/>
                  </a:cubicBezTo>
                  <a:cubicBezTo>
                    <a:pt x="17051" y="17953"/>
                    <a:pt x="17302" y="17405"/>
                    <a:pt x="17530" y="16880"/>
                  </a:cubicBezTo>
                  <a:cubicBezTo>
                    <a:pt x="17918" y="16036"/>
                    <a:pt x="18306" y="15168"/>
                    <a:pt x="18763" y="14347"/>
                  </a:cubicBezTo>
                  <a:cubicBezTo>
                    <a:pt x="18786" y="14278"/>
                    <a:pt x="18763" y="14232"/>
                    <a:pt x="18717" y="14187"/>
                  </a:cubicBezTo>
                  <a:cubicBezTo>
                    <a:pt x="18705" y="14181"/>
                    <a:pt x="18691" y="14178"/>
                    <a:pt x="18677" y="14178"/>
                  </a:cubicBezTo>
                  <a:cubicBezTo>
                    <a:pt x="18638" y="14178"/>
                    <a:pt x="18597" y="14199"/>
                    <a:pt x="18580" y="14232"/>
                  </a:cubicBezTo>
                  <a:cubicBezTo>
                    <a:pt x="18124" y="15077"/>
                    <a:pt x="17736" y="15944"/>
                    <a:pt x="17348" y="16789"/>
                  </a:cubicBezTo>
                  <a:cubicBezTo>
                    <a:pt x="17097" y="17314"/>
                    <a:pt x="16845" y="17862"/>
                    <a:pt x="16594" y="18387"/>
                  </a:cubicBezTo>
                  <a:cubicBezTo>
                    <a:pt x="16412" y="18752"/>
                    <a:pt x="16229" y="19117"/>
                    <a:pt x="16047" y="19482"/>
                  </a:cubicBezTo>
                  <a:cubicBezTo>
                    <a:pt x="15362" y="20783"/>
                    <a:pt x="14677" y="22153"/>
                    <a:pt x="14335" y="23591"/>
                  </a:cubicBezTo>
                  <a:cubicBezTo>
                    <a:pt x="13536" y="21628"/>
                    <a:pt x="12691" y="19710"/>
                    <a:pt x="11755" y="17816"/>
                  </a:cubicBezTo>
                  <a:cubicBezTo>
                    <a:pt x="11755" y="17793"/>
                    <a:pt x="11733" y="17770"/>
                    <a:pt x="11733" y="17770"/>
                  </a:cubicBezTo>
                  <a:cubicBezTo>
                    <a:pt x="10820" y="15944"/>
                    <a:pt x="9861" y="14164"/>
                    <a:pt x="8857" y="12406"/>
                  </a:cubicBezTo>
                  <a:cubicBezTo>
                    <a:pt x="9199" y="9371"/>
                    <a:pt x="9952" y="6403"/>
                    <a:pt x="11048" y="3573"/>
                  </a:cubicBezTo>
                  <a:cubicBezTo>
                    <a:pt x="11071" y="3505"/>
                    <a:pt x="11048" y="3459"/>
                    <a:pt x="10979" y="3436"/>
                  </a:cubicBezTo>
                  <a:cubicBezTo>
                    <a:pt x="10967" y="3430"/>
                    <a:pt x="10953" y="3427"/>
                    <a:pt x="10939" y="3427"/>
                  </a:cubicBezTo>
                  <a:cubicBezTo>
                    <a:pt x="10900" y="3427"/>
                    <a:pt x="10859" y="3448"/>
                    <a:pt x="10842" y="3482"/>
                  </a:cubicBezTo>
                  <a:cubicBezTo>
                    <a:pt x="9770" y="6266"/>
                    <a:pt x="9039" y="9165"/>
                    <a:pt x="8674" y="12110"/>
                  </a:cubicBezTo>
                  <a:cubicBezTo>
                    <a:pt x="6186" y="7864"/>
                    <a:pt x="3356" y="3824"/>
                    <a:pt x="183" y="35"/>
                  </a:cubicBezTo>
                  <a:cubicBezTo>
                    <a:pt x="172" y="12"/>
                    <a:pt x="149" y="1"/>
                    <a:pt x="1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08" name="Google Shape;1308;p73"/>
          <p:cNvSpPr txBox="1"/>
          <p:nvPr>
            <p:ph type="ctrTitle"/>
          </p:nvPr>
        </p:nvSpPr>
        <p:spPr>
          <a:xfrm>
            <a:off x="1187488" y="585288"/>
            <a:ext cx="3777300" cy="99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THANKS!</a:t>
            </a:r>
            <a:endParaRPr/>
          </a:p>
        </p:txBody>
      </p:sp>
      <p:sp>
        <p:nvSpPr>
          <p:cNvPr id="1309" name="Google Shape;1309;p73"/>
          <p:cNvSpPr txBox="1"/>
          <p:nvPr>
            <p:ph idx="1" type="subTitle"/>
          </p:nvPr>
        </p:nvSpPr>
        <p:spPr>
          <a:xfrm>
            <a:off x="1234773" y="1976775"/>
            <a:ext cx="3777300" cy="145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accent2"/>
                </a:solidFill>
                <a:latin typeface="Archivo Black"/>
                <a:ea typeface="Archivo Black"/>
                <a:cs typeface="Archivo Black"/>
                <a:sym typeface="Archivo Black"/>
              </a:rPr>
              <a:t>DO YOU HAVE ANY QUESTIONS?</a:t>
            </a:r>
            <a:endParaRPr sz="2000">
              <a:solidFill>
                <a:schemeClr val="accent2"/>
              </a:solidFill>
              <a:latin typeface="Archivo Black"/>
              <a:ea typeface="Archivo Black"/>
              <a:cs typeface="Archivo Black"/>
              <a:sym typeface="Archivo Black"/>
            </a:endParaRPr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grpSp>
        <p:nvGrpSpPr>
          <p:cNvPr id="1310" name="Google Shape;1310;p73"/>
          <p:cNvGrpSpPr/>
          <p:nvPr/>
        </p:nvGrpSpPr>
        <p:grpSpPr>
          <a:xfrm flipH="1">
            <a:off x="4542377" y="3445669"/>
            <a:ext cx="186655" cy="149254"/>
            <a:chOff x="2858987" y="3108507"/>
            <a:chExt cx="186655" cy="149254"/>
          </a:xfrm>
        </p:grpSpPr>
        <p:sp>
          <p:nvSpPr>
            <p:cNvPr id="1311" name="Google Shape;1311;p73"/>
            <p:cNvSpPr/>
            <p:nvPr/>
          </p:nvSpPr>
          <p:spPr>
            <a:xfrm>
              <a:off x="2870698" y="3108507"/>
              <a:ext cx="174944" cy="127045"/>
            </a:xfrm>
            <a:custGeom>
              <a:rect b="b" l="l" r="r" t="t"/>
              <a:pathLst>
                <a:path extrusionOk="0" h="4708" w="6483">
                  <a:moveTo>
                    <a:pt x="1852" y="0"/>
                  </a:moveTo>
                  <a:cubicBezTo>
                    <a:pt x="1698" y="0"/>
                    <a:pt x="1545" y="16"/>
                    <a:pt x="1393" y="51"/>
                  </a:cubicBezTo>
                  <a:cubicBezTo>
                    <a:pt x="799" y="165"/>
                    <a:pt x="251" y="644"/>
                    <a:pt x="206" y="1238"/>
                  </a:cubicBezTo>
                  <a:cubicBezTo>
                    <a:pt x="0" y="1512"/>
                    <a:pt x="137" y="2128"/>
                    <a:pt x="434" y="2584"/>
                  </a:cubicBezTo>
                  <a:cubicBezTo>
                    <a:pt x="754" y="3041"/>
                    <a:pt x="1233" y="3360"/>
                    <a:pt x="1712" y="3634"/>
                  </a:cubicBezTo>
                  <a:cubicBezTo>
                    <a:pt x="2648" y="4205"/>
                    <a:pt x="3698" y="4684"/>
                    <a:pt x="4817" y="4707"/>
                  </a:cubicBezTo>
                  <a:cubicBezTo>
                    <a:pt x="5273" y="4707"/>
                    <a:pt x="5775" y="4616"/>
                    <a:pt x="6072" y="4296"/>
                  </a:cubicBezTo>
                  <a:cubicBezTo>
                    <a:pt x="6414" y="3931"/>
                    <a:pt x="6483" y="3383"/>
                    <a:pt x="6323" y="2904"/>
                  </a:cubicBezTo>
                  <a:cubicBezTo>
                    <a:pt x="6140" y="2447"/>
                    <a:pt x="5821" y="2059"/>
                    <a:pt x="5456" y="1740"/>
                  </a:cubicBezTo>
                  <a:cubicBezTo>
                    <a:pt x="4771" y="1124"/>
                    <a:pt x="4018" y="644"/>
                    <a:pt x="3173" y="302"/>
                  </a:cubicBezTo>
                  <a:cubicBezTo>
                    <a:pt x="2749" y="132"/>
                    <a:pt x="2299" y="0"/>
                    <a:pt x="185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" name="Google Shape;1312;p73"/>
            <p:cNvSpPr/>
            <p:nvPr/>
          </p:nvSpPr>
          <p:spPr>
            <a:xfrm>
              <a:off x="2858987" y="3135114"/>
              <a:ext cx="175564" cy="122647"/>
            </a:xfrm>
            <a:custGeom>
              <a:rect b="b" l="l" r="r" t="t"/>
              <a:pathLst>
                <a:path extrusionOk="0" h="4545" w="6506">
                  <a:moveTo>
                    <a:pt x="685" y="1"/>
                  </a:moveTo>
                  <a:lnTo>
                    <a:pt x="685" y="1"/>
                  </a:lnTo>
                  <a:cubicBezTo>
                    <a:pt x="1" y="754"/>
                    <a:pt x="206" y="2009"/>
                    <a:pt x="891" y="2785"/>
                  </a:cubicBezTo>
                  <a:cubicBezTo>
                    <a:pt x="1553" y="3538"/>
                    <a:pt x="2557" y="3927"/>
                    <a:pt x="3516" y="4246"/>
                  </a:cubicBezTo>
                  <a:cubicBezTo>
                    <a:pt x="3982" y="4395"/>
                    <a:pt x="4463" y="4544"/>
                    <a:pt x="4947" y="4544"/>
                  </a:cubicBezTo>
                  <a:cubicBezTo>
                    <a:pt x="5056" y="4544"/>
                    <a:pt x="5164" y="4537"/>
                    <a:pt x="5273" y="4520"/>
                  </a:cubicBezTo>
                  <a:cubicBezTo>
                    <a:pt x="5867" y="4429"/>
                    <a:pt x="6460" y="3972"/>
                    <a:pt x="6506" y="3379"/>
                  </a:cubicBezTo>
                  <a:cubicBezTo>
                    <a:pt x="6506" y="3356"/>
                    <a:pt x="6506" y="3333"/>
                    <a:pt x="6506" y="3333"/>
                  </a:cubicBezTo>
                  <a:cubicBezTo>
                    <a:pt x="6186" y="3630"/>
                    <a:pt x="5707" y="3721"/>
                    <a:pt x="5251" y="3721"/>
                  </a:cubicBezTo>
                  <a:cubicBezTo>
                    <a:pt x="4132" y="3698"/>
                    <a:pt x="3082" y="3219"/>
                    <a:pt x="2146" y="2648"/>
                  </a:cubicBezTo>
                  <a:cubicBezTo>
                    <a:pt x="1667" y="2374"/>
                    <a:pt x="1188" y="2055"/>
                    <a:pt x="868" y="1598"/>
                  </a:cubicBezTo>
                  <a:cubicBezTo>
                    <a:pt x="571" y="1142"/>
                    <a:pt x="434" y="526"/>
                    <a:pt x="640" y="252"/>
                  </a:cubicBezTo>
                  <a:cubicBezTo>
                    <a:pt x="640" y="160"/>
                    <a:pt x="663" y="92"/>
                    <a:pt x="6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" name="Google Shape;1313;p73"/>
            <p:cNvSpPr/>
            <p:nvPr/>
          </p:nvSpPr>
          <p:spPr>
            <a:xfrm>
              <a:off x="2908261" y="3140052"/>
              <a:ext cx="104756" cy="65708"/>
            </a:xfrm>
            <a:custGeom>
              <a:rect b="b" l="l" r="r" t="t"/>
              <a:pathLst>
                <a:path extrusionOk="0" h="2435" w="3882">
                  <a:moveTo>
                    <a:pt x="1" y="0"/>
                  </a:moveTo>
                  <a:cubicBezTo>
                    <a:pt x="1119" y="799"/>
                    <a:pt x="2306" y="1552"/>
                    <a:pt x="3493" y="2306"/>
                  </a:cubicBezTo>
                  <a:cubicBezTo>
                    <a:pt x="3582" y="2377"/>
                    <a:pt x="3699" y="2434"/>
                    <a:pt x="3800" y="2434"/>
                  </a:cubicBezTo>
                  <a:cubicBezTo>
                    <a:pt x="3829" y="2434"/>
                    <a:pt x="3856" y="2430"/>
                    <a:pt x="3881" y="2420"/>
                  </a:cubicBezTo>
                  <a:cubicBezTo>
                    <a:pt x="3858" y="1940"/>
                    <a:pt x="3470" y="1575"/>
                    <a:pt x="3082" y="1301"/>
                  </a:cubicBezTo>
                  <a:cubicBezTo>
                    <a:pt x="2169" y="639"/>
                    <a:pt x="1119" y="183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4" name="Google Shape;1314;p73"/>
          <p:cNvSpPr/>
          <p:nvPr/>
        </p:nvSpPr>
        <p:spPr>
          <a:xfrm flipH="1">
            <a:off x="209767" y="2017800"/>
            <a:ext cx="205140" cy="205140"/>
          </a:xfrm>
          <a:custGeom>
            <a:rect b="b" l="l" r="r" t="t"/>
            <a:pathLst>
              <a:path extrusionOk="0" h="7602" w="7602">
                <a:moveTo>
                  <a:pt x="2648" y="1"/>
                </a:moveTo>
                <a:cubicBezTo>
                  <a:pt x="2420" y="1"/>
                  <a:pt x="2237" y="183"/>
                  <a:pt x="2237" y="434"/>
                </a:cubicBezTo>
                <a:lnTo>
                  <a:pt x="2237" y="1804"/>
                </a:lnTo>
                <a:cubicBezTo>
                  <a:pt x="2237" y="2032"/>
                  <a:pt x="2032" y="2215"/>
                  <a:pt x="1804" y="2215"/>
                </a:cubicBezTo>
                <a:lnTo>
                  <a:pt x="434" y="2215"/>
                </a:lnTo>
                <a:cubicBezTo>
                  <a:pt x="206" y="2215"/>
                  <a:pt x="0" y="2420"/>
                  <a:pt x="0" y="2648"/>
                </a:cubicBezTo>
                <a:lnTo>
                  <a:pt x="0" y="4954"/>
                </a:lnTo>
                <a:cubicBezTo>
                  <a:pt x="0" y="5182"/>
                  <a:pt x="206" y="5387"/>
                  <a:pt x="434" y="5387"/>
                </a:cubicBezTo>
                <a:lnTo>
                  <a:pt x="1804" y="5387"/>
                </a:lnTo>
                <a:cubicBezTo>
                  <a:pt x="2032" y="5387"/>
                  <a:pt x="2237" y="5570"/>
                  <a:pt x="2237" y="5798"/>
                </a:cubicBezTo>
                <a:lnTo>
                  <a:pt x="2237" y="7168"/>
                </a:lnTo>
                <a:cubicBezTo>
                  <a:pt x="2237" y="7419"/>
                  <a:pt x="2420" y="7601"/>
                  <a:pt x="2648" y="7601"/>
                </a:cubicBezTo>
                <a:lnTo>
                  <a:pt x="4976" y="7601"/>
                </a:lnTo>
                <a:cubicBezTo>
                  <a:pt x="5205" y="7601"/>
                  <a:pt x="5387" y="7419"/>
                  <a:pt x="5387" y="7168"/>
                </a:cubicBezTo>
                <a:lnTo>
                  <a:pt x="5387" y="5798"/>
                </a:lnTo>
                <a:cubicBezTo>
                  <a:pt x="5387" y="5570"/>
                  <a:pt x="5570" y="5387"/>
                  <a:pt x="5798" y="5387"/>
                </a:cubicBezTo>
                <a:lnTo>
                  <a:pt x="7190" y="5387"/>
                </a:lnTo>
                <a:cubicBezTo>
                  <a:pt x="7419" y="5387"/>
                  <a:pt x="7601" y="5182"/>
                  <a:pt x="7601" y="4954"/>
                </a:cubicBezTo>
                <a:lnTo>
                  <a:pt x="7601" y="2648"/>
                </a:lnTo>
                <a:cubicBezTo>
                  <a:pt x="7601" y="2420"/>
                  <a:pt x="7419" y="2215"/>
                  <a:pt x="7190" y="2215"/>
                </a:cubicBezTo>
                <a:lnTo>
                  <a:pt x="5798" y="2215"/>
                </a:lnTo>
                <a:cubicBezTo>
                  <a:pt x="5570" y="2215"/>
                  <a:pt x="5387" y="2032"/>
                  <a:pt x="5387" y="1804"/>
                </a:cubicBezTo>
                <a:lnTo>
                  <a:pt x="5387" y="434"/>
                </a:lnTo>
                <a:cubicBezTo>
                  <a:pt x="5387" y="183"/>
                  <a:pt x="5205" y="1"/>
                  <a:pt x="497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5" name="Google Shape;1315;p73"/>
          <p:cNvSpPr/>
          <p:nvPr/>
        </p:nvSpPr>
        <p:spPr>
          <a:xfrm flipH="1">
            <a:off x="8192325" y="648489"/>
            <a:ext cx="204519" cy="204519"/>
          </a:xfrm>
          <a:custGeom>
            <a:rect b="b" l="l" r="r" t="t"/>
            <a:pathLst>
              <a:path extrusionOk="0" h="7579" w="7579">
                <a:moveTo>
                  <a:pt x="2625" y="1"/>
                </a:moveTo>
                <a:cubicBezTo>
                  <a:pt x="2397" y="1"/>
                  <a:pt x="2214" y="183"/>
                  <a:pt x="2214" y="412"/>
                </a:cubicBezTo>
                <a:lnTo>
                  <a:pt x="2214" y="1781"/>
                </a:lnTo>
                <a:cubicBezTo>
                  <a:pt x="2214" y="2032"/>
                  <a:pt x="2032" y="2215"/>
                  <a:pt x="1804" y="2215"/>
                </a:cubicBezTo>
                <a:lnTo>
                  <a:pt x="411" y="2215"/>
                </a:lnTo>
                <a:cubicBezTo>
                  <a:pt x="183" y="2215"/>
                  <a:pt x="0" y="2397"/>
                  <a:pt x="0" y="2626"/>
                </a:cubicBezTo>
                <a:lnTo>
                  <a:pt x="0" y="4954"/>
                </a:lnTo>
                <a:cubicBezTo>
                  <a:pt x="0" y="5182"/>
                  <a:pt x="183" y="5365"/>
                  <a:pt x="411" y="5365"/>
                </a:cubicBezTo>
                <a:lnTo>
                  <a:pt x="1804" y="5365"/>
                </a:lnTo>
                <a:cubicBezTo>
                  <a:pt x="2032" y="5365"/>
                  <a:pt x="2214" y="5547"/>
                  <a:pt x="2214" y="5775"/>
                </a:cubicBezTo>
                <a:lnTo>
                  <a:pt x="2214" y="7168"/>
                </a:lnTo>
                <a:cubicBezTo>
                  <a:pt x="2214" y="7396"/>
                  <a:pt x="2397" y="7579"/>
                  <a:pt x="2625" y="7579"/>
                </a:cubicBezTo>
                <a:lnTo>
                  <a:pt x="4953" y="7579"/>
                </a:lnTo>
                <a:cubicBezTo>
                  <a:pt x="5182" y="7579"/>
                  <a:pt x="5364" y="7396"/>
                  <a:pt x="5364" y="7168"/>
                </a:cubicBezTo>
                <a:lnTo>
                  <a:pt x="5364" y="5775"/>
                </a:lnTo>
                <a:cubicBezTo>
                  <a:pt x="5364" y="5547"/>
                  <a:pt x="5570" y="5365"/>
                  <a:pt x="5798" y="5365"/>
                </a:cubicBezTo>
                <a:lnTo>
                  <a:pt x="7168" y="5365"/>
                </a:lnTo>
                <a:cubicBezTo>
                  <a:pt x="7396" y="5365"/>
                  <a:pt x="7578" y="5182"/>
                  <a:pt x="7578" y="4954"/>
                </a:cubicBezTo>
                <a:lnTo>
                  <a:pt x="7578" y="2626"/>
                </a:lnTo>
                <a:cubicBezTo>
                  <a:pt x="7578" y="2397"/>
                  <a:pt x="7396" y="2215"/>
                  <a:pt x="7168" y="2215"/>
                </a:cubicBezTo>
                <a:lnTo>
                  <a:pt x="5798" y="2215"/>
                </a:lnTo>
                <a:cubicBezTo>
                  <a:pt x="5570" y="2215"/>
                  <a:pt x="5364" y="2032"/>
                  <a:pt x="5364" y="1781"/>
                </a:cubicBezTo>
                <a:lnTo>
                  <a:pt x="5364" y="412"/>
                </a:lnTo>
                <a:cubicBezTo>
                  <a:pt x="5364" y="183"/>
                  <a:pt x="5182" y="1"/>
                  <a:pt x="495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6" name="Google Shape;1316;p73"/>
          <p:cNvSpPr/>
          <p:nvPr/>
        </p:nvSpPr>
        <p:spPr>
          <a:xfrm flipH="1">
            <a:off x="-218296" y="3096390"/>
            <a:ext cx="692948" cy="785102"/>
          </a:xfrm>
          <a:custGeom>
            <a:rect b="b" l="l" r="r" t="t"/>
            <a:pathLst>
              <a:path extrusionOk="0" h="29094" w="25679">
                <a:moveTo>
                  <a:pt x="15362" y="0"/>
                </a:moveTo>
                <a:cubicBezTo>
                  <a:pt x="14997" y="0"/>
                  <a:pt x="14631" y="16"/>
                  <a:pt x="14266" y="43"/>
                </a:cubicBezTo>
                <a:cubicBezTo>
                  <a:pt x="13581" y="112"/>
                  <a:pt x="12897" y="203"/>
                  <a:pt x="12280" y="500"/>
                </a:cubicBezTo>
                <a:cubicBezTo>
                  <a:pt x="11504" y="888"/>
                  <a:pt x="10911" y="1550"/>
                  <a:pt x="10409" y="2234"/>
                </a:cubicBezTo>
                <a:cubicBezTo>
                  <a:pt x="8080" y="5498"/>
                  <a:pt x="7533" y="9653"/>
                  <a:pt x="6254" y="13464"/>
                </a:cubicBezTo>
                <a:cubicBezTo>
                  <a:pt x="6232" y="13533"/>
                  <a:pt x="6186" y="13624"/>
                  <a:pt x="6140" y="13693"/>
                </a:cubicBezTo>
                <a:cubicBezTo>
                  <a:pt x="6088" y="13737"/>
                  <a:pt x="6021" y="13758"/>
                  <a:pt x="5951" y="13758"/>
                </a:cubicBezTo>
                <a:cubicBezTo>
                  <a:pt x="5806" y="13758"/>
                  <a:pt x="5647" y="13671"/>
                  <a:pt x="5570" y="13533"/>
                </a:cubicBezTo>
                <a:cubicBezTo>
                  <a:pt x="5456" y="13350"/>
                  <a:pt x="5478" y="13099"/>
                  <a:pt x="5501" y="12871"/>
                </a:cubicBezTo>
                <a:cubicBezTo>
                  <a:pt x="5752" y="10383"/>
                  <a:pt x="6277" y="7941"/>
                  <a:pt x="7053" y="5544"/>
                </a:cubicBezTo>
                <a:cubicBezTo>
                  <a:pt x="7259" y="4928"/>
                  <a:pt x="7464" y="4289"/>
                  <a:pt x="7487" y="3627"/>
                </a:cubicBezTo>
                <a:cubicBezTo>
                  <a:pt x="7510" y="2965"/>
                  <a:pt x="7282" y="2257"/>
                  <a:pt x="6734" y="1869"/>
                </a:cubicBezTo>
                <a:cubicBezTo>
                  <a:pt x="6438" y="1663"/>
                  <a:pt x="6097" y="1577"/>
                  <a:pt x="5742" y="1577"/>
                </a:cubicBezTo>
                <a:cubicBezTo>
                  <a:pt x="5195" y="1577"/>
                  <a:pt x="4617" y="1784"/>
                  <a:pt x="4132" y="2075"/>
                </a:cubicBezTo>
                <a:cubicBezTo>
                  <a:pt x="3196" y="2622"/>
                  <a:pt x="2443" y="3467"/>
                  <a:pt x="1872" y="4403"/>
                </a:cubicBezTo>
                <a:cubicBezTo>
                  <a:pt x="0" y="7461"/>
                  <a:pt x="137" y="11296"/>
                  <a:pt x="662" y="14834"/>
                </a:cubicBezTo>
                <a:cubicBezTo>
                  <a:pt x="1233" y="18509"/>
                  <a:pt x="2169" y="22138"/>
                  <a:pt x="3470" y="25608"/>
                </a:cubicBezTo>
                <a:cubicBezTo>
                  <a:pt x="3903" y="26772"/>
                  <a:pt x="4588" y="28164"/>
                  <a:pt x="5958" y="28735"/>
                </a:cubicBezTo>
                <a:cubicBezTo>
                  <a:pt x="6548" y="28997"/>
                  <a:pt x="7176" y="29093"/>
                  <a:pt x="7811" y="29093"/>
                </a:cubicBezTo>
                <a:cubicBezTo>
                  <a:pt x="8281" y="29093"/>
                  <a:pt x="8756" y="29041"/>
                  <a:pt x="9222" y="28963"/>
                </a:cubicBezTo>
                <a:cubicBezTo>
                  <a:pt x="13673" y="28255"/>
                  <a:pt x="17485" y="25379"/>
                  <a:pt x="20657" y="22161"/>
                </a:cubicBezTo>
                <a:cubicBezTo>
                  <a:pt x="22050" y="20746"/>
                  <a:pt x="23351" y="19216"/>
                  <a:pt x="24264" y="17459"/>
                </a:cubicBezTo>
                <a:cubicBezTo>
                  <a:pt x="25177" y="15701"/>
                  <a:pt x="25679" y="13670"/>
                  <a:pt x="25382" y="11730"/>
                </a:cubicBezTo>
                <a:cubicBezTo>
                  <a:pt x="25291" y="11182"/>
                  <a:pt x="25108" y="10611"/>
                  <a:pt x="24652" y="10337"/>
                </a:cubicBezTo>
                <a:cubicBezTo>
                  <a:pt x="24472" y="10236"/>
                  <a:pt x="24273" y="10190"/>
                  <a:pt x="24071" y="10190"/>
                </a:cubicBezTo>
                <a:cubicBezTo>
                  <a:pt x="23686" y="10190"/>
                  <a:pt x="23293" y="10356"/>
                  <a:pt x="23008" y="10611"/>
                </a:cubicBezTo>
                <a:cubicBezTo>
                  <a:pt x="22552" y="10999"/>
                  <a:pt x="22278" y="11524"/>
                  <a:pt x="22004" y="12049"/>
                </a:cubicBezTo>
                <a:cubicBezTo>
                  <a:pt x="20885" y="14241"/>
                  <a:pt x="19516" y="16295"/>
                  <a:pt x="17918" y="18166"/>
                </a:cubicBezTo>
                <a:cubicBezTo>
                  <a:pt x="19288" y="15222"/>
                  <a:pt x="20657" y="12255"/>
                  <a:pt x="21639" y="9173"/>
                </a:cubicBezTo>
                <a:cubicBezTo>
                  <a:pt x="22232" y="7347"/>
                  <a:pt x="22643" y="5316"/>
                  <a:pt x="21913" y="3558"/>
                </a:cubicBezTo>
                <a:cubicBezTo>
                  <a:pt x="21342" y="2166"/>
                  <a:pt x="20087" y="1116"/>
                  <a:pt x="18694" y="568"/>
                </a:cubicBezTo>
                <a:cubicBezTo>
                  <a:pt x="17639" y="153"/>
                  <a:pt x="16505" y="0"/>
                  <a:pt x="1536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7" name="Google Shape;1317;p73"/>
          <p:cNvSpPr/>
          <p:nvPr/>
        </p:nvSpPr>
        <p:spPr>
          <a:xfrm flipH="1">
            <a:off x="-105580" y="3623515"/>
            <a:ext cx="1186935" cy="2124826"/>
          </a:xfrm>
          <a:custGeom>
            <a:rect b="b" l="l" r="r" t="t"/>
            <a:pathLst>
              <a:path extrusionOk="0" h="78741" w="43985">
                <a:moveTo>
                  <a:pt x="15204" y="1"/>
                </a:moveTo>
                <a:cubicBezTo>
                  <a:pt x="14564" y="1"/>
                  <a:pt x="13931" y="314"/>
                  <a:pt x="13467" y="755"/>
                </a:cubicBezTo>
                <a:cubicBezTo>
                  <a:pt x="12303" y="1805"/>
                  <a:pt x="11938" y="3517"/>
                  <a:pt x="12098" y="5092"/>
                </a:cubicBezTo>
                <a:cubicBezTo>
                  <a:pt x="12280" y="6644"/>
                  <a:pt x="12874" y="8105"/>
                  <a:pt x="13376" y="9611"/>
                </a:cubicBezTo>
                <a:cubicBezTo>
                  <a:pt x="15727" y="16824"/>
                  <a:pt x="15248" y="24653"/>
                  <a:pt x="13833" y="32140"/>
                </a:cubicBezTo>
                <a:cubicBezTo>
                  <a:pt x="12098" y="36226"/>
                  <a:pt x="10957" y="40585"/>
                  <a:pt x="10432" y="44991"/>
                </a:cubicBezTo>
                <a:cubicBezTo>
                  <a:pt x="9929" y="41224"/>
                  <a:pt x="8811" y="37435"/>
                  <a:pt x="8583" y="33601"/>
                </a:cubicBezTo>
                <a:cubicBezTo>
                  <a:pt x="8332" y="29538"/>
                  <a:pt x="9062" y="25407"/>
                  <a:pt x="8103" y="21458"/>
                </a:cubicBezTo>
                <a:cubicBezTo>
                  <a:pt x="7838" y="20331"/>
                  <a:pt x="7124" y="19034"/>
                  <a:pt x="6003" y="19034"/>
                </a:cubicBezTo>
                <a:cubicBezTo>
                  <a:pt x="5966" y="19034"/>
                  <a:pt x="5928" y="19035"/>
                  <a:pt x="5889" y="19038"/>
                </a:cubicBezTo>
                <a:cubicBezTo>
                  <a:pt x="5364" y="19084"/>
                  <a:pt x="4908" y="19426"/>
                  <a:pt x="4565" y="19814"/>
                </a:cubicBezTo>
                <a:cubicBezTo>
                  <a:pt x="3516" y="21001"/>
                  <a:pt x="3264" y="22645"/>
                  <a:pt x="3173" y="24197"/>
                </a:cubicBezTo>
                <a:cubicBezTo>
                  <a:pt x="2945" y="28465"/>
                  <a:pt x="3607" y="32756"/>
                  <a:pt x="5136" y="36751"/>
                </a:cubicBezTo>
                <a:cubicBezTo>
                  <a:pt x="6711" y="40836"/>
                  <a:pt x="9199" y="44671"/>
                  <a:pt x="10135" y="48871"/>
                </a:cubicBezTo>
                <a:cubicBezTo>
                  <a:pt x="9929" y="55947"/>
                  <a:pt x="11482" y="63182"/>
                  <a:pt x="14905" y="69254"/>
                </a:cubicBezTo>
                <a:cubicBezTo>
                  <a:pt x="11938" y="66560"/>
                  <a:pt x="9678" y="63228"/>
                  <a:pt x="8240" y="59553"/>
                </a:cubicBezTo>
                <a:cubicBezTo>
                  <a:pt x="6985" y="56358"/>
                  <a:pt x="6346" y="52934"/>
                  <a:pt x="4976" y="49784"/>
                </a:cubicBezTo>
                <a:cubicBezTo>
                  <a:pt x="4680" y="49168"/>
                  <a:pt x="4337" y="48506"/>
                  <a:pt x="3698" y="48232"/>
                </a:cubicBezTo>
                <a:cubicBezTo>
                  <a:pt x="3521" y="48163"/>
                  <a:pt x="3337" y="48132"/>
                  <a:pt x="3153" y="48132"/>
                </a:cubicBezTo>
                <a:cubicBezTo>
                  <a:pt x="2600" y="48132"/>
                  <a:pt x="2043" y="48414"/>
                  <a:pt x="1667" y="48825"/>
                </a:cubicBezTo>
                <a:cubicBezTo>
                  <a:pt x="1164" y="49396"/>
                  <a:pt x="936" y="50149"/>
                  <a:pt x="799" y="50880"/>
                </a:cubicBezTo>
                <a:cubicBezTo>
                  <a:pt x="0" y="55148"/>
                  <a:pt x="1781" y="59599"/>
                  <a:pt x="4702" y="62794"/>
                </a:cubicBezTo>
                <a:cubicBezTo>
                  <a:pt x="7510" y="65899"/>
                  <a:pt x="11253" y="67998"/>
                  <a:pt x="15111" y="69619"/>
                </a:cubicBezTo>
                <a:cubicBezTo>
                  <a:pt x="17051" y="72952"/>
                  <a:pt x="19539" y="75919"/>
                  <a:pt x="22620" y="78293"/>
                </a:cubicBezTo>
                <a:cubicBezTo>
                  <a:pt x="22926" y="78526"/>
                  <a:pt x="23344" y="78740"/>
                  <a:pt x="23701" y="78740"/>
                </a:cubicBezTo>
                <a:cubicBezTo>
                  <a:pt x="23903" y="78740"/>
                  <a:pt x="24086" y="78671"/>
                  <a:pt x="24218" y="78498"/>
                </a:cubicBezTo>
                <a:cubicBezTo>
                  <a:pt x="19288" y="74960"/>
                  <a:pt x="15818" y="69665"/>
                  <a:pt x="13673" y="63981"/>
                </a:cubicBezTo>
                <a:cubicBezTo>
                  <a:pt x="13330" y="63045"/>
                  <a:pt x="13011" y="62087"/>
                  <a:pt x="12737" y="61128"/>
                </a:cubicBezTo>
                <a:cubicBezTo>
                  <a:pt x="12303" y="55148"/>
                  <a:pt x="13764" y="49122"/>
                  <a:pt x="17416" y="44534"/>
                </a:cubicBezTo>
                <a:cubicBezTo>
                  <a:pt x="19813" y="41476"/>
                  <a:pt x="23077" y="39170"/>
                  <a:pt x="25451" y="36089"/>
                </a:cubicBezTo>
                <a:cubicBezTo>
                  <a:pt x="26090" y="35244"/>
                  <a:pt x="26683" y="34103"/>
                  <a:pt x="26135" y="33190"/>
                </a:cubicBezTo>
                <a:cubicBezTo>
                  <a:pt x="25784" y="32575"/>
                  <a:pt x="25085" y="32364"/>
                  <a:pt x="24346" y="32364"/>
                </a:cubicBezTo>
                <a:cubicBezTo>
                  <a:pt x="23933" y="32364"/>
                  <a:pt x="23507" y="32430"/>
                  <a:pt x="23122" y="32528"/>
                </a:cubicBezTo>
                <a:cubicBezTo>
                  <a:pt x="19105" y="33624"/>
                  <a:pt x="15978" y="36910"/>
                  <a:pt x="13969" y="40563"/>
                </a:cubicBezTo>
                <a:cubicBezTo>
                  <a:pt x="12372" y="43507"/>
                  <a:pt x="11390" y="46771"/>
                  <a:pt x="11048" y="50081"/>
                </a:cubicBezTo>
                <a:cubicBezTo>
                  <a:pt x="10934" y="43986"/>
                  <a:pt x="12098" y="37846"/>
                  <a:pt x="14494" y="32231"/>
                </a:cubicBezTo>
                <a:cubicBezTo>
                  <a:pt x="17895" y="28077"/>
                  <a:pt x="22529" y="24904"/>
                  <a:pt x="27665" y="23147"/>
                </a:cubicBezTo>
                <a:cubicBezTo>
                  <a:pt x="32595" y="21481"/>
                  <a:pt x="38096" y="21047"/>
                  <a:pt x="42319" y="18011"/>
                </a:cubicBezTo>
                <a:cubicBezTo>
                  <a:pt x="42844" y="17623"/>
                  <a:pt x="43368" y="17189"/>
                  <a:pt x="43665" y="16596"/>
                </a:cubicBezTo>
                <a:cubicBezTo>
                  <a:pt x="43962" y="16003"/>
                  <a:pt x="43985" y="15226"/>
                  <a:pt x="43551" y="14724"/>
                </a:cubicBezTo>
                <a:cubicBezTo>
                  <a:pt x="43277" y="14428"/>
                  <a:pt x="42889" y="14245"/>
                  <a:pt x="42524" y="14108"/>
                </a:cubicBezTo>
                <a:cubicBezTo>
                  <a:pt x="41374" y="13717"/>
                  <a:pt x="40169" y="13560"/>
                  <a:pt x="38953" y="13560"/>
                </a:cubicBezTo>
                <a:cubicBezTo>
                  <a:pt x="37827" y="13560"/>
                  <a:pt x="36693" y="13694"/>
                  <a:pt x="35585" y="13903"/>
                </a:cubicBezTo>
                <a:cubicBezTo>
                  <a:pt x="30153" y="14884"/>
                  <a:pt x="25085" y="17623"/>
                  <a:pt x="21114" y="21458"/>
                </a:cubicBezTo>
                <a:cubicBezTo>
                  <a:pt x="21548" y="20864"/>
                  <a:pt x="22004" y="20294"/>
                  <a:pt x="22461" y="19723"/>
                </a:cubicBezTo>
                <a:cubicBezTo>
                  <a:pt x="24241" y="17463"/>
                  <a:pt x="25998" y="15204"/>
                  <a:pt x="27779" y="12967"/>
                </a:cubicBezTo>
                <a:cubicBezTo>
                  <a:pt x="28190" y="12419"/>
                  <a:pt x="28646" y="11848"/>
                  <a:pt x="29194" y="11437"/>
                </a:cubicBezTo>
                <a:cubicBezTo>
                  <a:pt x="30175" y="10730"/>
                  <a:pt x="31431" y="10502"/>
                  <a:pt x="32572" y="10114"/>
                </a:cubicBezTo>
                <a:cubicBezTo>
                  <a:pt x="33736" y="9748"/>
                  <a:pt x="34946" y="9086"/>
                  <a:pt x="35357" y="7945"/>
                </a:cubicBezTo>
                <a:cubicBezTo>
                  <a:pt x="34923" y="7788"/>
                  <a:pt x="34458" y="7710"/>
                  <a:pt x="33993" y="7710"/>
                </a:cubicBezTo>
                <a:cubicBezTo>
                  <a:pt x="33309" y="7710"/>
                  <a:pt x="32622" y="7879"/>
                  <a:pt x="32024" y="8219"/>
                </a:cubicBezTo>
                <a:cubicBezTo>
                  <a:pt x="32892" y="7215"/>
                  <a:pt x="33531" y="6051"/>
                  <a:pt x="33896" y="4772"/>
                </a:cubicBezTo>
                <a:cubicBezTo>
                  <a:pt x="33987" y="4499"/>
                  <a:pt x="34033" y="4179"/>
                  <a:pt x="33873" y="3951"/>
                </a:cubicBezTo>
                <a:cubicBezTo>
                  <a:pt x="33753" y="3779"/>
                  <a:pt x="33580" y="3710"/>
                  <a:pt x="33389" y="3710"/>
                </a:cubicBezTo>
                <a:cubicBezTo>
                  <a:pt x="33073" y="3710"/>
                  <a:pt x="32705" y="3897"/>
                  <a:pt x="32435" y="4111"/>
                </a:cubicBezTo>
                <a:cubicBezTo>
                  <a:pt x="31522" y="4864"/>
                  <a:pt x="30746" y="5777"/>
                  <a:pt x="30153" y="6827"/>
                </a:cubicBezTo>
                <a:cubicBezTo>
                  <a:pt x="30563" y="5343"/>
                  <a:pt x="30700" y="3768"/>
                  <a:pt x="30495" y="2239"/>
                </a:cubicBezTo>
                <a:cubicBezTo>
                  <a:pt x="30449" y="1897"/>
                  <a:pt x="30335" y="1508"/>
                  <a:pt x="30016" y="1417"/>
                </a:cubicBezTo>
                <a:cubicBezTo>
                  <a:pt x="29975" y="1406"/>
                  <a:pt x="29935" y="1401"/>
                  <a:pt x="29896" y="1401"/>
                </a:cubicBezTo>
                <a:cubicBezTo>
                  <a:pt x="29605" y="1401"/>
                  <a:pt x="29352" y="1683"/>
                  <a:pt x="29171" y="1965"/>
                </a:cubicBezTo>
                <a:cubicBezTo>
                  <a:pt x="28190" y="3517"/>
                  <a:pt x="27596" y="5343"/>
                  <a:pt x="27505" y="7215"/>
                </a:cubicBezTo>
                <a:cubicBezTo>
                  <a:pt x="27414" y="6165"/>
                  <a:pt x="27003" y="5161"/>
                  <a:pt x="26364" y="4339"/>
                </a:cubicBezTo>
                <a:cubicBezTo>
                  <a:pt x="26139" y="4045"/>
                  <a:pt x="25783" y="3764"/>
                  <a:pt x="25455" y="3764"/>
                </a:cubicBezTo>
                <a:cubicBezTo>
                  <a:pt x="25350" y="3764"/>
                  <a:pt x="25248" y="3793"/>
                  <a:pt x="25154" y="3859"/>
                </a:cubicBezTo>
                <a:cubicBezTo>
                  <a:pt x="24834" y="4065"/>
                  <a:pt x="24834" y="4499"/>
                  <a:pt x="24880" y="4864"/>
                </a:cubicBezTo>
                <a:cubicBezTo>
                  <a:pt x="25108" y="7192"/>
                  <a:pt x="25930" y="9474"/>
                  <a:pt x="27528" y="11346"/>
                </a:cubicBezTo>
                <a:cubicBezTo>
                  <a:pt x="24720" y="15820"/>
                  <a:pt x="21068" y="19700"/>
                  <a:pt x="18124" y="24105"/>
                </a:cubicBezTo>
                <a:cubicBezTo>
                  <a:pt x="17256" y="25429"/>
                  <a:pt x="16435" y="26776"/>
                  <a:pt x="15704" y="28191"/>
                </a:cubicBezTo>
                <a:cubicBezTo>
                  <a:pt x="16982" y="24562"/>
                  <a:pt x="17918" y="20819"/>
                  <a:pt x="18512" y="17030"/>
                </a:cubicBezTo>
                <a:cubicBezTo>
                  <a:pt x="19196" y="12602"/>
                  <a:pt x="19402" y="8059"/>
                  <a:pt x="18420" y="3723"/>
                </a:cubicBezTo>
                <a:cubicBezTo>
                  <a:pt x="18010" y="2011"/>
                  <a:pt x="17028" y="25"/>
                  <a:pt x="15271" y="2"/>
                </a:cubicBezTo>
                <a:cubicBezTo>
                  <a:pt x="15248" y="1"/>
                  <a:pt x="15226" y="1"/>
                  <a:pt x="15204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18" name="Google Shape;1318;p73"/>
          <p:cNvGrpSpPr/>
          <p:nvPr/>
        </p:nvGrpSpPr>
        <p:grpSpPr>
          <a:xfrm flipH="1">
            <a:off x="7199965" y="4230086"/>
            <a:ext cx="1109326" cy="2740462"/>
            <a:chOff x="1985590" y="3490398"/>
            <a:chExt cx="1109326" cy="2740462"/>
          </a:xfrm>
        </p:grpSpPr>
        <p:sp>
          <p:nvSpPr>
            <p:cNvPr id="1319" name="Google Shape;1319;p73"/>
            <p:cNvSpPr/>
            <p:nvPr/>
          </p:nvSpPr>
          <p:spPr>
            <a:xfrm>
              <a:off x="2299102" y="3490398"/>
              <a:ext cx="614745" cy="567414"/>
            </a:xfrm>
            <a:custGeom>
              <a:rect b="b" l="l" r="r" t="t"/>
              <a:pathLst>
                <a:path extrusionOk="0" h="21027" w="22781">
                  <a:moveTo>
                    <a:pt x="12014" y="1"/>
                  </a:moveTo>
                  <a:cubicBezTo>
                    <a:pt x="11821" y="1"/>
                    <a:pt x="11628" y="10"/>
                    <a:pt x="11436" y="28"/>
                  </a:cubicBezTo>
                  <a:cubicBezTo>
                    <a:pt x="9496" y="210"/>
                    <a:pt x="7715" y="1214"/>
                    <a:pt x="6186" y="2447"/>
                  </a:cubicBezTo>
                  <a:cubicBezTo>
                    <a:pt x="5410" y="3086"/>
                    <a:pt x="4657" y="3839"/>
                    <a:pt x="4337" y="4798"/>
                  </a:cubicBezTo>
                  <a:cubicBezTo>
                    <a:pt x="3858" y="6259"/>
                    <a:pt x="4520" y="7834"/>
                    <a:pt x="5159" y="9249"/>
                  </a:cubicBezTo>
                  <a:cubicBezTo>
                    <a:pt x="6026" y="11189"/>
                    <a:pt x="6917" y="13129"/>
                    <a:pt x="7807" y="15069"/>
                  </a:cubicBezTo>
                  <a:cubicBezTo>
                    <a:pt x="6483" y="13746"/>
                    <a:pt x="5182" y="12422"/>
                    <a:pt x="3881" y="11098"/>
                  </a:cubicBezTo>
                  <a:cubicBezTo>
                    <a:pt x="3289" y="10506"/>
                    <a:pt x="2600" y="9876"/>
                    <a:pt x="1795" y="9876"/>
                  </a:cubicBezTo>
                  <a:cubicBezTo>
                    <a:pt x="1730" y="9876"/>
                    <a:pt x="1664" y="9880"/>
                    <a:pt x="1598" y="9888"/>
                  </a:cubicBezTo>
                  <a:cubicBezTo>
                    <a:pt x="754" y="9979"/>
                    <a:pt x="137" y="10847"/>
                    <a:pt x="69" y="11691"/>
                  </a:cubicBezTo>
                  <a:cubicBezTo>
                    <a:pt x="1" y="12536"/>
                    <a:pt x="343" y="13380"/>
                    <a:pt x="754" y="14111"/>
                  </a:cubicBezTo>
                  <a:cubicBezTo>
                    <a:pt x="2899" y="18060"/>
                    <a:pt x="7168" y="20776"/>
                    <a:pt x="11664" y="21027"/>
                  </a:cubicBezTo>
                  <a:cubicBezTo>
                    <a:pt x="17485" y="20639"/>
                    <a:pt x="22506" y="15069"/>
                    <a:pt x="22735" y="8952"/>
                  </a:cubicBezTo>
                  <a:cubicBezTo>
                    <a:pt x="22780" y="7834"/>
                    <a:pt x="22643" y="6601"/>
                    <a:pt x="21890" y="5780"/>
                  </a:cubicBezTo>
                  <a:cubicBezTo>
                    <a:pt x="21485" y="5325"/>
                    <a:pt x="20848" y="5062"/>
                    <a:pt x="20247" y="5062"/>
                  </a:cubicBezTo>
                  <a:cubicBezTo>
                    <a:pt x="19731" y="5062"/>
                    <a:pt x="19241" y="5256"/>
                    <a:pt x="18946" y="5688"/>
                  </a:cubicBezTo>
                  <a:cubicBezTo>
                    <a:pt x="18558" y="6213"/>
                    <a:pt x="18580" y="6944"/>
                    <a:pt x="18580" y="7606"/>
                  </a:cubicBezTo>
                  <a:cubicBezTo>
                    <a:pt x="18535" y="9569"/>
                    <a:pt x="17964" y="11554"/>
                    <a:pt x="16960" y="13266"/>
                  </a:cubicBezTo>
                  <a:cubicBezTo>
                    <a:pt x="17097" y="11372"/>
                    <a:pt x="17211" y="9477"/>
                    <a:pt x="17348" y="7583"/>
                  </a:cubicBezTo>
                  <a:cubicBezTo>
                    <a:pt x="17462" y="5757"/>
                    <a:pt x="17553" y="3794"/>
                    <a:pt x="16572" y="2264"/>
                  </a:cubicBezTo>
                  <a:cubicBezTo>
                    <a:pt x="15604" y="761"/>
                    <a:pt x="13799" y="1"/>
                    <a:pt x="12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0" name="Google Shape;1320;p73"/>
            <p:cNvSpPr/>
            <p:nvPr/>
          </p:nvSpPr>
          <p:spPr>
            <a:xfrm>
              <a:off x="1985590" y="3902567"/>
              <a:ext cx="1109326" cy="2328293"/>
            </a:xfrm>
            <a:custGeom>
              <a:rect b="b" l="l" r="r" t="t"/>
              <a:pathLst>
                <a:path extrusionOk="0" h="86281" w="41109">
                  <a:moveTo>
                    <a:pt x="3600" y="39967"/>
                  </a:moveTo>
                  <a:cubicBezTo>
                    <a:pt x="2921" y="39967"/>
                    <a:pt x="2330" y="40561"/>
                    <a:pt x="1941" y="41155"/>
                  </a:cubicBezTo>
                  <a:cubicBezTo>
                    <a:pt x="320" y="43620"/>
                    <a:pt x="0" y="46747"/>
                    <a:pt x="183" y="49691"/>
                  </a:cubicBezTo>
                  <a:cubicBezTo>
                    <a:pt x="434" y="53983"/>
                    <a:pt x="1667" y="58228"/>
                    <a:pt x="3744" y="61994"/>
                  </a:cubicBezTo>
                  <a:cubicBezTo>
                    <a:pt x="5342" y="64916"/>
                    <a:pt x="7442" y="67541"/>
                    <a:pt x="9633" y="70074"/>
                  </a:cubicBezTo>
                  <a:cubicBezTo>
                    <a:pt x="8355" y="68294"/>
                    <a:pt x="7693" y="66514"/>
                    <a:pt x="7213" y="64802"/>
                  </a:cubicBezTo>
                  <a:cubicBezTo>
                    <a:pt x="5387" y="58479"/>
                    <a:pt x="4794" y="51791"/>
                    <a:pt x="5479" y="45241"/>
                  </a:cubicBezTo>
                  <a:cubicBezTo>
                    <a:pt x="5661" y="43551"/>
                    <a:pt x="5821" y="41611"/>
                    <a:pt x="4611" y="40424"/>
                  </a:cubicBezTo>
                  <a:cubicBezTo>
                    <a:pt x="4383" y="40219"/>
                    <a:pt x="4132" y="40036"/>
                    <a:pt x="3835" y="39991"/>
                  </a:cubicBezTo>
                  <a:cubicBezTo>
                    <a:pt x="3756" y="39974"/>
                    <a:pt x="3677" y="39967"/>
                    <a:pt x="3600" y="39967"/>
                  </a:cubicBezTo>
                  <a:close/>
                  <a:moveTo>
                    <a:pt x="27756" y="1"/>
                  </a:moveTo>
                  <a:cubicBezTo>
                    <a:pt x="26889" y="708"/>
                    <a:pt x="26250" y="1713"/>
                    <a:pt x="25976" y="2808"/>
                  </a:cubicBezTo>
                  <a:cubicBezTo>
                    <a:pt x="25907" y="1941"/>
                    <a:pt x="25770" y="982"/>
                    <a:pt x="25108" y="412"/>
                  </a:cubicBezTo>
                  <a:cubicBezTo>
                    <a:pt x="24881" y="216"/>
                    <a:pt x="24573" y="125"/>
                    <a:pt x="24268" y="125"/>
                  </a:cubicBezTo>
                  <a:cubicBezTo>
                    <a:pt x="23683" y="125"/>
                    <a:pt x="23107" y="458"/>
                    <a:pt x="23122" y="1028"/>
                  </a:cubicBezTo>
                  <a:cubicBezTo>
                    <a:pt x="23145" y="1827"/>
                    <a:pt x="24218" y="2375"/>
                    <a:pt x="24035" y="3151"/>
                  </a:cubicBezTo>
                  <a:cubicBezTo>
                    <a:pt x="24022" y="2561"/>
                    <a:pt x="23437" y="2227"/>
                    <a:pt x="22850" y="2227"/>
                  </a:cubicBezTo>
                  <a:cubicBezTo>
                    <a:pt x="22415" y="2227"/>
                    <a:pt x="21980" y="2410"/>
                    <a:pt x="21776" y="2808"/>
                  </a:cubicBezTo>
                  <a:cubicBezTo>
                    <a:pt x="21388" y="3630"/>
                    <a:pt x="22050" y="4657"/>
                    <a:pt x="22917" y="4885"/>
                  </a:cubicBezTo>
                  <a:cubicBezTo>
                    <a:pt x="22780" y="4870"/>
                    <a:pt x="22641" y="4860"/>
                    <a:pt x="22501" y="4860"/>
                  </a:cubicBezTo>
                  <a:cubicBezTo>
                    <a:pt x="22222" y="4860"/>
                    <a:pt x="21943" y="4901"/>
                    <a:pt x="21684" y="5022"/>
                  </a:cubicBezTo>
                  <a:cubicBezTo>
                    <a:pt x="21205" y="5251"/>
                    <a:pt x="20908" y="5958"/>
                    <a:pt x="21274" y="6369"/>
                  </a:cubicBezTo>
                  <a:cubicBezTo>
                    <a:pt x="21433" y="6529"/>
                    <a:pt x="21662" y="6597"/>
                    <a:pt x="21890" y="6666"/>
                  </a:cubicBezTo>
                  <a:cubicBezTo>
                    <a:pt x="22532" y="6835"/>
                    <a:pt x="23194" y="6941"/>
                    <a:pt x="23888" y="6941"/>
                  </a:cubicBezTo>
                  <a:cubicBezTo>
                    <a:pt x="24502" y="6941"/>
                    <a:pt x="25141" y="6859"/>
                    <a:pt x="25816" y="6666"/>
                  </a:cubicBezTo>
                  <a:lnTo>
                    <a:pt x="25816" y="6666"/>
                  </a:lnTo>
                  <a:cubicBezTo>
                    <a:pt x="26227" y="12783"/>
                    <a:pt x="25108" y="18832"/>
                    <a:pt x="23305" y="24721"/>
                  </a:cubicBezTo>
                  <a:cubicBezTo>
                    <a:pt x="23511" y="22164"/>
                    <a:pt x="23282" y="19471"/>
                    <a:pt x="22963" y="16846"/>
                  </a:cubicBezTo>
                  <a:cubicBezTo>
                    <a:pt x="22689" y="14586"/>
                    <a:pt x="22278" y="12190"/>
                    <a:pt x="20794" y="10455"/>
                  </a:cubicBezTo>
                  <a:cubicBezTo>
                    <a:pt x="20156" y="9694"/>
                    <a:pt x="19222" y="9062"/>
                    <a:pt x="18241" y="9062"/>
                  </a:cubicBezTo>
                  <a:cubicBezTo>
                    <a:pt x="18134" y="9062"/>
                    <a:pt x="18026" y="9070"/>
                    <a:pt x="17918" y="9085"/>
                  </a:cubicBezTo>
                  <a:cubicBezTo>
                    <a:pt x="16709" y="9268"/>
                    <a:pt x="15841" y="10478"/>
                    <a:pt x="15750" y="11710"/>
                  </a:cubicBezTo>
                  <a:cubicBezTo>
                    <a:pt x="15659" y="12920"/>
                    <a:pt x="16184" y="14130"/>
                    <a:pt x="16891" y="15111"/>
                  </a:cubicBezTo>
                  <a:cubicBezTo>
                    <a:pt x="17599" y="16115"/>
                    <a:pt x="18489" y="16983"/>
                    <a:pt x="19265" y="17919"/>
                  </a:cubicBezTo>
                  <a:cubicBezTo>
                    <a:pt x="21548" y="20795"/>
                    <a:pt x="22575" y="24584"/>
                    <a:pt x="22164" y="28213"/>
                  </a:cubicBezTo>
                  <a:cubicBezTo>
                    <a:pt x="21548" y="30039"/>
                    <a:pt x="20863" y="31842"/>
                    <a:pt x="20155" y="33622"/>
                  </a:cubicBezTo>
                  <a:cubicBezTo>
                    <a:pt x="17416" y="40607"/>
                    <a:pt x="14335" y="47523"/>
                    <a:pt x="12440" y="54759"/>
                  </a:cubicBezTo>
                  <a:cubicBezTo>
                    <a:pt x="11276" y="44350"/>
                    <a:pt x="18968" y="34079"/>
                    <a:pt x="16640" y="23899"/>
                  </a:cubicBezTo>
                  <a:cubicBezTo>
                    <a:pt x="16435" y="22963"/>
                    <a:pt x="16092" y="21982"/>
                    <a:pt x="15248" y="21525"/>
                  </a:cubicBezTo>
                  <a:cubicBezTo>
                    <a:pt x="14967" y="21367"/>
                    <a:pt x="14673" y="21296"/>
                    <a:pt x="14381" y="21296"/>
                  </a:cubicBezTo>
                  <a:cubicBezTo>
                    <a:pt x="13106" y="21296"/>
                    <a:pt x="11841" y="22644"/>
                    <a:pt x="11619" y="24036"/>
                  </a:cubicBezTo>
                  <a:cubicBezTo>
                    <a:pt x="11345" y="25748"/>
                    <a:pt x="11984" y="27437"/>
                    <a:pt x="12121" y="29172"/>
                  </a:cubicBezTo>
                  <a:cubicBezTo>
                    <a:pt x="12326" y="31796"/>
                    <a:pt x="11322" y="34353"/>
                    <a:pt x="10683" y="36909"/>
                  </a:cubicBezTo>
                  <a:cubicBezTo>
                    <a:pt x="9176" y="42935"/>
                    <a:pt x="9770" y="49486"/>
                    <a:pt x="12326" y="55147"/>
                  </a:cubicBezTo>
                  <a:cubicBezTo>
                    <a:pt x="11938" y="56699"/>
                    <a:pt x="11596" y="58274"/>
                    <a:pt x="11322" y="59872"/>
                  </a:cubicBezTo>
                  <a:cubicBezTo>
                    <a:pt x="10660" y="63706"/>
                    <a:pt x="10477" y="67678"/>
                    <a:pt x="10911" y="71558"/>
                  </a:cubicBezTo>
                  <a:cubicBezTo>
                    <a:pt x="10477" y="71056"/>
                    <a:pt x="10044" y="70577"/>
                    <a:pt x="9633" y="70074"/>
                  </a:cubicBezTo>
                  <a:lnTo>
                    <a:pt x="9633" y="70074"/>
                  </a:lnTo>
                  <a:cubicBezTo>
                    <a:pt x="9998" y="70599"/>
                    <a:pt x="10432" y="71124"/>
                    <a:pt x="10934" y="71649"/>
                  </a:cubicBezTo>
                  <a:cubicBezTo>
                    <a:pt x="11527" y="76990"/>
                    <a:pt x="13330" y="82103"/>
                    <a:pt x="16686" y="86280"/>
                  </a:cubicBezTo>
                  <a:cubicBezTo>
                    <a:pt x="17234" y="85664"/>
                    <a:pt x="16709" y="84705"/>
                    <a:pt x="16229" y="84021"/>
                  </a:cubicBezTo>
                  <a:cubicBezTo>
                    <a:pt x="11025" y="76694"/>
                    <a:pt x="10546" y="66879"/>
                    <a:pt x="12486" y="58091"/>
                  </a:cubicBezTo>
                  <a:cubicBezTo>
                    <a:pt x="13604" y="52955"/>
                    <a:pt x="15476" y="48025"/>
                    <a:pt x="17507" y="43163"/>
                  </a:cubicBezTo>
                  <a:cubicBezTo>
                    <a:pt x="24857" y="39626"/>
                    <a:pt x="30815" y="33645"/>
                    <a:pt x="34421" y="26455"/>
                  </a:cubicBezTo>
                  <a:cubicBezTo>
                    <a:pt x="34923" y="25428"/>
                    <a:pt x="35403" y="24355"/>
                    <a:pt x="35357" y="23214"/>
                  </a:cubicBezTo>
                  <a:cubicBezTo>
                    <a:pt x="35311" y="22073"/>
                    <a:pt x="34604" y="20886"/>
                    <a:pt x="33485" y="20658"/>
                  </a:cubicBezTo>
                  <a:cubicBezTo>
                    <a:pt x="33343" y="20628"/>
                    <a:pt x="33201" y="20614"/>
                    <a:pt x="33061" y="20614"/>
                  </a:cubicBezTo>
                  <a:cubicBezTo>
                    <a:pt x="32236" y="20614"/>
                    <a:pt x="31458" y="21096"/>
                    <a:pt x="30815" y="21662"/>
                  </a:cubicBezTo>
                  <a:cubicBezTo>
                    <a:pt x="28943" y="23328"/>
                    <a:pt x="27893" y="25725"/>
                    <a:pt x="26797" y="28007"/>
                  </a:cubicBezTo>
                  <a:cubicBezTo>
                    <a:pt x="24446" y="32801"/>
                    <a:pt x="21548" y="37366"/>
                    <a:pt x="18192" y="41520"/>
                  </a:cubicBezTo>
                  <a:cubicBezTo>
                    <a:pt x="19425" y="38621"/>
                    <a:pt x="20680" y="35745"/>
                    <a:pt x="21867" y="32824"/>
                  </a:cubicBezTo>
                  <a:cubicBezTo>
                    <a:pt x="23602" y="28464"/>
                    <a:pt x="25177" y="23945"/>
                    <a:pt x="26135" y="19357"/>
                  </a:cubicBezTo>
                  <a:cubicBezTo>
                    <a:pt x="29468" y="14084"/>
                    <a:pt x="35197" y="10432"/>
                    <a:pt x="39739" y="5867"/>
                  </a:cubicBezTo>
                  <a:cubicBezTo>
                    <a:pt x="40219" y="5388"/>
                    <a:pt x="40698" y="4863"/>
                    <a:pt x="40835" y="4201"/>
                  </a:cubicBezTo>
                  <a:cubicBezTo>
                    <a:pt x="41109" y="2877"/>
                    <a:pt x="39716" y="1667"/>
                    <a:pt x="38347" y="1621"/>
                  </a:cubicBezTo>
                  <a:cubicBezTo>
                    <a:pt x="38309" y="1620"/>
                    <a:pt x="38271" y="1620"/>
                    <a:pt x="38233" y="1620"/>
                  </a:cubicBezTo>
                  <a:cubicBezTo>
                    <a:pt x="36930" y="1620"/>
                    <a:pt x="35715" y="2376"/>
                    <a:pt x="34672" y="3196"/>
                  </a:cubicBezTo>
                  <a:cubicBezTo>
                    <a:pt x="31317" y="5821"/>
                    <a:pt x="28669" y="9314"/>
                    <a:pt x="27003" y="13240"/>
                  </a:cubicBezTo>
                  <a:cubicBezTo>
                    <a:pt x="27163" y="11025"/>
                    <a:pt x="27140" y="8811"/>
                    <a:pt x="26866" y="6597"/>
                  </a:cubicBezTo>
                  <a:cubicBezTo>
                    <a:pt x="28715" y="5730"/>
                    <a:pt x="30153" y="4018"/>
                    <a:pt x="30678" y="2055"/>
                  </a:cubicBezTo>
                  <a:cubicBezTo>
                    <a:pt x="30532" y="2031"/>
                    <a:pt x="30386" y="2019"/>
                    <a:pt x="30239" y="2019"/>
                  </a:cubicBezTo>
                  <a:cubicBezTo>
                    <a:pt x="29283" y="2019"/>
                    <a:pt x="28339" y="2522"/>
                    <a:pt x="27824" y="3333"/>
                  </a:cubicBezTo>
                  <a:cubicBezTo>
                    <a:pt x="28395" y="2329"/>
                    <a:pt x="28372" y="1005"/>
                    <a:pt x="2775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21" name="Google Shape;1321;p73"/>
          <p:cNvSpPr/>
          <p:nvPr/>
        </p:nvSpPr>
        <p:spPr>
          <a:xfrm>
            <a:off x="6081877" y="4230063"/>
            <a:ext cx="904213" cy="1339697"/>
          </a:xfrm>
          <a:custGeom>
            <a:rect b="b" l="l" r="r" t="t"/>
            <a:pathLst>
              <a:path extrusionOk="0" h="49646" w="33508">
                <a:moveTo>
                  <a:pt x="12973" y="0"/>
                </a:moveTo>
                <a:cubicBezTo>
                  <a:pt x="11302" y="0"/>
                  <a:pt x="9993" y="1496"/>
                  <a:pt x="9427" y="3059"/>
                </a:cubicBezTo>
                <a:cubicBezTo>
                  <a:pt x="8103" y="6574"/>
                  <a:pt x="9359" y="10729"/>
                  <a:pt x="11915" y="13468"/>
                </a:cubicBezTo>
                <a:cubicBezTo>
                  <a:pt x="13033" y="14654"/>
                  <a:pt x="14449" y="15796"/>
                  <a:pt x="14631" y="17416"/>
                </a:cubicBezTo>
                <a:cubicBezTo>
                  <a:pt x="14700" y="18078"/>
                  <a:pt x="14540" y="18740"/>
                  <a:pt x="14517" y="19402"/>
                </a:cubicBezTo>
                <a:cubicBezTo>
                  <a:pt x="14471" y="20794"/>
                  <a:pt x="14974" y="22232"/>
                  <a:pt x="15955" y="23282"/>
                </a:cubicBezTo>
                <a:cubicBezTo>
                  <a:pt x="17233" y="24675"/>
                  <a:pt x="19242" y="25382"/>
                  <a:pt x="20201" y="27026"/>
                </a:cubicBezTo>
                <a:cubicBezTo>
                  <a:pt x="21410" y="29103"/>
                  <a:pt x="20497" y="31910"/>
                  <a:pt x="21684" y="34010"/>
                </a:cubicBezTo>
                <a:cubicBezTo>
                  <a:pt x="23031" y="36407"/>
                  <a:pt x="26432" y="36749"/>
                  <a:pt x="28281" y="38781"/>
                </a:cubicBezTo>
                <a:cubicBezTo>
                  <a:pt x="29285" y="39831"/>
                  <a:pt x="29742" y="41269"/>
                  <a:pt x="30404" y="42570"/>
                </a:cubicBezTo>
                <a:cubicBezTo>
                  <a:pt x="31043" y="43871"/>
                  <a:pt x="32070" y="45172"/>
                  <a:pt x="33508" y="45400"/>
                </a:cubicBezTo>
                <a:cubicBezTo>
                  <a:pt x="32024" y="44487"/>
                  <a:pt x="31454" y="42501"/>
                  <a:pt x="31202" y="40744"/>
                </a:cubicBezTo>
                <a:cubicBezTo>
                  <a:pt x="30951" y="38986"/>
                  <a:pt x="30746" y="37046"/>
                  <a:pt x="29468" y="35814"/>
                </a:cubicBezTo>
                <a:cubicBezTo>
                  <a:pt x="28737" y="35106"/>
                  <a:pt x="27733" y="34764"/>
                  <a:pt x="26934" y="34147"/>
                </a:cubicBezTo>
                <a:cubicBezTo>
                  <a:pt x="26112" y="33485"/>
                  <a:pt x="25496" y="32549"/>
                  <a:pt x="25245" y="31522"/>
                </a:cubicBezTo>
                <a:cubicBezTo>
                  <a:pt x="24789" y="29582"/>
                  <a:pt x="25565" y="27437"/>
                  <a:pt x="24720" y="25656"/>
                </a:cubicBezTo>
                <a:cubicBezTo>
                  <a:pt x="23921" y="23967"/>
                  <a:pt x="21844" y="23054"/>
                  <a:pt x="21296" y="21251"/>
                </a:cubicBezTo>
                <a:cubicBezTo>
                  <a:pt x="20817" y="19745"/>
                  <a:pt x="21570" y="18124"/>
                  <a:pt x="21273" y="16572"/>
                </a:cubicBezTo>
                <a:cubicBezTo>
                  <a:pt x="20863" y="14312"/>
                  <a:pt x="18443" y="13011"/>
                  <a:pt x="17416" y="10934"/>
                </a:cubicBezTo>
                <a:cubicBezTo>
                  <a:pt x="16777" y="9656"/>
                  <a:pt x="16708" y="8195"/>
                  <a:pt x="16686" y="6757"/>
                </a:cubicBezTo>
                <a:cubicBezTo>
                  <a:pt x="16663" y="5319"/>
                  <a:pt x="16686" y="3858"/>
                  <a:pt x="16161" y="2534"/>
                </a:cubicBezTo>
                <a:cubicBezTo>
                  <a:pt x="15636" y="1188"/>
                  <a:pt x="14449" y="23"/>
                  <a:pt x="13011" y="1"/>
                </a:cubicBezTo>
                <a:cubicBezTo>
                  <a:pt x="12998" y="0"/>
                  <a:pt x="12985" y="0"/>
                  <a:pt x="12973" y="0"/>
                </a:cubicBezTo>
                <a:close/>
                <a:moveTo>
                  <a:pt x="4392" y="14708"/>
                </a:moveTo>
                <a:cubicBezTo>
                  <a:pt x="3463" y="14708"/>
                  <a:pt x="2560" y="14973"/>
                  <a:pt x="1826" y="15567"/>
                </a:cubicBezTo>
                <a:cubicBezTo>
                  <a:pt x="434" y="16686"/>
                  <a:pt x="0" y="18763"/>
                  <a:pt x="571" y="20452"/>
                </a:cubicBezTo>
                <a:cubicBezTo>
                  <a:pt x="1142" y="22141"/>
                  <a:pt x="2602" y="23442"/>
                  <a:pt x="4269" y="24127"/>
                </a:cubicBezTo>
                <a:cubicBezTo>
                  <a:pt x="5455" y="24629"/>
                  <a:pt x="6916" y="24926"/>
                  <a:pt x="7555" y="26067"/>
                </a:cubicBezTo>
                <a:cubicBezTo>
                  <a:pt x="8080" y="27026"/>
                  <a:pt x="7829" y="28236"/>
                  <a:pt x="8263" y="29263"/>
                </a:cubicBezTo>
                <a:cubicBezTo>
                  <a:pt x="9222" y="31454"/>
                  <a:pt x="12554" y="31203"/>
                  <a:pt x="14243" y="32892"/>
                </a:cubicBezTo>
                <a:cubicBezTo>
                  <a:pt x="15430" y="34102"/>
                  <a:pt x="15544" y="35996"/>
                  <a:pt x="16434" y="37434"/>
                </a:cubicBezTo>
                <a:cubicBezTo>
                  <a:pt x="17279" y="38804"/>
                  <a:pt x="18763" y="39648"/>
                  <a:pt x="20269" y="40242"/>
                </a:cubicBezTo>
                <a:cubicBezTo>
                  <a:pt x="21296" y="40652"/>
                  <a:pt x="22369" y="40972"/>
                  <a:pt x="23282" y="41565"/>
                </a:cubicBezTo>
                <a:cubicBezTo>
                  <a:pt x="25907" y="43186"/>
                  <a:pt x="27094" y="46678"/>
                  <a:pt x="29947" y="47865"/>
                </a:cubicBezTo>
                <a:cubicBezTo>
                  <a:pt x="27025" y="46176"/>
                  <a:pt x="27048" y="42068"/>
                  <a:pt x="24811" y="40082"/>
                </a:cubicBezTo>
                <a:cubicBezTo>
                  <a:pt x="23487" y="38895"/>
                  <a:pt x="21479" y="38621"/>
                  <a:pt x="20292" y="37320"/>
                </a:cubicBezTo>
                <a:cubicBezTo>
                  <a:pt x="18375" y="35243"/>
                  <a:pt x="19310" y="31568"/>
                  <a:pt x="17393" y="29491"/>
                </a:cubicBezTo>
                <a:cubicBezTo>
                  <a:pt x="16161" y="28167"/>
                  <a:pt x="14083" y="27893"/>
                  <a:pt x="12828" y="26592"/>
                </a:cubicBezTo>
                <a:cubicBezTo>
                  <a:pt x="11755" y="25474"/>
                  <a:pt x="11504" y="23853"/>
                  <a:pt x="11162" y="22347"/>
                </a:cubicBezTo>
                <a:cubicBezTo>
                  <a:pt x="10682" y="20087"/>
                  <a:pt x="9884" y="17759"/>
                  <a:pt x="8172" y="16207"/>
                </a:cubicBezTo>
                <a:cubicBezTo>
                  <a:pt x="7156" y="15272"/>
                  <a:pt x="5747" y="14708"/>
                  <a:pt x="4392" y="14708"/>
                </a:cubicBezTo>
                <a:close/>
                <a:moveTo>
                  <a:pt x="5136" y="34284"/>
                </a:moveTo>
                <a:cubicBezTo>
                  <a:pt x="2876" y="34307"/>
                  <a:pt x="1210" y="36955"/>
                  <a:pt x="1826" y="39123"/>
                </a:cubicBezTo>
                <a:cubicBezTo>
                  <a:pt x="2433" y="41257"/>
                  <a:pt x="4719" y="42639"/>
                  <a:pt x="6945" y="42639"/>
                </a:cubicBezTo>
                <a:cubicBezTo>
                  <a:pt x="6981" y="42639"/>
                  <a:pt x="7017" y="42639"/>
                  <a:pt x="7053" y="42638"/>
                </a:cubicBezTo>
                <a:cubicBezTo>
                  <a:pt x="7470" y="42623"/>
                  <a:pt x="7888" y="42566"/>
                  <a:pt x="8305" y="42566"/>
                </a:cubicBezTo>
                <a:cubicBezTo>
                  <a:pt x="8504" y="42566"/>
                  <a:pt x="8703" y="42579"/>
                  <a:pt x="8902" y="42615"/>
                </a:cubicBezTo>
                <a:cubicBezTo>
                  <a:pt x="10591" y="42889"/>
                  <a:pt x="11755" y="44647"/>
                  <a:pt x="13444" y="44966"/>
                </a:cubicBezTo>
                <a:cubicBezTo>
                  <a:pt x="13658" y="45009"/>
                  <a:pt x="13873" y="45027"/>
                  <a:pt x="14088" y="45027"/>
                </a:cubicBezTo>
                <a:cubicBezTo>
                  <a:pt x="15090" y="45027"/>
                  <a:pt x="16104" y="44644"/>
                  <a:pt x="17118" y="44644"/>
                </a:cubicBezTo>
                <a:cubicBezTo>
                  <a:pt x="17164" y="44644"/>
                  <a:pt x="17210" y="44645"/>
                  <a:pt x="17256" y="44647"/>
                </a:cubicBezTo>
                <a:cubicBezTo>
                  <a:pt x="20877" y="44738"/>
                  <a:pt x="23021" y="49646"/>
                  <a:pt x="26658" y="49646"/>
                </a:cubicBezTo>
                <a:cubicBezTo>
                  <a:pt x="26666" y="49646"/>
                  <a:pt x="26675" y="49646"/>
                  <a:pt x="26683" y="49646"/>
                </a:cubicBezTo>
                <a:cubicBezTo>
                  <a:pt x="25450" y="48550"/>
                  <a:pt x="24400" y="47363"/>
                  <a:pt x="23716" y="45994"/>
                </a:cubicBezTo>
                <a:cubicBezTo>
                  <a:pt x="23236" y="45058"/>
                  <a:pt x="22894" y="43939"/>
                  <a:pt x="21981" y="43414"/>
                </a:cubicBezTo>
                <a:cubicBezTo>
                  <a:pt x="21342" y="43026"/>
                  <a:pt x="20543" y="43003"/>
                  <a:pt x="19881" y="42684"/>
                </a:cubicBezTo>
                <a:cubicBezTo>
                  <a:pt x="18397" y="41999"/>
                  <a:pt x="17895" y="40036"/>
                  <a:pt x="16503" y="39169"/>
                </a:cubicBezTo>
                <a:cubicBezTo>
                  <a:pt x="15225" y="38393"/>
                  <a:pt x="13558" y="38712"/>
                  <a:pt x="12120" y="38279"/>
                </a:cubicBezTo>
                <a:cubicBezTo>
                  <a:pt x="9496" y="37480"/>
                  <a:pt x="7852" y="34284"/>
                  <a:pt x="5136" y="3428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2" name="Google Shape;1322;p73"/>
          <p:cNvGrpSpPr/>
          <p:nvPr/>
        </p:nvGrpSpPr>
        <p:grpSpPr>
          <a:xfrm flipH="1">
            <a:off x="1052441" y="3213889"/>
            <a:ext cx="444119" cy="550116"/>
            <a:chOff x="7443422" y="3653739"/>
            <a:chExt cx="444119" cy="550116"/>
          </a:xfrm>
        </p:grpSpPr>
        <p:sp>
          <p:nvSpPr>
            <p:cNvPr id="1323" name="Google Shape;1323;p73"/>
            <p:cNvSpPr/>
            <p:nvPr/>
          </p:nvSpPr>
          <p:spPr>
            <a:xfrm>
              <a:off x="7443422" y="3653739"/>
              <a:ext cx="101652" cy="110288"/>
            </a:xfrm>
            <a:custGeom>
              <a:rect b="b" l="l" r="r" t="t"/>
              <a:pathLst>
                <a:path extrusionOk="0" h="4087" w="3767">
                  <a:moveTo>
                    <a:pt x="1735" y="0"/>
                  </a:moveTo>
                  <a:cubicBezTo>
                    <a:pt x="1666" y="0"/>
                    <a:pt x="1598" y="46"/>
                    <a:pt x="1529" y="69"/>
                  </a:cubicBezTo>
                  <a:cubicBezTo>
                    <a:pt x="959" y="366"/>
                    <a:pt x="479" y="799"/>
                    <a:pt x="137" y="1347"/>
                  </a:cubicBezTo>
                  <a:cubicBezTo>
                    <a:pt x="69" y="1461"/>
                    <a:pt x="0" y="1598"/>
                    <a:pt x="0" y="1735"/>
                  </a:cubicBezTo>
                  <a:cubicBezTo>
                    <a:pt x="23" y="1849"/>
                    <a:pt x="114" y="1941"/>
                    <a:pt x="183" y="2032"/>
                  </a:cubicBezTo>
                  <a:cubicBezTo>
                    <a:pt x="753" y="2739"/>
                    <a:pt x="1324" y="3424"/>
                    <a:pt x="1917" y="4086"/>
                  </a:cubicBezTo>
                  <a:cubicBezTo>
                    <a:pt x="2602" y="3698"/>
                    <a:pt x="3196" y="3173"/>
                    <a:pt x="3652" y="2534"/>
                  </a:cubicBezTo>
                  <a:cubicBezTo>
                    <a:pt x="3721" y="2466"/>
                    <a:pt x="3766" y="2374"/>
                    <a:pt x="3766" y="2283"/>
                  </a:cubicBezTo>
                  <a:cubicBezTo>
                    <a:pt x="3766" y="2215"/>
                    <a:pt x="3721" y="2146"/>
                    <a:pt x="3675" y="2078"/>
                  </a:cubicBezTo>
                  <a:cubicBezTo>
                    <a:pt x="3219" y="1370"/>
                    <a:pt x="2648" y="708"/>
                    <a:pt x="2009" y="160"/>
                  </a:cubicBezTo>
                  <a:cubicBezTo>
                    <a:pt x="1917" y="92"/>
                    <a:pt x="1849" y="23"/>
                    <a:pt x="173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" name="Google Shape;1324;p73"/>
            <p:cNvSpPr/>
            <p:nvPr/>
          </p:nvSpPr>
          <p:spPr>
            <a:xfrm>
              <a:off x="7465576" y="3698372"/>
              <a:ext cx="404100" cy="479901"/>
            </a:xfrm>
            <a:custGeom>
              <a:rect b="b" l="l" r="r" t="t"/>
              <a:pathLst>
                <a:path extrusionOk="0" h="17784" w="14975">
                  <a:moveTo>
                    <a:pt x="3685" y="0"/>
                  </a:moveTo>
                  <a:cubicBezTo>
                    <a:pt x="3531" y="0"/>
                    <a:pt x="3368" y="71"/>
                    <a:pt x="3219" y="127"/>
                  </a:cubicBezTo>
                  <a:cubicBezTo>
                    <a:pt x="2192" y="561"/>
                    <a:pt x="1233" y="1200"/>
                    <a:pt x="435" y="1998"/>
                  </a:cubicBezTo>
                  <a:cubicBezTo>
                    <a:pt x="183" y="2227"/>
                    <a:pt x="1" y="2432"/>
                    <a:pt x="1" y="2683"/>
                  </a:cubicBezTo>
                  <a:cubicBezTo>
                    <a:pt x="24" y="2934"/>
                    <a:pt x="138" y="3163"/>
                    <a:pt x="252" y="3391"/>
                  </a:cubicBezTo>
                  <a:cubicBezTo>
                    <a:pt x="2649" y="8138"/>
                    <a:pt x="5045" y="12909"/>
                    <a:pt x="7761" y="17497"/>
                  </a:cubicBezTo>
                  <a:cubicBezTo>
                    <a:pt x="7830" y="17611"/>
                    <a:pt x="7898" y="17725"/>
                    <a:pt x="8035" y="17771"/>
                  </a:cubicBezTo>
                  <a:cubicBezTo>
                    <a:pt x="8057" y="17779"/>
                    <a:pt x="8080" y="17783"/>
                    <a:pt x="8104" y="17783"/>
                  </a:cubicBezTo>
                  <a:cubicBezTo>
                    <a:pt x="8208" y="17783"/>
                    <a:pt x="8331" y="17712"/>
                    <a:pt x="8423" y="17657"/>
                  </a:cubicBezTo>
                  <a:cubicBezTo>
                    <a:pt x="10683" y="16378"/>
                    <a:pt x="12966" y="15055"/>
                    <a:pt x="14723" y="13137"/>
                  </a:cubicBezTo>
                  <a:cubicBezTo>
                    <a:pt x="14814" y="13023"/>
                    <a:pt x="14929" y="12909"/>
                    <a:pt x="14951" y="12749"/>
                  </a:cubicBezTo>
                  <a:cubicBezTo>
                    <a:pt x="14974" y="12521"/>
                    <a:pt x="14837" y="12338"/>
                    <a:pt x="14700" y="12156"/>
                  </a:cubicBezTo>
                  <a:cubicBezTo>
                    <a:pt x="11391" y="8093"/>
                    <a:pt x="7921" y="4167"/>
                    <a:pt x="4292" y="355"/>
                  </a:cubicBezTo>
                  <a:cubicBezTo>
                    <a:pt x="4155" y="218"/>
                    <a:pt x="3995" y="58"/>
                    <a:pt x="3790" y="13"/>
                  </a:cubicBezTo>
                  <a:cubicBezTo>
                    <a:pt x="3756" y="4"/>
                    <a:pt x="3721" y="0"/>
                    <a:pt x="36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5" name="Google Shape;1325;p73"/>
            <p:cNvSpPr/>
            <p:nvPr/>
          </p:nvSpPr>
          <p:spPr>
            <a:xfrm>
              <a:off x="7559835" y="3811358"/>
              <a:ext cx="177399" cy="223058"/>
            </a:xfrm>
            <a:custGeom>
              <a:rect b="b" l="l" r="r" t="t"/>
              <a:pathLst>
                <a:path extrusionOk="0" h="8266" w="6574">
                  <a:moveTo>
                    <a:pt x="1046" y="1"/>
                  </a:moveTo>
                  <a:cubicBezTo>
                    <a:pt x="859" y="1"/>
                    <a:pt x="678" y="44"/>
                    <a:pt x="525" y="140"/>
                  </a:cubicBezTo>
                  <a:cubicBezTo>
                    <a:pt x="137" y="391"/>
                    <a:pt x="0" y="893"/>
                    <a:pt x="69" y="1327"/>
                  </a:cubicBezTo>
                  <a:cubicBezTo>
                    <a:pt x="137" y="1783"/>
                    <a:pt x="388" y="2171"/>
                    <a:pt x="639" y="2536"/>
                  </a:cubicBezTo>
                  <a:cubicBezTo>
                    <a:pt x="1689" y="4203"/>
                    <a:pt x="2922" y="5732"/>
                    <a:pt x="4132" y="7261"/>
                  </a:cubicBezTo>
                  <a:cubicBezTo>
                    <a:pt x="4428" y="7626"/>
                    <a:pt x="4725" y="8014"/>
                    <a:pt x="5159" y="8174"/>
                  </a:cubicBezTo>
                  <a:cubicBezTo>
                    <a:pt x="5280" y="8235"/>
                    <a:pt x="5422" y="8265"/>
                    <a:pt x="5564" y="8265"/>
                  </a:cubicBezTo>
                  <a:cubicBezTo>
                    <a:pt x="5635" y="8265"/>
                    <a:pt x="5706" y="8258"/>
                    <a:pt x="5775" y="8243"/>
                  </a:cubicBezTo>
                  <a:cubicBezTo>
                    <a:pt x="6186" y="8129"/>
                    <a:pt x="6437" y="7695"/>
                    <a:pt x="6483" y="7261"/>
                  </a:cubicBezTo>
                  <a:cubicBezTo>
                    <a:pt x="6574" y="6417"/>
                    <a:pt x="6026" y="5618"/>
                    <a:pt x="5524" y="4933"/>
                  </a:cubicBezTo>
                  <a:cubicBezTo>
                    <a:pt x="4475" y="3542"/>
                    <a:pt x="3427" y="2175"/>
                    <a:pt x="2378" y="784"/>
                  </a:cubicBezTo>
                  <a:lnTo>
                    <a:pt x="2378" y="784"/>
                  </a:lnTo>
                  <a:cubicBezTo>
                    <a:pt x="2382" y="790"/>
                    <a:pt x="2384" y="792"/>
                    <a:pt x="2384" y="792"/>
                  </a:cubicBezTo>
                  <a:cubicBezTo>
                    <a:pt x="2386" y="792"/>
                    <a:pt x="2131" y="456"/>
                    <a:pt x="1803" y="231"/>
                  </a:cubicBezTo>
                  <a:cubicBezTo>
                    <a:pt x="1578" y="85"/>
                    <a:pt x="1306" y="1"/>
                    <a:pt x="104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6" name="Google Shape;1326;p73"/>
            <p:cNvSpPr/>
            <p:nvPr/>
          </p:nvSpPr>
          <p:spPr>
            <a:xfrm>
              <a:off x="7651611" y="4028830"/>
              <a:ext cx="235930" cy="175025"/>
            </a:xfrm>
            <a:custGeom>
              <a:rect b="b" l="l" r="r" t="t"/>
              <a:pathLst>
                <a:path extrusionOk="0" h="6486" w="8743">
                  <a:moveTo>
                    <a:pt x="8254" y="1"/>
                  </a:moveTo>
                  <a:cubicBezTo>
                    <a:pt x="8050" y="1"/>
                    <a:pt x="7827" y="95"/>
                    <a:pt x="7647" y="206"/>
                  </a:cubicBezTo>
                  <a:cubicBezTo>
                    <a:pt x="6094" y="1074"/>
                    <a:pt x="4656" y="2124"/>
                    <a:pt x="3378" y="3334"/>
                  </a:cubicBezTo>
                  <a:cubicBezTo>
                    <a:pt x="2671" y="3995"/>
                    <a:pt x="1507" y="4361"/>
                    <a:pt x="639" y="5160"/>
                  </a:cubicBezTo>
                  <a:cubicBezTo>
                    <a:pt x="320" y="5433"/>
                    <a:pt x="0" y="5890"/>
                    <a:pt x="228" y="6232"/>
                  </a:cubicBezTo>
                  <a:cubicBezTo>
                    <a:pt x="341" y="6415"/>
                    <a:pt x="549" y="6486"/>
                    <a:pt x="773" y="6486"/>
                  </a:cubicBezTo>
                  <a:cubicBezTo>
                    <a:pt x="912" y="6486"/>
                    <a:pt x="1056" y="6459"/>
                    <a:pt x="1187" y="6415"/>
                  </a:cubicBezTo>
                  <a:cubicBezTo>
                    <a:pt x="1826" y="6232"/>
                    <a:pt x="2374" y="5821"/>
                    <a:pt x="2922" y="5433"/>
                  </a:cubicBezTo>
                  <a:cubicBezTo>
                    <a:pt x="4611" y="4224"/>
                    <a:pt x="6277" y="2968"/>
                    <a:pt x="7920" y="1690"/>
                  </a:cubicBezTo>
                  <a:cubicBezTo>
                    <a:pt x="8309" y="1393"/>
                    <a:pt x="8742" y="1005"/>
                    <a:pt x="8742" y="503"/>
                  </a:cubicBezTo>
                  <a:cubicBezTo>
                    <a:pt x="8742" y="366"/>
                    <a:pt x="8697" y="229"/>
                    <a:pt x="8605" y="138"/>
                  </a:cubicBezTo>
                  <a:cubicBezTo>
                    <a:pt x="8507" y="40"/>
                    <a:pt x="8384" y="1"/>
                    <a:pt x="82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27" name="Google Shape;1327;p73"/>
          <p:cNvSpPr/>
          <p:nvPr/>
        </p:nvSpPr>
        <p:spPr>
          <a:xfrm flipH="1" rot="2032192">
            <a:off x="8525165" y="4323016"/>
            <a:ext cx="286801" cy="1075216"/>
          </a:xfrm>
          <a:custGeom>
            <a:rect b="b" l="l" r="r" t="t"/>
            <a:pathLst>
              <a:path extrusionOk="0" h="62387" w="16641">
                <a:moveTo>
                  <a:pt x="5438" y="1"/>
                </a:moveTo>
                <a:cubicBezTo>
                  <a:pt x="5170" y="1"/>
                  <a:pt x="4901" y="24"/>
                  <a:pt x="4634" y="73"/>
                </a:cubicBezTo>
                <a:cubicBezTo>
                  <a:pt x="2831" y="415"/>
                  <a:pt x="1393" y="1853"/>
                  <a:pt x="708" y="3543"/>
                </a:cubicBezTo>
                <a:cubicBezTo>
                  <a:pt x="0" y="5232"/>
                  <a:pt x="0" y="7103"/>
                  <a:pt x="274" y="8906"/>
                </a:cubicBezTo>
                <a:cubicBezTo>
                  <a:pt x="959" y="13152"/>
                  <a:pt x="3173" y="16964"/>
                  <a:pt x="4839" y="20913"/>
                </a:cubicBezTo>
                <a:cubicBezTo>
                  <a:pt x="6483" y="24884"/>
                  <a:pt x="7579" y="29472"/>
                  <a:pt x="5912" y="33421"/>
                </a:cubicBezTo>
                <a:cubicBezTo>
                  <a:pt x="5136" y="35224"/>
                  <a:pt x="3858" y="36776"/>
                  <a:pt x="3196" y="38602"/>
                </a:cubicBezTo>
                <a:cubicBezTo>
                  <a:pt x="2078" y="41752"/>
                  <a:pt x="2945" y="45267"/>
                  <a:pt x="3972" y="48440"/>
                </a:cubicBezTo>
                <a:cubicBezTo>
                  <a:pt x="4520" y="50083"/>
                  <a:pt x="5091" y="51727"/>
                  <a:pt x="5227" y="53461"/>
                </a:cubicBezTo>
                <a:cubicBezTo>
                  <a:pt x="5433" y="56566"/>
                  <a:pt x="4109" y="59556"/>
                  <a:pt x="2831" y="62386"/>
                </a:cubicBezTo>
                <a:cubicBezTo>
                  <a:pt x="7738" y="57889"/>
                  <a:pt x="9975" y="51110"/>
                  <a:pt x="9359" y="44560"/>
                </a:cubicBezTo>
                <a:cubicBezTo>
                  <a:pt x="9199" y="42802"/>
                  <a:pt x="8834" y="40999"/>
                  <a:pt x="9222" y="39264"/>
                </a:cubicBezTo>
                <a:cubicBezTo>
                  <a:pt x="9633" y="37392"/>
                  <a:pt x="10843" y="35817"/>
                  <a:pt x="11824" y="34174"/>
                </a:cubicBezTo>
                <a:cubicBezTo>
                  <a:pt x="16640" y="26117"/>
                  <a:pt x="15887" y="15777"/>
                  <a:pt x="12577" y="7012"/>
                </a:cubicBezTo>
                <a:cubicBezTo>
                  <a:pt x="11915" y="5209"/>
                  <a:pt x="11116" y="3406"/>
                  <a:pt x="9793" y="2036"/>
                </a:cubicBezTo>
                <a:cubicBezTo>
                  <a:pt x="8658" y="842"/>
                  <a:pt x="7053" y="1"/>
                  <a:pt x="5438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8" name="Google Shape;1328;p73"/>
          <p:cNvGrpSpPr/>
          <p:nvPr/>
        </p:nvGrpSpPr>
        <p:grpSpPr>
          <a:xfrm flipH="1">
            <a:off x="8479381" y="1733810"/>
            <a:ext cx="874530" cy="1481072"/>
            <a:chOff x="-117729" y="1733810"/>
            <a:chExt cx="874530" cy="1481072"/>
          </a:xfrm>
        </p:grpSpPr>
        <p:sp>
          <p:nvSpPr>
            <p:cNvPr id="1329" name="Google Shape;1329;p73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0" name="Google Shape;1330;p73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1" name="Google Shape;1331;p73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32" name="Google Shape;1332;p73"/>
          <p:cNvSpPr/>
          <p:nvPr/>
        </p:nvSpPr>
        <p:spPr>
          <a:xfrm>
            <a:off x="7299674" y="535001"/>
            <a:ext cx="174640" cy="113416"/>
          </a:xfrm>
          <a:custGeom>
            <a:rect b="b" l="l" r="r" t="t"/>
            <a:pathLst>
              <a:path extrusionOk="0" h="5663" w="8720">
                <a:moveTo>
                  <a:pt x="5592" y="207"/>
                </a:moveTo>
                <a:cubicBezTo>
                  <a:pt x="5958" y="207"/>
                  <a:pt x="6323" y="230"/>
                  <a:pt x="6688" y="298"/>
                </a:cubicBezTo>
                <a:cubicBezTo>
                  <a:pt x="7053" y="344"/>
                  <a:pt x="7487" y="435"/>
                  <a:pt x="7829" y="686"/>
                </a:cubicBezTo>
                <a:cubicBezTo>
                  <a:pt x="8035" y="823"/>
                  <a:pt x="8217" y="1097"/>
                  <a:pt x="8263" y="1371"/>
                </a:cubicBezTo>
                <a:cubicBezTo>
                  <a:pt x="5707" y="1417"/>
                  <a:pt x="3150" y="1599"/>
                  <a:pt x="617" y="1965"/>
                </a:cubicBezTo>
                <a:cubicBezTo>
                  <a:pt x="845" y="1736"/>
                  <a:pt x="1096" y="1554"/>
                  <a:pt x="1256" y="1440"/>
                </a:cubicBezTo>
                <a:cubicBezTo>
                  <a:pt x="2534" y="641"/>
                  <a:pt x="4086" y="207"/>
                  <a:pt x="5592" y="207"/>
                </a:cubicBezTo>
                <a:close/>
                <a:moveTo>
                  <a:pt x="8263" y="1577"/>
                </a:moveTo>
                <a:cubicBezTo>
                  <a:pt x="8263" y="1622"/>
                  <a:pt x="8263" y="1645"/>
                  <a:pt x="8240" y="1668"/>
                </a:cubicBezTo>
                <a:cubicBezTo>
                  <a:pt x="8172" y="1942"/>
                  <a:pt x="7943" y="2170"/>
                  <a:pt x="7738" y="2353"/>
                </a:cubicBezTo>
                <a:cubicBezTo>
                  <a:pt x="7213" y="2764"/>
                  <a:pt x="6711" y="3129"/>
                  <a:pt x="6414" y="3243"/>
                </a:cubicBezTo>
                <a:cubicBezTo>
                  <a:pt x="5119" y="3770"/>
                  <a:pt x="3698" y="4043"/>
                  <a:pt x="2292" y="4043"/>
                </a:cubicBezTo>
                <a:cubicBezTo>
                  <a:pt x="2236" y="4043"/>
                  <a:pt x="2179" y="4043"/>
                  <a:pt x="2123" y="4042"/>
                </a:cubicBezTo>
                <a:cubicBezTo>
                  <a:pt x="1735" y="4019"/>
                  <a:pt x="1324" y="3996"/>
                  <a:pt x="959" y="3836"/>
                </a:cubicBezTo>
                <a:cubicBezTo>
                  <a:pt x="571" y="3654"/>
                  <a:pt x="297" y="3334"/>
                  <a:pt x="229" y="2992"/>
                </a:cubicBezTo>
                <a:cubicBezTo>
                  <a:pt x="183" y="2695"/>
                  <a:pt x="274" y="2444"/>
                  <a:pt x="434" y="2193"/>
                </a:cubicBezTo>
                <a:cubicBezTo>
                  <a:pt x="3013" y="1828"/>
                  <a:pt x="5661" y="1622"/>
                  <a:pt x="8263" y="1577"/>
                </a:cubicBezTo>
                <a:close/>
                <a:moveTo>
                  <a:pt x="8377" y="1942"/>
                </a:moveTo>
                <a:cubicBezTo>
                  <a:pt x="8423" y="2353"/>
                  <a:pt x="8468" y="2764"/>
                  <a:pt x="8491" y="3174"/>
                </a:cubicBezTo>
                <a:cubicBezTo>
                  <a:pt x="8514" y="3311"/>
                  <a:pt x="8514" y="3425"/>
                  <a:pt x="8468" y="3540"/>
                </a:cubicBezTo>
                <a:cubicBezTo>
                  <a:pt x="8446" y="3631"/>
                  <a:pt x="8354" y="3722"/>
                  <a:pt x="8240" y="3813"/>
                </a:cubicBezTo>
                <a:cubicBezTo>
                  <a:pt x="8035" y="3996"/>
                  <a:pt x="7784" y="4179"/>
                  <a:pt x="7441" y="4361"/>
                </a:cubicBezTo>
                <a:cubicBezTo>
                  <a:pt x="6193" y="5075"/>
                  <a:pt x="4756" y="5461"/>
                  <a:pt x="3323" y="5461"/>
                </a:cubicBezTo>
                <a:cubicBezTo>
                  <a:pt x="3105" y="5461"/>
                  <a:pt x="2888" y="5452"/>
                  <a:pt x="2671" y="5434"/>
                </a:cubicBezTo>
                <a:cubicBezTo>
                  <a:pt x="2169" y="5388"/>
                  <a:pt x="1758" y="5320"/>
                  <a:pt x="1393" y="5206"/>
                </a:cubicBezTo>
                <a:cubicBezTo>
                  <a:pt x="936" y="5046"/>
                  <a:pt x="639" y="4863"/>
                  <a:pt x="480" y="4612"/>
                </a:cubicBezTo>
                <a:cubicBezTo>
                  <a:pt x="274" y="4293"/>
                  <a:pt x="251" y="3928"/>
                  <a:pt x="251" y="3540"/>
                </a:cubicBezTo>
                <a:lnTo>
                  <a:pt x="251" y="3540"/>
                </a:lnTo>
                <a:cubicBezTo>
                  <a:pt x="388" y="3745"/>
                  <a:pt x="594" y="3905"/>
                  <a:pt x="868" y="4019"/>
                </a:cubicBezTo>
                <a:cubicBezTo>
                  <a:pt x="1256" y="4202"/>
                  <a:pt x="1735" y="4247"/>
                  <a:pt x="2123" y="4247"/>
                </a:cubicBezTo>
                <a:lnTo>
                  <a:pt x="2374" y="4247"/>
                </a:lnTo>
                <a:cubicBezTo>
                  <a:pt x="3789" y="4247"/>
                  <a:pt x="5204" y="3973"/>
                  <a:pt x="6505" y="3425"/>
                </a:cubicBezTo>
                <a:cubicBezTo>
                  <a:pt x="6871" y="3289"/>
                  <a:pt x="7441" y="2855"/>
                  <a:pt x="7852" y="2512"/>
                </a:cubicBezTo>
                <a:cubicBezTo>
                  <a:pt x="8058" y="2353"/>
                  <a:pt x="8240" y="2170"/>
                  <a:pt x="8377" y="1942"/>
                </a:cubicBezTo>
                <a:close/>
                <a:moveTo>
                  <a:pt x="5642" y="0"/>
                </a:moveTo>
                <a:cubicBezTo>
                  <a:pt x="4073" y="0"/>
                  <a:pt x="2479" y="440"/>
                  <a:pt x="1142" y="1257"/>
                </a:cubicBezTo>
                <a:cubicBezTo>
                  <a:pt x="708" y="1531"/>
                  <a:pt x="23" y="2079"/>
                  <a:pt x="0" y="2786"/>
                </a:cubicBezTo>
                <a:cubicBezTo>
                  <a:pt x="0" y="2809"/>
                  <a:pt x="0" y="2832"/>
                  <a:pt x="0" y="2832"/>
                </a:cubicBezTo>
                <a:cubicBezTo>
                  <a:pt x="23" y="3037"/>
                  <a:pt x="23" y="3243"/>
                  <a:pt x="23" y="3448"/>
                </a:cubicBezTo>
                <a:cubicBezTo>
                  <a:pt x="46" y="3882"/>
                  <a:pt x="46" y="4338"/>
                  <a:pt x="297" y="4726"/>
                </a:cubicBezTo>
                <a:cubicBezTo>
                  <a:pt x="502" y="5023"/>
                  <a:pt x="822" y="5229"/>
                  <a:pt x="1324" y="5388"/>
                </a:cubicBezTo>
                <a:cubicBezTo>
                  <a:pt x="1712" y="5525"/>
                  <a:pt x="2146" y="5594"/>
                  <a:pt x="2648" y="5640"/>
                </a:cubicBezTo>
                <a:cubicBezTo>
                  <a:pt x="2876" y="5662"/>
                  <a:pt x="3082" y="5662"/>
                  <a:pt x="3310" y="5662"/>
                </a:cubicBezTo>
                <a:cubicBezTo>
                  <a:pt x="4794" y="5662"/>
                  <a:pt x="6277" y="5274"/>
                  <a:pt x="7555" y="4544"/>
                </a:cubicBezTo>
                <a:cubicBezTo>
                  <a:pt x="7898" y="4361"/>
                  <a:pt x="8149" y="4179"/>
                  <a:pt x="8377" y="3973"/>
                </a:cubicBezTo>
                <a:cubicBezTo>
                  <a:pt x="8514" y="3882"/>
                  <a:pt x="8628" y="3768"/>
                  <a:pt x="8674" y="3608"/>
                </a:cubicBezTo>
                <a:cubicBezTo>
                  <a:pt x="8720" y="3448"/>
                  <a:pt x="8720" y="3289"/>
                  <a:pt x="8720" y="3174"/>
                </a:cubicBezTo>
                <a:cubicBezTo>
                  <a:pt x="8651" y="2490"/>
                  <a:pt x="8583" y="1828"/>
                  <a:pt x="8468" y="1143"/>
                </a:cubicBezTo>
                <a:cubicBezTo>
                  <a:pt x="8468" y="1120"/>
                  <a:pt x="8423" y="1074"/>
                  <a:pt x="8400" y="1074"/>
                </a:cubicBezTo>
                <a:cubicBezTo>
                  <a:pt x="8286" y="846"/>
                  <a:pt x="8126" y="641"/>
                  <a:pt x="7943" y="504"/>
                </a:cubicBezTo>
                <a:cubicBezTo>
                  <a:pt x="7578" y="230"/>
                  <a:pt x="7099" y="139"/>
                  <a:pt x="6711" y="70"/>
                </a:cubicBezTo>
                <a:cubicBezTo>
                  <a:pt x="6358" y="23"/>
                  <a:pt x="6001" y="0"/>
                  <a:pt x="564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3" name="Google Shape;1333;p73"/>
          <p:cNvSpPr/>
          <p:nvPr/>
        </p:nvSpPr>
        <p:spPr>
          <a:xfrm>
            <a:off x="3157135" y="3647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34" name="Google Shape;1334;p73"/>
          <p:cNvGrpSpPr/>
          <p:nvPr/>
        </p:nvGrpSpPr>
        <p:grpSpPr>
          <a:xfrm flipH="1" rot="-649132">
            <a:off x="5296705" y="1964060"/>
            <a:ext cx="874507" cy="1481033"/>
            <a:chOff x="-117729" y="1733810"/>
            <a:chExt cx="874530" cy="1481072"/>
          </a:xfrm>
        </p:grpSpPr>
        <p:sp>
          <p:nvSpPr>
            <p:cNvPr id="1335" name="Google Shape;1335;p73"/>
            <p:cNvSpPr/>
            <p:nvPr/>
          </p:nvSpPr>
          <p:spPr>
            <a:xfrm>
              <a:off x="21973" y="1733810"/>
              <a:ext cx="518652" cy="505591"/>
            </a:xfrm>
            <a:custGeom>
              <a:rect b="b" l="l" r="r" t="t"/>
              <a:pathLst>
                <a:path extrusionOk="0" h="18736" w="19220">
                  <a:moveTo>
                    <a:pt x="9145" y="0"/>
                  </a:moveTo>
                  <a:cubicBezTo>
                    <a:pt x="9095" y="0"/>
                    <a:pt x="9044" y="1"/>
                    <a:pt x="8994" y="2"/>
                  </a:cubicBezTo>
                  <a:cubicBezTo>
                    <a:pt x="7190" y="48"/>
                    <a:pt x="5410" y="824"/>
                    <a:pt x="4132" y="2079"/>
                  </a:cubicBezTo>
                  <a:cubicBezTo>
                    <a:pt x="3675" y="2536"/>
                    <a:pt x="3264" y="3084"/>
                    <a:pt x="3127" y="3723"/>
                  </a:cubicBezTo>
                  <a:cubicBezTo>
                    <a:pt x="2945" y="4476"/>
                    <a:pt x="3173" y="5275"/>
                    <a:pt x="3493" y="6005"/>
                  </a:cubicBezTo>
                  <a:cubicBezTo>
                    <a:pt x="4155" y="7466"/>
                    <a:pt x="5182" y="8744"/>
                    <a:pt x="5866" y="10182"/>
                  </a:cubicBezTo>
                  <a:cubicBezTo>
                    <a:pt x="4908" y="9406"/>
                    <a:pt x="3926" y="8630"/>
                    <a:pt x="2945" y="7854"/>
                  </a:cubicBezTo>
                  <a:cubicBezTo>
                    <a:pt x="2717" y="7671"/>
                    <a:pt x="2466" y="7489"/>
                    <a:pt x="2192" y="7420"/>
                  </a:cubicBezTo>
                  <a:cubicBezTo>
                    <a:pt x="2152" y="7416"/>
                    <a:pt x="2112" y="7413"/>
                    <a:pt x="2072" y="7413"/>
                  </a:cubicBezTo>
                  <a:cubicBezTo>
                    <a:pt x="1725" y="7413"/>
                    <a:pt x="1390" y="7586"/>
                    <a:pt x="1164" y="7831"/>
                  </a:cubicBezTo>
                  <a:cubicBezTo>
                    <a:pt x="913" y="8105"/>
                    <a:pt x="776" y="8470"/>
                    <a:pt x="662" y="8835"/>
                  </a:cubicBezTo>
                  <a:cubicBezTo>
                    <a:pt x="0" y="11323"/>
                    <a:pt x="1210" y="14062"/>
                    <a:pt x="3150" y="15752"/>
                  </a:cubicBezTo>
                  <a:cubicBezTo>
                    <a:pt x="5090" y="17441"/>
                    <a:pt x="7647" y="18239"/>
                    <a:pt x="10180" y="18673"/>
                  </a:cubicBezTo>
                  <a:cubicBezTo>
                    <a:pt x="10426" y="18715"/>
                    <a:pt x="10675" y="18735"/>
                    <a:pt x="10925" y="18735"/>
                  </a:cubicBezTo>
                  <a:cubicBezTo>
                    <a:pt x="12446" y="18735"/>
                    <a:pt x="14020" y="17997"/>
                    <a:pt x="15156" y="16938"/>
                  </a:cubicBezTo>
                  <a:cubicBezTo>
                    <a:pt x="16320" y="15866"/>
                    <a:pt x="16868" y="14291"/>
                    <a:pt x="17507" y="12853"/>
                  </a:cubicBezTo>
                  <a:cubicBezTo>
                    <a:pt x="18101" y="11483"/>
                    <a:pt x="18831" y="10159"/>
                    <a:pt x="19014" y="8676"/>
                  </a:cubicBezTo>
                  <a:cubicBezTo>
                    <a:pt x="19219" y="6987"/>
                    <a:pt x="18671" y="5275"/>
                    <a:pt x="18078" y="3677"/>
                  </a:cubicBezTo>
                  <a:cubicBezTo>
                    <a:pt x="17850" y="3015"/>
                    <a:pt x="17599" y="2376"/>
                    <a:pt x="17142" y="1874"/>
                  </a:cubicBezTo>
                  <a:cubicBezTo>
                    <a:pt x="16771" y="1485"/>
                    <a:pt x="16249" y="1205"/>
                    <a:pt x="15735" y="1205"/>
                  </a:cubicBezTo>
                  <a:cubicBezTo>
                    <a:pt x="15586" y="1205"/>
                    <a:pt x="15437" y="1229"/>
                    <a:pt x="15293" y="1280"/>
                  </a:cubicBezTo>
                  <a:cubicBezTo>
                    <a:pt x="14700" y="1509"/>
                    <a:pt x="14335" y="2102"/>
                    <a:pt x="14084" y="2695"/>
                  </a:cubicBezTo>
                  <a:cubicBezTo>
                    <a:pt x="13513" y="3997"/>
                    <a:pt x="13285" y="5412"/>
                    <a:pt x="13079" y="6804"/>
                  </a:cubicBezTo>
                  <a:cubicBezTo>
                    <a:pt x="13148" y="5571"/>
                    <a:pt x="13034" y="4339"/>
                    <a:pt x="12760" y="3129"/>
                  </a:cubicBezTo>
                  <a:cubicBezTo>
                    <a:pt x="12577" y="2262"/>
                    <a:pt x="12280" y="1372"/>
                    <a:pt x="11618" y="778"/>
                  </a:cubicBezTo>
                  <a:cubicBezTo>
                    <a:pt x="10949" y="195"/>
                    <a:pt x="10034" y="0"/>
                    <a:pt x="91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" name="Google Shape;1336;p73"/>
            <p:cNvSpPr/>
            <p:nvPr/>
          </p:nvSpPr>
          <p:spPr>
            <a:xfrm>
              <a:off x="182722" y="1995375"/>
              <a:ext cx="268582" cy="236173"/>
            </a:xfrm>
            <a:custGeom>
              <a:rect b="b" l="l" r="r" t="t"/>
              <a:pathLst>
                <a:path extrusionOk="0" h="8752" w="9953">
                  <a:moveTo>
                    <a:pt x="6563" y="1"/>
                  </a:moveTo>
                  <a:cubicBezTo>
                    <a:pt x="6452" y="1"/>
                    <a:pt x="6342" y="4"/>
                    <a:pt x="6232" y="10"/>
                  </a:cubicBezTo>
                  <a:cubicBezTo>
                    <a:pt x="4406" y="78"/>
                    <a:pt x="2626" y="740"/>
                    <a:pt x="1211" y="1882"/>
                  </a:cubicBezTo>
                  <a:cubicBezTo>
                    <a:pt x="754" y="2270"/>
                    <a:pt x="298" y="2726"/>
                    <a:pt x="138" y="3297"/>
                  </a:cubicBezTo>
                  <a:cubicBezTo>
                    <a:pt x="1" y="3776"/>
                    <a:pt x="92" y="4278"/>
                    <a:pt x="229" y="4758"/>
                  </a:cubicBezTo>
                  <a:cubicBezTo>
                    <a:pt x="822" y="6835"/>
                    <a:pt x="2671" y="8569"/>
                    <a:pt x="4817" y="8752"/>
                  </a:cubicBezTo>
                  <a:cubicBezTo>
                    <a:pt x="5661" y="8250"/>
                    <a:pt x="6780" y="8318"/>
                    <a:pt x="7670" y="7930"/>
                  </a:cubicBezTo>
                  <a:cubicBezTo>
                    <a:pt x="8515" y="7588"/>
                    <a:pt x="9131" y="6880"/>
                    <a:pt x="9496" y="6059"/>
                  </a:cubicBezTo>
                  <a:cubicBezTo>
                    <a:pt x="9838" y="5237"/>
                    <a:pt x="9953" y="4324"/>
                    <a:pt x="9884" y="3434"/>
                  </a:cubicBezTo>
                  <a:cubicBezTo>
                    <a:pt x="9816" y="2361"/>
                    <a:pt x="9519" y="1242"/>
                    <a:pt x="8674" y="603"/>
                  </a:cubicBezTo>
                  <a:cubicBezTo>
                    <a:pt x="8078" y="146"/>
                    <a:pt x="7310" y="1"/>
                    <a:pt x="65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" name="Google Shape;1337;p73"/>
            <p:cNvSpPr/>
            <p:nvPr/>
          </p:nvSpPr>
          <p:spPr>
            <a:xfrm>
              <a:off x="-117729" y="2086450"/>
              <a:ext cx="874530" cy="1128432"/>
            </a:xfrm>
            <a:custGeom>
              <a:rect b="b" l="l" r="r" t="t"/>
              <a:pathLst>
                <a:path extrusionOk="0" h="41817" w="32408">
                  <a:moveTo>
                    <a:pt x="30309" y="1"/>
                  </a:moveTo>
                  <a:cubicBezTo>
                    <a:pt x="29836" y="1"/>
                    <a:pt x="29342" y="124"/>
                    <a:pt x="28916" y="310"/>
                  </a:cubicBezTo>
                  <a:cubicBezTo>
                    <a:pt x="27090" y="1109"/>
                    <a:pt x="25720" y="2661"/>
                    <a:pt x="24556" y="4281"/>
                  </a:cubicBezTo>
                  <a:cubicBezTo>
                    <a:pt x="22662" y="6906"/>
                    <a:pt x="21132" y="9828"/>
                    <a:pt x="20037" y="12909"/>
                  </a:cubicBezTo>
                  <a:cubicBezTo>
                    <a:pt x="20196" y="11700"/>
                    <a:pt x="20219" y="10513"/>
                    <a:pt x="20082" y="9326"/>
                  </a:cubicBezTo>
                  <a:cubicBezTo>
                    <a:pt x="19991" y="8413"/>
                    <a:pt x="19786" y="7500"/>
                    <a:pt x="19786" y="6587"/>
                  </a:cubicBezTo>
                  <a:cubicBezTo>
                    <a:pt x="19808" y="5674"/>
                    <a:pt x="20082" y="4715"/>
                    <a:pt x="20744" y="4099"/>
                  </a:cubicBezTo>
                  <a:cubicBezTo>
                    <a:pt x="21109" y="3779"/>
                    <a:pt x="21543" y="3574"/>
                    <a:pt x="21931" y="3277"/>
                  </a:cubicBezTo>
                  <a:cubicBezTo>
                    <a:pt x="22296" y="2980"/>
                    <a:pt x="22616" y="2524"/>
                    <a:pt x="22547" y="2044"/>
                  </a:cubicBezTo>
                  <a:cubicBezTo>
                    <a:pt x="22468" y="1992"/>
                    <a:pt x="22387" y="1969"/>
                    <a:pt x="22306" y="1969"/>
                  </a:cubicBezTo>
                  <a:cubicBezTo>
                    <a:pt x="21776" y="1969"/>
                    <a:pt x="21200" y="2926"/>
                    <a:pt x="20693" y="2926"/>
                  </a:cubicBezTo>
                  <a:cubicBezTo>
                    <a:pt x="20601" y="2926"/>
                    <a:pt x="20511" y="2895"/>
                    <a:pt x="20425" y="2820"/>
                  </a:cubicBezTo>
                  <a:cubicBezTo>
                    <a:pt x="20356" y="2752"/>
                    <a:pt x="20288" y="2661"/>
                    <a:pt x="20219" y="2569"/>
                  </a:cubicBezTo>
                  <a:cubicBezTo>
                    <a:pt x="20134" y="2490"/>
                    <a:pt x="20035" y="2455"/>
                    <a:pt x="19933" y="2455"/>
                  </a:cubicBezTo>
                  <a:cubicBezTo>
                    <a:pt x="19624" y="2455"/>
                    <a:pt x="19278" y="2763"/>
                    <a:pt x="19124" y="3072"/>
                  </a:cubicBezTo>
                  <a:cubicBezTo>
                    <a:pt x="18918" y="3482"/>
                    <a:pt x="18758" y="4030"/>
                    <a:pt x="18325" y="4190"/>
                  </a:cubicBezTo>
                  <a:cubicBezTo>
                    <a:pt x="18233" y="4223"/>
                    <a:pt x="18137" y="4236"/>
                    <a:pt x="18038" y="4236"/>
                  </a:cubicBezTo>
                  <a:cubicBezTo>
                    <a:pt x="17577" y="4236"/>
                    <a:pt x="17054" y="3945"/>
                    <a:pt x="16652" y="3945"/>
                  </a:cubicBezTo>
                  <a:cubicBezTo>
                    <a:pt x="16473" y="3945"/>
                    <a:pt x="16318" y="4002"/>
                    <a:pt x="16202" y="4167"/>
                  </a:cubicBezTo>
                  <a:cubicBezTo>
                    <a:pt x="16065" y="4350"/>
                    <a:pt x="16065" y="4578"/>
                    <a:pt x="15997" y="4783"/>
                  </a:cubicBezTo>
                  <a:cubicBezTo>
                    <a:pt x="15791" y="5423"/>
                    <a:pt x="15015" y="5605"/>
                    <a:pt x="14353" y="5719"/>
                  </a:cubicBezTo>
                  <a:cubicBezTo>
                    <a:pt x="14473" y="6130"/>
                    <a:pt x="14901" y="6336"/>
                    <a:pt x="15339" y="6336"/>
                  </a:cubicBezTo>
                  <a:cubicBezTo>
                    <a:pt x="15484" y="6336"/>
                    <a:pt x="15631" y="6313"/>
                    <a:pt x="15768" y="6267"/>
                  </a:cubicBezTo>
                  <a:cubicBezTo>
                    <a:pt x="16293" y="6107"/>
                    <a:pt x="16727" y="5696"/>
                    <a:pt x="17229" y="5423"/>
                  </a:cubicBezTo>
                  <a:cubicBezTo>
                    <a:pt x="17506" y="5271"/>
                    <a:pt x="17832" y="5169"/>
                    <a:pt x="18138" y="5169"/>
                  </a:cubicBezTo>
                  <a:cubicBezTo>
                    <a:pt x="18386" y="5169"/>
                    <a:pt x="18620" y="5236"/>
                    <a:pt x="18804" y="5400"/>
                  </a:cubicBezTo>
                  <a:cubicBezTo>
                    <a:pt x="19101" y="5674"/>
                    <a:pt x="19192" y="6062"/>
                    <a:pt x="19238" y="6450"/>
                  </a:cubicBezTo>
                  <a:cubicBezTo>
                    <a:pt x="19991" y="11311"/>
                    <a:pt x="19146" y="16356"/>
                    <a:pt x="17298" y="20898"/>
                  </a:cubicBezTo>
                  <a:cubicBezTo>
                    <a:pt x="16750" y="22290"/>
                    <a:pt x="16088" y="23614"/>
                    <a:pt x="15380" y="24915"/>
                  </a:cubicBezTo>
                  <a:cubicBezTo>
                    <a:pt x="16430" y="21925"/>
                    <a:pt x="16955" y="18753"/>
                    <a:pt x="16932" y="15603"/>
                  </a:cubicBezTo>
                  <a:cubicBezTo>
                    <a:pt x="16932" y="13480"/>
                    <a:pt x="16613" y="11220"/>
                    <a:pt x="15152" y="9668"/>
                  </a:cubicBezTo>
                  <a:cubicBezTo>
                    <a:pt x="14855" y="9349"/>
                    <a:pt x="14490" y="9052"/>
                    <a:pt x="14056" y="8960"/>
                  </a:cubicBezTo>
                  <a:cubicBezTo>
                    <a:pt x="13940" y="8931"/>
                    <a:pt x="13823" y="8918"/>
                    <a:pt x="13707" y="8918"/>
                  </a:cubicBezTo>
                  <a:cubicBezTo>
                    <a:pt x="12825" y="8918"/>
                    <a:pt x="12001" y="9716"/>
                    <a:pt x="11820" y="10604"/>
                  </a:cubicBezTo>
                  <a:cubicBezTo>
                    <a:pt x="11614" y="11608"/>
                    <a:pt x="12025" y="12658"/>
                    <a:pt x="12596" y="13526"/>
                  </a:cubicBezTo>
                  <a:cubicBezTo>
                    <a:pt x="13166" y="14393"/>
                    <a:pt x="13897" y="15146"/>
                    <a:pt x="14422" y="16013"/>
                  </a:cubicBezTo>
                  <a:cubicBezTo>
                    <a:pt x="15449" y="17725"/>
                    <a:pt x="15677" y="19802"/>
                    <a:pt x="15449" y="21765"/>
                  </a:cubicBezTo>
                  <a:cubicBezTo>
                    <a:pt x="15221" y="23637"/>
                    <a:pt x="14627" y="25417"/>
                    <a:pt x="14034" y="27198"/>
                  </a:cubicBezTo>
                  <a:cubicBezTo>
                    <a:pt x="12664" y="29343"/>
                    <a:pt x="11089" y="31398"/>
                    <a:pt x="9446" y="33338"/>
                  </a:cubicBezTo>
                  <a:cubicBezTo>
                    <a:pt x="8829" y="34068"/>
                    <a:pt x="8190" y="34776"/>
                    <a:pt x="7551" y="35461"/>
                  </a:cubicBezTo>
                  <a:cubicBezTo>
                    <a:pt x="8213" y="34091"/>
                    <a:pt x="8601" y="32607"/>
                    <a:pt x="8966" y="31147"/>
                  </a:cubicBezTo>
                  <a:cubicBezTo>
                    <a:pt x="9811" y="27746"/>
                    <a:pt x="10678" y="24322"/>
                    <a:pt x="10838" y="20807"/>
                  </a:cubicBezTo>
                  <a:cubicBezTo>
                    <a:pt x="10907" y="19437"/>
                    <a:pt x="10838" y="17954"/>
                    <a:pt x="9994" y="16881"/>
                  </a:cubicBezTo>
                  <a:cubicBezTo>
                    <a:pt x="9879" y="16744"/>
                    <a:pt x="9742" y="16607"/>
                    <a:pt x="9583" y="16561"/>
                  </a:cubicBezTo>
                  <a:cubicBezTo>
                    <a:pt x="9538" y="16550"/>
                    <a:pt x="9494" y="16545"/>
                    <a:pt x="9450" y="16545"/>
                  </a:cubicBezTo>
                  <a:cubicBezTo>
                    <a:pt x="9228" y="16545"/>
                    <a:pt x="9024" y="16679"/>
                    <a:pt x="8852" y="16812"/>
                  </a:cubicBezTo>
                  <a:cubicBezTo>
                    <a:pt x="8031" y="17520"/>
                    <a:pt x="7483" y="18501"/>
                    <a:pt x="7118" y="19506"/>
                  </a:cubicBezTo>
                  <a:cubicBezTo>
                    <a:pt x="6113" y="22176"/>
                    <a:pt x="6159" y="25098"/>
                    <a:pt x="6433" y="27928"/>
                  </a:cubicBezTo>
                  <a:cubicBezTo>
                    <a:pt x="6684" y="30667"/>
                    <a:pt x="7095" y="33384"/>
                    <a:pt x="6912" y="36100"/>
                  </a:cubicBezTo>
                  <a:cubicBezTo>
                    <a:pt x="4972" y="38086"/>
                    <a:pt x="2804" y="39866"/>
                    <a:pt x="338" y="41144"/>
                  </a:cubicBezTo>
                  <a:cubicBezTo>
                    <a:pt x="315" y="41138"/>
                    <a:pt x="293" y="41135"/>
                    <a:pt x="273" y="41135"/>
                  </a:cubicBezTo>
                  <a:cubicBezTo>
                    <a:pt x="1" y="41135"/>
                    <a:pt x="41" y="41677"/>
                    <a:pt x="338" y="41783"/>
                  </a:cubicBezTo>
                  <a:cubicBezTo>
                    <a:pt x="402" y="41806"/>
                    <a:pt x="467" y="41816"/>
                    <a:pt x="532" y="41816"/>
                  </a:cubicBezTo>
                  <a:cubicBezTo>
                    <a:pt x="792" y="41816"/>
                    <a:pt x="1055" y="41655"/>
                    <a:pt x="1274" y="41509"/>
                  </a:cubicBezTo>
                  <a:cubicBezTo>
                    <a:pt x="3488" y="40026"/>
                    <a:pt x="5543" y="38337"/>
                    <a:pt x="7460" y="36465"/>
                  </a:cubicBezTo>
                  <a:cubicBezTo>
                    <a:pt x="7648" y="36470"/>
                    <a:pt x="7836" y="36472"/>
                    <a:pt x="8024" y="36472"/>
                  </a:cubicBezTo>
                  <a:cubicBezTo>
                    <a:pt x="12339" y="36472"/>
                    <a:pt x="16707" y="35223"/>
                    <a:pt x="20425" y="32927"/>
                  </a:cubicBezTo>
                  <a:cubicBezTo>
                    <a:pt x="21771" y="32082"/>
                    <a:pt x="23141" y="31010"/>
                    <a:pt x="23552" y="29480"/>
                  </a:cubicBezTo>
                  <a:cubicBezTo>
                    <a:pt x="23643" y="29184"/>
                    <a:pt x="23689" y="28841"/>
                    <a:pt x="23575" y="28545"/>
                  </a:cubicBezTo>
                  <a:cubicBezTo>
                    <a:pt x="23415" y="28111"/>
                    <a:pt x="22913" y="27837"/>
                    <a:pt x="22456" y="27814"/>
                  </a:cubicBezTo>
                  <a:cubicBezTo>
                    <a:pt x="22429" y="27813"/>
                    <a:pt x="22402" y="27812"/>
                    <a:pt x="22374" y="27812"/>
                  </a:cubicBezTo>
                  <a:cubicBezTo>
                    <a:pt x="21925" y="27812"/>
                    <a:pt x="21496" y="27986"/>
                    <a:pt x="21087" y="28179"/>
                  </a:cubicBezTo>
                  <a:cubicBezTo>
                    <a:pt x="19420" y="28955"/>
                    <a:pt x="18028" y="30211"/>
                    <a:pt x="16522" y="31261"/>
                  </a:cubicBezTo>
                  <a:cubicBezTo>
                    <a:pt x="14102" y="32950"/>
                    <a:pt x="11386" y="34160"/>
                    <a:pt x="8647" y="35278"/>
                  </a:cubicBezTo>
                  <a:cubicBezTo>
                    <a:pt x="10770" y="33041"/>
                    <a:pt x="12687" y="30599"/>
                    <a:pt x="14330" y="27997"/>
                  </a:cubicBezTo>
                  <a:cubicBezTo>
                    <a:pt x="14516" y="28096"/>
                    <a:pt x="14742" y="28134"/>
                    <a:pt x="14979" y="28134"/>
                  </a:cubicBezTo>
                  <a:cubicBezTo>
                    <a:pt x="15179" y="28134"/>
                    <a:pt x="15387" y="28107"/>
                    <a:pt x="15586" y="28065"/>
                  </a:cubicBezTo>
                  <a:cubicBezTo>
                    <a:pt x="18553" y="27563"/>
                    <a:pt x="21178" y="25874"/>
                    <a:pt x="23392" y="23843"/>
                  </a:cubicBezTo>
                  <a:cubicBezTo>
                    <a:pt x="25218" y="22176"/>
                    <a:pt x="26861" y="20168"/>
                    <a:pt x="27455" y="17771"/>
                  </a:cubicBezTo>
                  <a:cubicBezTo>
                    <a:pt x="27592" y="17109"/>
                    <a:pt x="27660" y="16333"/>
                    <a:pt x="27227" y="15808"/>
                  </a:cubicBezTo>
                  <a:cubicBezTo>
                    <a:pt x="26936" y="15457"/>
                    <a:pt x="26498" y="15299"/>
                    <a:pt x="26042" y="15299"/>
                  </a:cubicBezTo>
                  <a:cubicBezTo>
                    <a:pt x="25638" y="15299"/>
                    <a:pt x="25219" y="15423"/>
                    <a:pt x="24876" y="15648"/>
                  </a:cubicBezTo>
                  <a:cubicBezTo>
                    <a:pt x="24168" y="16128"/>
                    <a:pt x="23734" y="16927"/>
                    <a:pt x="23323" y="17680"/>
                  </a:cubicBezTo>
                  <a:cubicBezTo>
                    <a:pt x="22022" y="20099"/>
                    <a:pt x="20607" y="22519"/>
                    <a:pt x="18599" y="24390"/>
                  </a:cubicBezTo>
                  <a:cubicBezTo>
                    <a:pt x="17480" y="25417"/>
                    <a:pt x="16202" y="26285"/>
                    <a:pt x="14878" y="27084"/>
                  </a:cubicBezTo>
                  <a:cubicBezTo>
                    <a:pt x="16864" y="23706"/>
                    <a:pt x="18393" y="20099"/>
                    <a:pt x="19375" y="16310"/>
                  </a:cubicBezTo>
                  <a:cubicBezTo>
                    <a:pt x="19420" y="16105"/>
                    <a:pt x="19489" y="15922"/>
                    <a:pt x="19534" y="15717"/>
                  </a:cubicBezTo>
                  <a:cubicBezTo>
                    <a:pt x="21292" y="13731"/>
                    <a:pt x="23232" y="11791"/>
                    <a:pt x="25286" y="10033"/>
                  </a:cubicBezTo>
                  <a:cubicBezTo>
                    <a:pt x="27592" y="8070"/>
                    <a:pt x="30125" y="6199"/>
                    <a:pt x="31563" y="3551"/>
                  </a:cubicBezTo>
                  <a:cubicBezTo>
                    <a:pt x="32088" y="2592"/>
                    <a:pt x="32408" y="1291"/>
                    <a:pt x="31655" y="515"/>
                  </a:cubicBezTo>
                  <a:cubicBezTo>
                    <a:pt x="31310" y="146"/>
                    <a:pt x="30822" y="1"/>
                    <a:pt x="30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38" name="Google Shape;1338;p73"/>
          <p:cNvSpPr/>
          <p:nvPr/>
        </p:nvSpPr>
        <p:spPr>
          <a:xfrm>
            <a:off x="1013254" y="2548831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9" name="Google Shape;1339;p73"/>
          <p:cNvSpPr/>
          <p:nvPr/>
        </p:nvSpPr>
        <p:spPr>
          <a:xfrm>
            <a:off x="4806604" y="3154406"/>
            <a:ext cx="68096" cy="64973"/>
          </a:xfrm>
          <a:custGeom>
            <a:rect b="b" l="l" r="r" t="t"/>
            <a:pathLst>
              <a:path extrusionOk="0" h="5074" w="5319">
                <a:moveTo>
                  <a:pt x="3013" y="212"/>
                </a:moveTo>
                <a:cubicBezTo>
                  <a:pt x="3378" y="212"/>
                  <a:pt x="3675" y="281"/>
                  <a:pt x="3949" y="418"/>
                </a:cubicBezTo>
                <a:cubicBezTo>
                  <a:pt x="4565" y="714"/>
                  <a:pt x="5022" y="1422"/>
                  <a:pt x="5067" y="2198"/>
                </a:cubicBezTo>
                <a:cubicBezTo>
                  <a:pt x="5113" y="3020"/>
                  <a:pt x="4816" y="3773"/>
                  <a:pt x="4291" y="4184"/>
                </a:cubicBezTo>
                <a:cubicBezTo>
                  <a:pt x="3766" y="4617"/>
                  <a:pt x="3105" y="4846"/>
                  <a:pt x="2420" y="4846"/>
                </a:cubicBezTo>
                <a:cubicBezTo>
                  <a:pt x="2392" y="4847"/>
                  <a:pt x="2364" y="4847"/>
                  <a:pt x="2337" y="4847"/>
                </a:cubicBezTo>
                <a:cubicBezTo>
                  <a:pt x="1705" y="4847"/>
                  <a:pt x="1103" y="4599"/>
                  <a:pt x="754" y="4184"/>
                </a:cubicBezTo>
                <a:cubicBezTo>
                  <a:pt x="502" y="3864"/>
                  <a:pt x="343" y="3430"/>
                  <a:pt x="297" y="2905"/>
                </a:cubicBezTo>
                <a:cubicBezTo>
                  <a:pt x="229" y="2221"/>
                  <a:pt x="365" y="1604"/>
                  <a:pt x="708" y="1171"/>
                </a:cubicBezTo>
                <a:cubicBezTo>
                  <a:pt x="1027" y="783"/>
                  <a:pt x="1530" y="486"/>
                  <a:pt x="2191" y="326"/>
                </a:cubicBezTo>
                <a:cubicBezTo>
                  <a:pt x="2488" y="258"/>
                  <a:pt x="2762" y="212"/>
                  <a:pt x="3013" y="212"/>
                </a:cubicBezTo>
                <a:close/>
                <a:moveTo>
                  <a:pt x="3043" y="1"/>
                </a:moveTo>
                <a:cubicBezTo>
                  <a:pt x="2763" y="1"/>
                  <a:pt x="2463" y="42"/>
                  <a:pt x="2146" y="121"/>
                </a:cubicBezTo>
                <a:cubicBezTo>
                  <a:pt x="1415" y="303"/>
                  <a:pt x="890" y="600"/>
                  <a:pt x="548" y="1034"/>
                </a:cubicBezTo>
                <a:cubicBezTo>
                  <a:pt x="183" y="1513"/>
                  <a:pt x="0" y="2175"/>
                  <a:pt x="69" y="2928"/>
                </a:cubicBezTo>
                <a:cubicBezTo>
                  <a:pt x="137" y="3499"/>
                  <a:pt x="320" y="3978"/>
                  <a:pt x="594" y="4321"/>
                </a:cubicBezTo>
                <a:cubicBezTo>
                  <a:pt x="1005" y="4800"/>
                  <a:pt x="1667" y="5074"/>
                  <a:pt x="2397" y="5074"/>
                </a:cubicBezTo>
                <a:lnTo>
                  <a:pt x="2420" y="5074"/>
                </a:lnTo>
                <a:cubicBezTo>
                  <a:pt x="3150" y="5051"/>
                  <a:pt x="3858" y="4800"/>
                  <a:pt x="4428" y="4343"/>
                </a:cubicBezTo>
                <a:cubicBezTo>
                  <a:pt x="4999" y="3887"/>
                  <a:pt x="5319" y="3088"/>
                  <a:pt x="5273" y="2198"/>
                </a:cubicBezTo>
                <a:cubicBezTo>
                  <a:pt x="5227" y="1331"/>
                  <a:pt x="4725" y="554"/>
                  <a:pt x="4040" y="212"/>
                </a:cubicBezTo>
                <a:cubicBezTo>
                  <a:pt x="3743" y="70"/>
                  <a:pt x="3409" y="1"/>
                  <a:pt x="304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0" name="Google Shape;1340;p73"/>
          <p:cNvSpPr/>
          <p:nvPr/>
        </p:nvSpPr>
        <p:spPr>
          <a:xfrm flipH="1" rot="2700000">
            <a:off x="648355" y="648414"/>
            <a:ext cx="122997" cy="19203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1" name="Google Shape;1341;p73"/>
          <p:cNvSpPr/>
          <p:nvPr/>
        </p:nvSpPr>
        <p:spPr>
          <a:xfrm>
            <a:off x="5521960" y="4833305"/>
            <a:ext cx="164586" cy="54655"/>
          </a:xfrm>
          <a:custGeom>
            <a:rect b="b" l="l" r="r" t="t"/>
            <a:pathLst>
              <a:path extrusionOk="0" h="2729" w="8218">
                <a:moveTo>
                  <a:pt x="3698" y="948"/>
                </a:moveTo>
                <a:cubicBezTo>
                  <a:pt x="3835" y="1017"/>
                  <a:pt x="3972" y="1131"/>
                  <a:pt x="4064" y="1245"/>
                </a:cubicBezTo>
                <a:cubicBezTo>
                  <a:pt x="4315" y="1496"/>
                  <a:pt x="4406" y="1839"/>
                  <a:pt x="4315" y="2113"/>
                </a:cubicBezTo>
                <a:cubicBezTo>
                  <a:pt x="4269" y="2272"/>
                  <a:pt x="4132" y="2409"/>
                  <a:pt x="3995" y="2478"/>
                </a:cubicBezTo>
                <a:cubicBezTo>
                  <a:pt x="3927" y="2501"/>
                  <a:pt x="3858" y="2512"/>
                  <a:pt x="3793" y="2512"/>
                </a:cubicBezTo>
                <a:cubicBezTo>
                  <a:pt x="3727" y="2512"/>
                  <a:pt x="3664" y="2501"/>
                  <a:pt x="3607" y="2478"/>
                </a:cubicBezTo>
                <a:cubicBezTo>
                  <a:pt x="3288" y="2341"/>
                  <a:pt x="3219" y="1861"/>
                  <a:pt x="3379" y="1473"/>
                </a:cubicBezTo>
                <a:cubicBezTo>
                  <a:pt x="3447" y="1291"/>
                  <a:pt x="3562" y="1108"/>
                  <a:pt x="3698" y="948"/>
                </a:cubicBezTo>
                <a:close/>
                <a:moveTo>
                  <a:pt x="5462" y="0"/>
                </a:moveTo>
                <a:cubicBezTo>
                  <a:pt x="5246" y="0"/>
                  <a:pt x="5022" y="24"/>
                  <a:pt x="4794" y="81"/>
                </a:cubicBezTo>
                <a:cubicBezTo>
                  <a:pt x="4360" y="172"/>
                  <a:pt x="3950" y="401"/>
                  <a:pt x="3653" y="697"/>
                </a:cubicBezTo>
                <a:cubicBezTo>
                  <a:pt x="3420" y="620"/>
                  <a:pt x="3177" y="574"/>
                  <a:pt x="2923" y="574"/>
                </a:cubicBezTo>
                <a:cubicBezTo>
                  <a:pt x="2804" y="574"/>
                  <a:pt x="2682" y="584"/>
                  <a:pt x="2557" y="606"/>
                </a:cubicBezTo>
                <a:cubicBezTo>
                  <a:pt x="1918" y="697"/>
                  <a:pt x="1347" y="1063"/>
                  <a:pt x="982" y="1336"/>
                </a:cubicBezTo>
                <a:cubicBezTo>
                  <a:pt x="617" y="1588"/>
                  <a:pt x="183" y="1976"/>
                  <a:pt x="1" y="2501"/>
                </a:cubicBezTo>
                <a:cubicBezTo>
                  <a:pt x="1" y="2546"/>
                  <a:pt x="24" y="2615"/>
                  <a:pt x="69" y="2615"/>
                </a:cubicBezTo>
                <a:cubicBezTo>
                  <a:pt x="86" y="2620"/>
                  <a:pt x="102" y="2623"/>
                  <a:pt x="116" y="2623"/>
                </a:cubicBezTo>
                <a:cubicBezTo>
                  <a:pt x="159" y="2623"/>
                  <a:pt x="189" y="2598"/>
                  <a:pt x="206" y="2546"/>
                </a:cubicBezTo>
                <a:cubicBezTo>
                  <a:pt x="366" y="2090"/>
                  <a:pt x="777" y="1747"/>
                  <a:pt x="1119" y="1496"/>
                </a:cubicBezTo>
                <a:cubicBezTo>
                  <a:pt x="1667" y="1108"/>
                  <a:pt x="2146" y="880"/>
                  <a:pt x="2603" y="811"/>
                </a:cubicBezTo>
                <a:cubicBezTo>
                  <a:pt x="2702" y="796"/>
                  <a:pt x="2803" y="789"/>
                  <a:pt x="2905" y="789"/>
                </a:cubicBezTo>
                <a:cubicBezTo>
                  <a:pt x="3108" y="789"/>
                  <a:pt x="3310" y="819"/>
                  <a:pt x="3493" y="880"/>
                </a:cubicBezTo>
                <a:cubicBezTo>
                  <a:pt x="3356" y="1040"/>
                  <a:pt x="3242" y="1222"/>
                  <a:pt x="3173" y="1405"/>
                </a:cubicBezTo>
                <a:cubicBezTo>
                  <a:pt x="2991" y="1861"/>
                  <a:pt x="3082" y="2478"/>
                  <a:pt x="3516" y="2683"/>
                </a:cubicBezTo>
                <a:cubicBezTo>
                  <a:pt x="3607" y="2706"/>
                  <a:pt x="3698" y="2729"/>
                  <a:pt x="3767" y="2729"/>
                </a:cubicBezTo>
                <a:cubicBezTo>
                  <a:pt x="3881" y="2729"/>
                  <a:pt x="3972" y="2706"/>
                  <a:pt x="4064" y="2660"/>
                </a:cubicBezTo>
                <a:cubicBezTo>
                  <a:pt x="4292" y="2569"/>
                  <a:pt x="4452" y="2386"/>
                  <a:pt x="4520" y="2181"/>
                </a:cubicBezTo>
                <a:cubicBezTo>
                  <a:pt x="4634" y="1839"/>
                  <a:pt x="4520" y="1405"/>
                  <a:pt x="4223" y="1085"/>
                </a:cubicBezTo>
                <a:cubicBezTo>
                  <a:pt x="4109" y="971"/>
                  <a:pt x="3995" y="880"/>
                  <a:pt x="3858" y="789"/>
                </a:cubicBezTo>
                <a:cubicBezTo>
                  <a:pt x="4109" y="560"/>
                  <a:pt x="4475" y="355"/>
                  <a:pt x="4840" y="286"/>
                </a:cubicBezTo>
                <a:cubicBezTo>
                  <a:pt x="5051" y="237"/>
                  <a:pt x="5259" y="216"/>
                  <a:pt x="5460" y="216"/>
                </a:cubicBezTo>
                <a:cubicBezTo>
                  <a:pt x="5995" y="216"/>
                  <a:pt x="6477" y="365"/>
                  <a:pt x="6826" y="515"/>
                </a:cubicBezTo>
                <a:cubicBezTo>
                  <a:pt x="7191" y="675"/>
                  <a:pt x="7875" y="1040"/>
                  <a:pt x="8012" y="1702"/>
                </a:cubicBezTo>
                <a:cubicBezTo>
                  <a:pt x="8012" y="1770"/>
                  <a:pt x="8081" y="1793"/>
                  <a:pt x="8127" y="1793"/>
                </a:cubicBezTo>
                <a:cubicBezTo>
                  <a:pt x="8195" y="1770"/>
                  <a:pt x="8218" y="1724"/>
                  <a:pt x="8218" y="1656"/>
                </a:cubicBezTo>
                <a:cubicBezTo>
                  <a:pt x="8058" y="903"/>
                  <a:pt x="7328" y="492"/>
                  <a:pt x="6894" y="309"/>
                </a:cubicBezTo>
                <a:cubicBezTo>
                  <a:pt x="6531" y="161"/>
                  <a:pt x="6025" y="0"/>
                  <a:pt x="54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2" name="Google Shape;1342;p73"/>
          <p:cNvSpPr/>
          <p:nvPr/>
        </p:nvSpPr>
        <p:spPr>
          <a:xfrm flipH="1">
            <a:off x="3210186" y="4843202"/>
            <a:ext cx="93021" cy="113426"/>
          </a:xfrm>
          <a:custGeom>
            <a:rect b="b" l="l" r="r" t="t"/>
            <a:pathLst>
              <a:path extrusionOk="0" h="9588" w="6141">
                <a:moveTo>
                  <a:pt x="5935" y="366"/>
                </a:moveTo>
                <a:lnTo>
                  <a:pt x="5935" y="366"/>
                </a:lnTo>
                <a:cubicBezTo>
                  <a:pt x="5821" y="3356"/>
                  <a:pt x="5547" y="6369"/>
                  <a:pt x="5090" y="9336"/>
                </a:cubicBezTo>
                <a:cubicBezTo>
                  <a:pt x="3424" y="8811"/>
                  <a:pt x="1826" y="8081"/>
                  <a:pt x="274" y="7373"/>
                </a:cubicBezTo>
                <a:cubicBezTo>
                  <a:pt x="1895" y="4840"/>
                  <a:pt x="3789" y="2489"/>
                  <a:pt x="5935" y="366"/>
                </a:cubicBezTo>
                <a:close/>
                <a:moveTo>
                  <a:pt x="6095" y="1"/>
                </a:moveTo>
                <a:cubicBezTo>
                  <a:pt x="6049" y="1"/>
                  <a:pt x="6003" y="1"/>
                  <a:pt x="5958" y="24"/>
                </a:cubicBezTo>
                <a:cubicBezTo>
                  <a:pt x="3721" y="2238"/>
                  <a:pt x="1712" y="4703"/>
                  <a:pt x="23" y="7350"/>
                </a:cubicBezTo>
                <a:cubicBezTo>
                  <a:pt x="0" y="7396"/>
                  <a:pt x="0" y="7419"/>
                  <a:pt x="23" y="7442"/>
                </a:cubicBezTo>
                <a:cubicBezTo>
                  <a:pt x="23" y="7465"/>
                  <a:pt x="46" y="7510"/>
                  <a:pt x="69" y="7510"/>
                </a:cubicBezTo>
                <a:cubicBezTo>
                  <a:pt x="1689" y="8264"/>
                  <a:pt x="3378" y="9040"/>
                  <a:pt x="5159" y="9565"/>
                </a:cubicBezTo>
                <a:cubicBezTo>
                  <a:pt x="5159" y="9587"/>
                  <a:pt x="5182" y="9587"/>
                  <a:pt x="5182" y="9587"/>
                </a:cubicBezTo>
                <a:cubicBezTo>
                  <a:pt x="5204" y="9587"/>
                  <a:pt x="5227" y="9565"/>
                  <a:pt x="5250" y="9565"/>
                </a:cubicBezTo>
                <a:cubicBezTo>
                  <a:pt x="5273" y="9542"/>
                  <a:pt x="5296" y="9519"/>
                  <a:pt x="5296" y="9496"/>
                </a:cubicBezTo>
                <a:cubicBezTo>
                  <a:pt x="5752" y="6392"/>
                  <a:pt x="6049" y="3242"/>
                  <a:pt x="6140" y="115"/>
                </a:cubicBezTo>
                <a:cubicBezTo>
                  <a:pt x="6140" y="69"/>
                  <a:pt x="6117" y="24"/>
                  <a:pt x="60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43" name="Google Shape;1343;p73"/>
          <p:cNvGrpSpPr/>
          <p:nvPr/>
        </p:nvGrpSpPr>
        <p:grpSpPr>
          <a:xfrm rot="-5712340">
            <a:off x="818425" y="1685595"/>
            <a:ext cx="199303" cy="251690"/>
            <a:chOff x="3311031" y="3025663"/>
            <a:chExt cx="308584" cy="389695"/>
          </a:xfrm>
        </p:grpSpPr>
        <p:sp>
          <p:nvSpPr>
            <p:cNvPr id="1344" name="Google Shape;1344;p73"/>
            <p:cNvSpPr/>
            <p:nvPr/>
          </p:nvSpPr>
          <p:spPr>
            <a:xfrm flipH="1">
              <a:off x="3311031" y="3025663"/>
              <a:ext cx="308584" cy="389695"/>
            </a:xfrm>
            <a:custGeom>
              <a:rect b="b" l="l" r="r" t="t"/>
              <a:pathLst>
                <a:path extrusionOk="0" h="19458" w="15408">
                  <a:moveTo>
                    <a:pt x="11748" y="0"/>
                  </a:moveTo>
                  <a:cubicBezTo>
                    <a:pt x="11325" y="0"/>
                    <a:pt x="10903" y="69"/>
                    <a:pt x="10501" y="209"/>
                  </a:cubicBezTo>
                  <a:cubicBezTo>
                    <a:pt x="8789" y="802"/>
                    <a:pt x="7716" y="2445"/>
                    <a:pt x="6757" y="3998"/>
                  </a:cubicBezTo>
                  <a:cubicBezTo>
                    <a:pt x="4771" y="7239"/>
                    <a:pt x="2786" y="10503"/>
                    <a:pt x="777" y="13744"/>
                  </a:cubicBezTo>
                  <a:cubicBezTo>
                    <a:pt x="1" y="15022"/>
                    <a:pt x="161" y="17008"/>
                    <a:pt x="1279" y="18263"/>
                  </a:cubicBezTo>
                  <a:cubicBezTo>
                    <a:pt x="1958" y="19027"/>
                    <a:pt x="2996" y="19458"/>
                    <a:pt x="4019" y="19458"/>
                  </a:cubicBezTo>
                  <a:cubicBezTo>
                    <a:pt x="4647" y="19458"/>
                    <a:pt x="5269" y="19295"/>
                    <a:pt x="5799" y="18948"/>
                  </a:cubicBezTo>
                  <a:cubicBezTo>
                    <a:pt x="6278" y="18629"/>
                    <a:pt x="6666" y="18218"/>
                    <a:pt x="7031" y="17761"/>
                  </a:cubicBezTo>
                  <a:cubicBezTo>
                    <a:pt x="7579" y="17099"/>
                    <a:pt x="8058" y="16392"/>
                    <a:pt x="8538" y="15661"/>
                  </a:cubicBezTo>
                  <a:cubicBezTo>
                    <a:pt x="10683" y="12443"/>
                    <a:pt x="12852" y="9225"/>
                    <a:pt x="14586" y="5755"/>
                  </a:cubicBezTo>
                  <a:cubicBezTo>
                    <a:pt x="14906" y="5116"/>
                    <a:pt x="15225" y="4431"/>
                    <a:pt x="15294" y="3701"/>
                  </a:cubicBezTo>
                  <a:cubicBezTo>
                    <a:pt x="15408" y="2537"/>
                    <a:pt x="14837" y="1327"/>
                    <a:pt x="13879" y="642"/>
                  </a:cubicBezTo>
                  <a:cubicBezTo>
                    <a:pt x="13250" y="218"/>
                    <a:pt x="12500" y="0"/>
                    <a:pt x="117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5" name="Google Shape;1345;p73"/>
            <p:cNvSpPr/>
            <p:nvPr/>
          </p:nvSpPr>
          <p:spPr>
            <a:xfrm flipH="1">
              <a:off x="3311033" y="3038519"/>
              <a:ext cx="285712" cy="376837"/>
            </a:xfrm>
            <a:custGeom>
              <a:rect b="b" l="l" r="r" t="t"/>
              <a:pathLst>
                <a:path extrusionOk="0" h="18816" w="14266">
                  <a:moveTo>
                    <a:pt x="12737" y="0"/>
                  </a:moveTo>
                  <a:cubicBezTo>
                    <a:pt x="12737" y="0"/>
                    <a:pt x="13262" y="2306"/>
                    <a:pt x="11641" y="4816"/>
                  </a:cubicBezTo>
                  <a:cubicBezTo>
                    <a:pt x="10020" y="7327"/>
                    <a:pt x="5181" y="15156"/>
                    <a:pt x="3903" y="16571"/>
                  </a:cubicBezTo>
                  <a:cubicBezTo>
                    <a:pt x="3155" y="17401"/>
                    <a:pt x="1970" y="17599"/>
                    <a:pt x="1100" y="17599"/>
                  </a:cubicBezTo>
                  <a:cubicBezTo>
                    <a:pt x="510" y="17599"/>
                    <a:pt x="65" y="17508"/>
                    <a:pt x="0" y="17462"/>
                  </a:cubicBezTo>
                  <a:lnTo>
                    <a:pt x="0" y="17462"/>
                  </a:lnTo>
                  <a:cubicBezTo>
                    <a:pt x="46" y="17507"/>
                    <a:pt x="91" y="17553"/>
                    <a:pt x="137" y="17621"/>
                  </a:cubicBezTo>
                  <a:cubicBezTo>
                    <a:pt x="816" y="18385"/>
                    <a:pt x="1854" y="18816"/>
                    <a:pt x="2877" y="18816"/>
                  </a:cubicBezTo>
                  <a:cubicBezTo>
                    <a:pt x="3505" y="18816"/>
                    <a:pt x="4127" y="18653"/>
                    <a:pt x="4657" y="18306"/>
                  </a:cubicBezTo>
                  <a:cubicBezTo>
                    <a:pt x="5136" y="17987"/>
                    <a:pt x="5524" y="17576"/>
                    <a:pt x="5889" y="17119"/>
                  </a:cubicBezTo>
                  <a:cubicBezTo>
                    <a:pt x="6414" y="16457"/>
                    <a:pt x="6916" y="15750"/>
                    <a:pt x="7396" y="15019"/>
                  </a:cubicBezTo>
                  <a:cubicBezTo>
                    <a:pt x="9541" y="11801"/>
                    <a:pt x="11710" y="8583"/>
                    <a:pt x="13444" y="5113"/>
                  </a:cubicBezTo>
                  <a:cubicBezTo>
                    <a:pt x="13764" y="4474"/>
                    <a:pt x="14083" y="3789"/>
                    <a:pt x="14152" y="3059"/>
                  </a:cubicBezTo>
                  <a:cubicBezTo>
                    <a:pt x="14266" y="1895"/>
                    <a:pt x="13695" y="685"/>
                    <a:pt x="12737" y="0"/>
                  </a:cubicBezTo>
                  <a:close/>
                </a:path>
              </a:pathLst>
            </a:custGeom>
            <a:solidFill>
              <a:schemeClr val="dk1">
                <a:alpha val="297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6" name="Google Shape;1346;p73"/>
            <p:cNvSpPr/>
            <p:nvPr/>
          </p:nvSpPr>
          <p:spPr>
            <a:xfrm flipH="1">
              <a:off x="3397429" y="3183403"/>
              <a:ext cx="222185" cy="231938"/>
            </a:xfrm>
            <a:custGeom>
              <a:rect b="b" l="l" r="r" t="t"/>
              <a:pathLst>
                <a:path extrusionOk="0" h="11581" w="11094">
                  <a:moveTo>
                    <a:pt x="4383" y="1"/>
                  </a:moveTo>
                  <a:cubicBezTo>
                    <a:pt x="3174" y="1964"/>
                    <a:pt x="1987" y="3927"/>
                    <a:pt x="777" y="5867"/>
                  </a:cubicBezTo>
                  <a:cubicBezTo>
                    <a:pt x="1" y="7145"/>
                    <a:pt x="161" y="9131"/>
                    <a:pt x="1279" y="10386"/>
                  </a:cubicBezTo>
                  <a:cubicBezTo>
                    <a:pt x="1958" y="11150"/>
                    <a:pt x="2996" y="11581"/>
                    <a:pt x="4019" y="11581"/>
                  </a:cubicBezTo>
                  <a:cubicBezTo>
                    <a:pt x="4647" y="11581"/>
                    <a:pt x="5269" y="11418"/>
                    <a:pt x="5799" y="11071"/>
                  </a:cubicBezTo>
                  <a:cubicBezTo>
                    <a:pt x="6278" y="10752"/>
                    <a:pt x="6666" y="10341"/>
                    <a:pt x="7031" y="9884"/>
                  </a:cubicBezTo>
                  <a:cubicBezTo>
                    <a:pt x="7579" y="9222"/>
                    <a:pt x="8058" y="8515"/>
                    <a:pt x="8538" y="7784"/>
                  </a:cubicBezTo>
                  <a:cubicBezTo>
                    <a:pt x="9382" y="6506"/>
                    <a:pt x="10249" y="5228"/>
                    <a:pt x="11094" y="3927"/>
                  </a:cubicBezTo>
                  <a:lnTo>
                    <a:pt x="11094" y="3927"/>
                  </a:lnTo>
                  <a:cubicBezTo>
                    <a:pt x="10803" y="3978"/>
                    <a:pt x="10510" y="4002"/>
                    <a:pt x="10218" y="4002"/>
                  </a:cubicBezTo>
                  <a:cubicBezTo>
                    <a:pt x="9207" y="4002"/>
                    <a:pt x="8203" y="3718"/>
                    <a:pt x="7282" y="3311"/>
                  </a:cubicBezTo>
                  <a:cubicBezTo>
                    <a:pt x="6575" y="2991"/>
                    <a:pt x="5890" y="2603"/>
                    <a:pt x="5365" y="2055"/>
                  </a:cubicBezTo>
                  <a:cubicBezTo>
                    <a:pt x="4817" y="1507"/>
                    <a:pt x="4429" y="777"/>
                    <a:pt x="440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7" name="Google Shape;1347;p73"/>
            <p:cNvSpPr/>
            <p:nvPr/>
          </p:nvSpPr>
          <p:spPr>
            <a:xfrm flipH="1">
              <a:off x="3397432" y="3259740"/>
              <a:ext cx="199314" cy="155594"/>
            </a:xfrm>
            <a:custGeom>
              <a:rect b="b" l="l" r="r" t="t"/>
              <a:pathLst>
                <a:path extrusionOk="0" h="7769" w="9952">
                  <a:moveTo>
                    <a:pt x="7669" y="1"/>
                  </a:moveTo>
                  <a:cubicBezTo>
                    <a:pt x="6095" y="2489"/>
                    <a:pt x="4542" y="4817"/>
                    <a:pt x="3903" y="5524"/>
                  </a:cubicBezTo>
                  <a:cubicBezTo>
                    <a:pt x="3155" y="6354"/>
                    <a:pt x="1970" y="6552"/>
                    <a:pt x="1100" y="6552"/>
                  </a:cubicBezTo>
                  <a:cubicBezTo>
                    <a:pt x="510" y="6552"/>
                    <a:pt x="65" y="6461"/>
                    <a:pt x="0" y="6415"/>
                  </a:cubicBezTo>
                  <a:lnTo>
                    <a:pt x="0" y="6415"/>
                  </a:lnTo>
                  <a:cubicBezTo>
                    <a:pt x="46" y="6460"/>
                    <a:pt x="91" y="6506"/>
                    <a:pt x="137" y="6574"/>
                  </a:cubicBezTo>
                  <a:cubicBezTo>
                    <a:pt x="816" y="7338"/>
                    <a:pt x="1854" y="7769"/>
                    <a:pt x="2877" y="7769"/>
                  </a:cubicBezTo>
                  <a:cubicBezTo>
                    <a:pt x="3505" y="7769"/>
                    <a:pt x="4127" y="7606"/>
                    <a:pt x="4657" y="7259"/>
                  </a:cubicBezTo>
                  <a:cubicBezTo>
                    <a:pt x="5136" y="6940"/>
                    <a:pt x="5524" y="6529"/>
                    <a:pt x="5889" y="6072"/>
                  </a:cubicBezTo>
                  <a:cubicBezTo>
                    <a:pt x="6437" y="5410"/>
                    <a:pt x="6916" y="4703"/>
                    <a:pt x="7396" y="3972"/>
                  </a:cubicBezTo>
                  <a:cubicBezTo>
                    <a:pt x="8240" y="2694"/>
                    <a:pt x="9107" y="1416"/>
                    <a:pt x="9952" y="115"/>
                  </a:cubicBezTo>
                  <a:lnTo>
                    <a:pt x="9952" y="115"/>
                  </a:lnTo>
                  <a:cubicBezTo>
                    <a:pt x="9679" y="164"/>
                    <a:pt x="9403" y="187"/>
                    <a:pt x="9126" y="187"/>
                  </a:cubicBezTo>
                  <a:cubicBezTo>
                    <a:pt x="8639" y="187"/>
                    <a:pt x="8150" y="117"/>
                    <a:pt x="76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48" name="Google Shape;1348;p73"/>
          <p:cNvSpPr/>
          <p:nvPr/>
        </p:nvSpPr>
        <p:spPr>
          <a:xfrm flipH="1" rot="2700000">
            <a:off x="8647475" y="4532950"/>
            <a:ext cx="286820" cy="1075285"/>
          </a:xfrm>
          <a:custGeom>
            <a:rect b="b" l="l" r="r" t="t"/>
            <a:pathLst>
              <a:path extrusionOk="0" h="62387" w="16641">
                <a:moveTo>
                  <a:pt x="5438" y="1"/>
                </a:moveTo>
                <a:cubicBezTo>
                  <a:pt x="5170" y="1"/>
                  <a:pt x="4901" y="24"/>
                  <a:pt x="4634" y="73"/>
                </a:cubicBezTo>
                <a:cubicBezTo>
                  <a:pt x="2831" y="415"/>
                  <a:pt x="1393" y="1853"/>
                  <a:pt x="708" y="3543"/>
                </a:cubicBezTo>
                <a:cubicBezTo>
                  <a:pt x="0" y="5232"/>
                  <a:pt x="0" y="7103"/>
                  <a:pt x="274" y="8906"/>
                </a:cubicBezTo>
                <a:cubicBezTo>
                  <a:pt x="959" y="13152"/>
                  <a:pt x="3173" y="16964"/>
                  <a:pt x="4839" y="20913"/>
                </a:cubicBezTo>
                <a:cubicBezTo>
                  <a:pt x="6483" y="24884"/>
                  <a:pt x="7579" y="29472"/>
                  <a:pt x="5912" y="33421"/>
                </a:cubicBezTo>
                <a:cubicBezTo>
                  <a:pt x="5136" y="35224"/>
                  <a:pt x="3858" y="36776"/>
                  <a:pt x="3196" y="38602"/>
                </a:cubicBezTo>
                <a:cubicBezTo>
                  <a:pt x="2078" y="41752"/>
                  <a:pt x="2945" y="45267"/>
                  <a:pt x="3972" y="48440"/>
                </a:cubicBezTo>
                <a:cubicBezTo>
                  <a:pt x="4520" y="50083"/>
                  <a:pt x="5091" y="51727"/>
                  <a:pt x="5227" y="53461"/>
                </a:cubicBezTo>
                <a:cubicBezTo>
                  <a:pt x="5433" y="56566"/>
                  <a:pt x="4109" y="59556"/>
                  <a:pt x="2831" y="62386"/>
                </a:cubicBezTo>
                <a:cubicBezTo>
                  <a:pt x="7738" y="57889"/>
                  <a:pt x="9975" y="51110"/>
                  <a:pt x="9359" y="44560"/>
                </a:cubicBezTo>
                <a:cubicBezTo>
                  <a:pt x="9199" y="42802"/>
                  <a:pt x="8834" y="40999"/>
                  <a:pt x="9222" y="39264"/>
                </a:cubicBezTo>
                <a:cubicBezTo>
                  <a:pt x="9633" y="37392"/>
                  <a:pt x="10843" y="35817"/>
                  <a:pt x="11824" y="34174"/>
                </a:cubicBezTo>
                <a:cubicBezTo>
                  <a:pt x="16640" y="26117"/>
                  <a:pt x="15887" y="15777"/>
                  <a:pt x="12577" y="7012"/>
                </a:cubicBezTo>
                <a:cubicBezTo>
                  <a:pt x="11915" y="5209"/>
                  <a:pt x="11116" y="3406"/>
                  <a:pt x="9793" y="2036"/>
                </a:cubicBezTo>
                <a:cubicBezTo>
                  <a:pt x="8658" y="842"/>
                  <a:pt x="7053" y="1"/>
                  <a:pt x="5438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9" name="Google Shape;1349;p73"/>
          <p:cNvSpPr/>
          <p:nvPr/>
        </p:nvSpPr>
        <p:spPr>
          <a:xfrm>
            <a:off x="4787676" y="2193908"/>
            <a:ext cx="112101" cy="106156"/>
          </a:xfrm>
          <a:custGeom>
            <a:rect b="b" l="l" r="r" t="t"/>
            <a:pathLst>
              <a:path extrusionOk="0" h="4491" w="4743">
                <a:moveTo>
                  <a:pt x="2365" y="167"/>
                </a:moveTo>
                <a:cubicBezTo>
                  <a:pt x="2743" y="167"/>
                  <a:pt x="3135" y="271"/>
                  <a:pt x="3462" y="467"/>
                </a:cubicBezTo>
                <a:cubicBezTo>
                  <a:pt x="2547" y="1551"/>
                  <a:pt x="1764" y="2753"/>
                  <a:pt x="1124" y="4046"/>
                </a:cubicBezTo>
                <a:cubicBezTo>
                  <a:pt x="653" y="3720"/>
                  <a:pt x="314" y="3158"/>
                  <a:pt x="261" y="2544"/>
                </a:cubicBezTo>
                <a:cubicBezTo>
                  <a:pt x="170" y="1564"/>
                  <a:pt x="836" y="545"/>
                  <a:pt x="1764" y="258"/>
                </a:cubicBezTo>
                <a:cubicBezTo>
                  <a:pt x="1960" y="193"/>
                  <a:pt x="2156" y="167"/>
                  <a:pt x="2365" y="167"/>
                </a:cubicBezTo>
                <a:close/>
                <a:moveTo>
                  <a:pt x="3606" y="545"/>
                </a:moveTo>
                <a:cubicBezTo>
                  <a:pt x="3880" y="741"/>
                  <a:pt x="4128" y="990"/>
                  <a:pt x="4272" y="1290"/>
                </a:cubicBezTo>
                <a:cubicBezTo>
                  <a:pt x="4533" y="1813"/>
                  <a:pt x="4572" y="2518"/>
                  <a:pt x="4363" y="3080"/>
                </a:cubicBezTo>
                <a:cubicBezTo>
                  <a:pt x="4246" y="3367"/>
                  <a:pt x="4011" y="3759"/>
                  <a:pt x="3553" y="3942"/>
                </a:cubicBezTo>
                <a:cubicBezTo>
                  <a:pt x="3049" y="4152"/>
                  <a:pt x="2562" y="4328"/>
                  <a:pt x="2078" y="4328"/>
                </a:cubicBezTo>
                <a:cubicBezTo>
                  <a:pt x="1960" y="4328"/>
                  <a:pt x="1842" y="4318"/>
                  <a:pt x="1724" y="4295"/>
                </a:cubicBezTo>
                <a:cubicBezTo>
                  <a:pt x="1568" y="4268"/>
                  <a:pt x="1411" y="4203"/>
                  <a:pt x="1267" y="4125"/>
                </a:cubicBezTo>
                <a:cubicBezTo>
                  <a:pt x="1894" y="2845"/>
                  <a:pt x="2678" y="1643"/>
                  <a:pt x="3606" y="545"/>
                </a:cubicBezTo>
                <a:close/>
                <a:moveTo>
                  <a:pt x="2354" y="1"/>
                </a:moveTo>
                <a:cubicBezTo>
                  <a:pt x="2137" y="1"/>
                  <a:pt x="1920" y="33"/>
                  <a:pt x="1711" y="101"/>
                </a:cubicBezTo>
                <a:cubicBezTo>
                  <a:pt x="706" y="415"/>
                  <a:pt x="0" y="1499"/>
                  <a:pt x="92" y="2557"/>
                </a:cubicBezTo>
                <a:cubicBezTo>
                  <a:pt x="157" y="3249"/>
                  <a:pt x="562" y="3890"/>
                  <a:pt x="1110" y="4229"/>
                </a:cubicBezTo>
                <a:lnTo>
                  <a:pt x="1124" y="4229"/>
                </a:lnTo>
                <a:cubicBezTo>
                  <a:pt x="1306" y="4347"/>
                  <a:pt x="1502" y="4412"/>
                  <a:pt x="1698" y="4451"/>
                </a:cubicBezTo>
                <a:cubicBezTo>
                  <a:pt x="1816" y="4477"/>
                  <a:pt x="1947" y="4491"/>
                  <a:pt x="2064" y="4491"/>
                </a:cubicBezTo>
                <a:cubicBezTo>
                  <a:pt x="2587" y="4491"/>
                  <a:pt x="3096" y="4308"/>
                  <a:pt x="3619" y="4099"/>
                </a:cubicBezTo>
                <a:cubicBezTo>
                  <a:pt x="4024" y="3942"/>
                  <a:pt x="4337" y="3602"/>
                  <a:pt x="4507" y="3132"/>
                </a:cubicBezTo>
                <a:cubicBezTo>
                  <a:pt x="4742" y="2531"/>
                  <a:pt x="4703" y="1773"/>
                  <a:pt x="4416" y="1225"/>
                </a:cubicBezTo>
                <a:cubicBezTo>
                  <a:pt x="4246" y="872"/>
                  <a:pt x="3971" y="585"/>
                  <a:pt x="3645" y="376"/>
                </a:cubicBezTo>
                <a:lnTo>
                  <a:pt x="3632" y="376"/>
                </a:lnTo>
                <a:cubicBezTo>
                  <a:pt x="3253" y="138"/>
                  <a:pt x="2803" y="1"/>
                  <a:pt x="235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50" name="Google Shape;1350;p73"/>
          <p:cNvGrpSpPr/>
          <p:nvPr/>
        </p:nvGrpSpPr>
        <p:grpSpPr>
          <a:xfrm>
            <a:off x="5663333" y="1179887"/>
            <a:ext cx="1881736" cy="2783728"/>
            <a:chOff x="3613685" y="725941"/>
            <a:chExt cx="1550924" cy="2294345"/>
          </a:xfrm>
        </p:grpSpPr>
        <p:sp>
          <p:nvSpPr>
            <p:cNvPr id="1351" name="Google Shape;1351;p73"/>
            <p:cNvSpPr/>
            <p:nvPr/>
          </p:nvSpPr>
          <p:spPr>
            <a:xfrm>
              <a:off x="4050474" y="725941"/>
              <a:ext cx="988419" cy="892950"/>
            </a:xfrm>
            <a:custGeom>
              <a:rect b="b" l="l" r="r" t="t"/>
              <a:pathLst>
                <a:path extrusionOk="0" h="49273" w="54541">
                  <a:moveTo>
                    <a:pt x="29095" y="0"/>
                  </a:moveTo>
                  <a:cubicBezTo>
                    <a:pt x="28332" y="0"/>
                    <a:pt x="27564" y="58"/>
                    <a:pt x="26807" y="141"/>
                  </a:cubicBezTo>
                  <a:cubicBezTo>
                    <a:pt x="23880" y="467"/>
                    <a:pt x="20523" y="1552"/>
                    <a:pt x="19583" y="4347"/>
                  </a:cubicBezTo>
                  <a:cubicBezTo>
                    <a:pt x="19400" y="4909"/>
                    <a:pt x="19282" y="5562"/>
                    <a:pt x="18812" y="5915"/>
                  </a:cubicBezTo>
                  <a:cubicBezTo>
                    <a:pt x="18451" y="6191"/>
                    <a:pt x="17980" y="6202"/>
                    <a:pt x="17510" y="6202"/>
                  </a:cubicBezTo>
                  <a:cubicBezTo>
                    <a:pt x="17469" y="6202"/>
                    <a:pt x="17429" y="6202"/>
                    <a:pt x="17388" y="6202"/>
                  </a:cubicBezTo>
                  <a:lnTo>
                    <a:pt x="17061" y="6202"/>
                  </a:lnTo>
                  <a:cubicBezTo>
                    <a:pt x="14631" y="6241"/>
                    <a:pt x="12476" y="8501"/>
                    <a:pt x="12528" y="10931"/>
                  </a:cubicBezTo>
                  <a:cubicBezTo>
                    <a:pt x="12541" y="11310"/>
                    <a:pt x="12581" y="11741"/>
                    <a:pt x="12345" y="12042"/>
                  </a:cubicBezTo>
                  <a:cubicBezTo>
                    <a:pt x="12189" y="12238"/>
                    <a:pt x="11940" y="12329"/>
                    <a:pt x="11731" y="12460"/>
                  </a:cubicBezTo>
                  <a:cubicBezTo>
                    <a:pt x="10791" y="12982"/>
                    <a:pt x="10281" y="14184"/>
                    <a:pt x="10556" y="15216"/>
                  </a:cubicBezTo>
                  <a:cubicBezTo>
                    <a:pt x="10634" y="15516"/>
                    <a:pt x="10765" y="15817"/>
                    <a:pt x="10726" y="16117"/>
                  </a:cubicBezTo>
                  <a:cubicBezTo>
                    <a:pt x="10621" y="16927"/>
                    <a:pt x="9563" y="17071"/>
                    <a:pt x="8792" y="17332"/>
                  </a:cubicBezTo>
                  <a:cubicBezTo>
                    <a:pt x="6872" y="17999"/>
                    <a:pt x="6232" y="20899"/>
                    <a:pt x="7708" y="22309"/>
                  </a:cubicBezTo>
                  <a:cubicBezTo>
                    <a:pt x="5696" y="23054"/>
                    <a:pt x="4690" y="25732"/>
                    <a:pt x="5722" y="27613"/>
                  </a:cubicBezTo>
                  <a:cubicBezTo>
                    <a:pt x="4821" y="27692"/>
                    <a:pt x="4168" y="28789"/>
                    <a:pt x="4533" y="29625"/>
                  </a:cubicBezTo>
                  <a:cubicBezTo>
                    <a:pt x="4421" y="29567"/>
                    <a:pt x="4305" y="29540"/>
                    <a:pt x="4191" y="29540"/>
                  </a:cubicBezTo>
                  <a:cubicBezTo>
                    <a:pt x="3589" y="29540"/>
                    <a:pt x="3022" y="30273"/>
                    <a:pt x="3110" y="30931"/>
                  </a:cubicBezTo>
                  <a:cubicBezTo>
                    <a:pt x="3227" y="31715"/>
                    <a:pt x="3893" y="32290"/>
                    <a:pt x="4533" y="32760"/>
                  </a:cubicBezTo>
                  <a:cubicBezTo>
                    <a:pt x="3110" y="33087"/>
                    <a:pt x="1633" y="33675"/>
                    <a:pt x="823" y="34903"/>
                  </a:cubicBezTo>
                  <a:cubicBezTo>
                    <a:pt x="0" y="36117"/>
                    <a:pt x="183" y="38064"/>
                    <a:pt x="1490" y="38730"/>
                  </a:cubicBezTo>
                  <a:cubicBezTo>
                    <a:pt x="562" y="39488"/>
                    <a:pt x="1098" y="41304"/>
                    <a:pt x="2300" y="41434"/>
                  </a:cubicBezTo>
                  <a:cubicBezTo>
                    <a:pt x="1960" y="42114"/>
                    <a:pt x="2287" y="42950"/>
                    <a:pt x="2874" y="43420"/>
                  </a:cubicBezTo>
                  <a:cubicBezTo>
                    <a:pt x="3018" y="43355"/>
                    <a:pt x="3175" y="43302"/>
                    <a:pt x="3319" y="43250"/>
                  </a:cubicBezTo>
                  <a:cubicBezTo>
                    <a:pt x="5876" y="42320"/>
                    <a:pt x="8574" y="42197"/>
                    <a:pt x="11310" y="42197"/>
                  </a:cubicBezTo>
                  <a:cubicBezTo>
                    <a:pt x="11802" y="42197"/>
                    <a:pt x="12295" y="42201"/>
                    <a:pt x="12790" y="42205"/>
                  </a:cubicBezTo>
                  <a:cubicBezTo>
                    <a:pt x="13302" y="42210"/>
                    <a:pt x="13815" y="42214"/>
                    <a:pt x="14326" y="42214"/>
                  </a:cubicBezTo>
                  <a:cubicBezTo>
                    <a:pt x="15262" y="42214"/>
                    <a:pt x="16193" y="42199"/>
                    <a:pt x="17114" y="42140"/>
                  </a:cubicBezTo>
                  <a:cubicBezTo>
                    <a:pt x="17140" y="42140"/>
                    <a:pt x="17179" y="42140"/>
                    <a:pt x="17205" y="42127"/>
                  </a:cubicBezTo>
                  <a:cubicBezTo>
                    <a:pt x="17362" y="42127"/>
                    <a:pt x="17518" y="42114"/>
                    <a:pt x="17675" y="42087"/>
                  </a:cubicBezTo>
                  <a:cubicBezTo>
                    <a:pt x="18250" y="42035"/>
                    <a:pt x="18838" y="41905"/>
                    <a:pt x="19321" y="41591"/>
                  </a:cubicBezTo>
                  <a:cubicBezTo>
                    <a:pt x="19896" y="41212"/>
                    <a:pt x="20288" y="40598"/>
                    <a:pt x="20601" y="39984"/>
                  </a:cubicBezTo>
                  <a:cubicBezTo>
                    <a:pt x="21072" y="39109"/>
                    <a:pt x="21438" y="38181"/>
                    <a:pt x="21712" y="37215"/>
                  </a:cubicBezTo>
                  <a:cubicBezTo>
                    <a:pt x="18328" y="36575"/>
                    <a:pt x="15232" y="34328"/>
                    <a:pt x="14135" y="31088"/>
                  </a:cubicBezTo>
                  <a:cubicBezTo>
                    <a:pt x="13469" y="29076"/>
                    <a:pt x="13573" y="26895"/>
                    <a:pt x="13835" y="24791"/>
                  </a:cubicBezTo>
                  <a:cubicBezTo>
                    <a:pt x="14305" y="20781"/>
                    <a:pt x="15259" y="16836"/>
                    <a:pt x="16656" y="13047"/>
                  </a:cubicBezTo>
                  <a:cubicBezTo>
                    <a:pt x="16974" y="13180"/>
                    <a:pt x="17321" y="13246"/>
                    <a:pt x="17668" y="13246"/>
                  </a:cubicBezTo>
                  <a:cubicBezTo>
                    <a:pt x="18176" y="13246"/>
                    <a:pt x="18685" y="13105"/>
                    <a:pt x="19112" y="12825"/>
                  </a:cubicBezTo>
                  <a:cubicBezTo>
                    <a:pt x="19797" y="12369"/>
                    <a:pt x="20443" y="11543"/>
                    <a:pt x="21196" y="11543"/>
                  </a:cubicBezTo>
                  <a:cubicBezTo>
                    <a:pt x="21305" y="11543"/>
                    <a:pt x="21416" y="11560"/>
                    <a:pt x="21529" y="11597"/>
                  </a:cubicBezTo>
                  <a:cubicBezTo>
                    <a:pt x="22234" y="11833"/>
                    <a:pt x="22535" y="12838"/>
                    <a:pt x="23279" y="12943"/>
                  </a:cubicBezTo>
                  <a:cubicBezTo>
                    <a:pt x="23326" y="12950"/>
                    <a:pt x="23371" y="12953"/>
                    <a:pt x="23416" y="12953"/>
                  </a:cubicBezTo>
                  <a:cubicBezTo>
                    <a:pt x="24127" y="12953"/>
                    <a:pt x="24644" y="12121"/>
                    <a:pt x="25357" y="11924"/>
                  </a:cubicBezTo>
                  <a:cubicBezTo>
                    <a:pt x="25474" y="11891"/>
                    <a:pt x="25590" y="11875"/>
                    <a:pt x="25706" y="11875"/>
                  </a:cubicBezTo>
                  <a:cubicBezTo>
                    <a:pt x="26221" y="11875"/>
                    <a:pt x="26723" y="12176"/>
                    <a:pt x="27225" y="12486"/>
                  </a:cubicBezTo>
                  <a:cubicBezTo>
                    <a:pt x="27727" y="12781"/>
                    <a:pt x="28230" y="13085"/>
                    <a:pt x="28755" y="13085"/>
                  </a:cubicBezTo>
                  <a:cubicBezTo>
                    <a:pt x="28858" y="13085"/>
                    <a:pt x="28962" y="13073"/>
                    <a:pt x="29067" y="13047"/>
                  </a:cubicBezTo>
                  <a:cubicBezTo>
                    <a:pt x="29798" y="12865"/>
                    <a:pt x="30190" y="12094"/>
                    <a:pt x="30686" y="11506"/>
                  </a:cubicBezTo>
                  <a:cubicBezTo>
                    <a:pt x="30995" y="11139"/>
                    <a:pt x="31517" y="10846"/>
                    <a:pt x="31970" y="10846"/>
                  </a:cubicBezTo>
                  <a:cubicBezTo>
                    <a:pt x="32226" y="10846"/>
                    <a:pt x="32459" y="10940"/>
                    <a:pt x="32620" y="11166"/>
                  </a:cubicBezTo>
                  <a:cubicBezTo>
                    <a:pt x="32803" y="11415"/>
                    <a:pt x="32803" y="11741"/>
                    <a:pt x="32868" y="12042"/>
                  </a:cubicBezTo>
                  <a:cubicBezTo>
                    <a:pt x="33086" y="13100"/>
                    <a:pt x="34153" y="13862"/>
                    <a:pt x="35211" y="13862"/>
                  </a:cubicBezTo>
                  <a:cubicBezTo>
                    <a:pt x="35485" y="13862"/>
                    <a:pt x="35758" y="13811"/>
                    <a:pt x="36016" y="13701"/>
                  </a:cubicBezTo>
                  <a:lnTo>
                    <a:pt x="36016" y="13701"/>
                  </a:lnTo>
                  <a:cubicBezTo>
                    <a:pt x="35585" y="14563"/>
                    <a:pt x="35233" y="15477"/>
                    <a:pt x="35272" y="16431"/>
                  </a:cubicBezTo>
                  <a:cubicBezTo>
                    <a:pt x="35298" y="17385"/>
                    <a:pt x="35781" y="18377"/>
                    <a:pt x="36656" y="18756"/>
                  </a:cubicBezTo>
                  <a:cubicBezTo>
                    <a:pt x="37074" y="18939"/>
                    <a:pt x="37649" y="19109"/>
                    <a:pt x="37662" y="19566"/>
                  </a:cubicBezTo>
                  <a:cubicBezTo>
                    <a:pt x="37662" y="19867"/>
                    <a:pt x="37375" y="20076"/>
                    <a:pt x="37166" y="20298"/>
                  </a:cubicBezTo>
                  <a:cubicBezTo>
                    <a:pt x="36421" y="21108"/>
                    <a:pt x="36565" y="22584"/>
                    <a:pt x="37479" y="23211"/>
                  </a:cubicBezTo>
                  <a:lnTo>
                    <a:pt x="37571" y="23420"/>
                  </a:lnTo>
                  <a:cubicBezTo>
                    <a:pt x="38301" y="23076"/>
                    <a:pt x="39075" y="22858"/>
                    <a:pt x="39821" y="22858"/>
                  </a:cubicBezTo>
                  <a:cubicBezTo>
                    <a:pt x="40435" y="22858"/>
                    <a:pt x="41031" y="23006"/>
                    <a:pt x="41568" y="23355"/>
                  </a:cubicBezTo>
                  <a:cubicBezTo>
                    <a:pt x="43188" y="24426"/>
                    <a:pt x="43280" y="26986"/>
                    <a:pt x="42065" y="28515"/>
                  </a:cubicBezTo>
                  <a:cubicBezTo>
                    <a:pt x="40963" y="29903"/>
                    <a:pt x="39105" y="30502"/>
                    <a:pt x="37314" y="30502"/>
                  </a:cubicBezTo>
                  <a:cubicBezTo>
                    <a:pt x="37151" y="30502"/>
                    <a:pt x="36988" y="30497"/>
                    <a:pt x="36826" y="30487"/>
                  </a:cubicBezTo>
                  <a:cubicBezTo>
                    <a:pt x="35507" y="34315"/>
                    <a:pt x="35050" y="38443"/>
                    <a:pt x="35533" y="42466"/>
                  </a:cubicBezTo>
                  <a:cubicBezTo>
                    <a:pt x="35611" y="43159"/>
                    <a:pt x="35729" y="43890"/>
                    <a:pt x="36121" y="44478"/>
                  </a:cubicBezTo>
                  <a:cubicBezTo>
                    <a:pt x="36238" y="44648"/>
                    <a:pt x="36369" y="44792"/>
                    <a:pt x="36513" y="44935"/>
                  </a:cubicBezTo>
                  <a:cubicBezTo>
                    <a:pt x="36892" y="45301"/>
                    <a:pt x="37362" y="45575"/>
                    <a:pt x="37832" y="45811"/>
                  </a:cubicBezTo>
                  <a:cubicBezTo>
                    <a:pt x="37871" y="45837"/>
                    <a:pt x="37911" y="45850"/>
                    <a:pt x="37950" y="45876"/>
                  </a:cubicBezTo>
                  <a:cubicBezTo>
                    <a:pt x="40641" y="47208"/>
                    <a:pt x="43619" y="48018"/>
                    <a:pt x="46336" y="49272"/>
                  </a:cubicBezTo>
                  <a:cubicBezTo>
                    <a:pt x="47669" y="48972"/>
                    <a:pt x="48962" y="48502"/>
                    <a:pt x="50177" y="47875"/>
                  </a:cubicBezTo>
                  <a:cubicBezTo>
                    <a:pt x="51261" y="47300"/>
                    <a:pt x="52346" y="46542"/>
                    <a:pt x="52816" y="45419"/>
                  </a:cubicBezTo>
                  <a:cubicBezTo>
                    <a:pt x="53286" y="44282"/>
                    <a:pt x="52881" y="42728"/>
                    <a:pt x="51732" y="42323"/>
                  </a:cubicBezTo>
                  <a:cubicBezTo>
                    <a:pt x="53286" y="41278"/>
                    <a:pt x="54305" y="39488"/>
                    <a:pt x="54423" y="37620"/>
                  </a:cubicBezTo>
                  <a:cubicBezTo>
                    <a:pt x="54540" y="35765"/>
                    <a:pt x="53743" y="33858"/>
                    <a:pt x="52333" y="32643"/>
                  </a:cubicBezTo>
                  <a:cubicBezTo>
                    <a:pt x="53338" y="32029"/>
                    <a:pt x="53730" y="30566"/>
                    <a:pt x="53156" y="29534"/>
                  </a:cubicBezTo>
                  <a:cubicBezTo>
                    <a:pt x="54018" y="29037"/>
                    <a:pt x="54031" y="27679"/>
                    <a:pt x="53417" y="26882"/>
                  </a:cubicBezTo>
                  <a:cubicBezTo>
                    <a:pt x="52816" y="26085"/>
                    <a:pt x="51810" y="25693"/>
                    <a:pt x="50869" y="25353"/>
                  </a:cubicBezTo>
                  <a:cubicBezTo>
                    <a:pt x="53051" y="22806"/>
                    <a:pt x="54292" y="18939"/>
                    <a:pt x="52502" y="16117"/>
                  </a:cubicBezTo>
                  <a:cubicBezTo>
                    <a:pt x="51209" y="14066"/>
                    <a:pt x="48649" y="13126"/>
                    <a:pt x="46232" y="13087"/>
                  </a:cubicBezTo>
                  <a:cubicBezTo>
                    <a:pt x="46010" y="13074"/>
                    <a:pt x="45788" y="13074"/>
                    <a:pt x="45618" y="12943"/>
                  </a:cubicBezTo>
                  <a:cubicBezTo>
                    <a:pt x="45291" y="12695"/>
                    <a:pt x="45435" y="12172"/>
                    <a:pt x="45540" y="11767"/>
                  </a:cubicBezTo>
                  <a:cubicBezTo>
                    <a:pt x="45853" y="10696"/>
                    <a:pt x="45683" y="9481"/>
                    <a:pt x="44978" y="8632"/>
                  </a:cubicBezTo>
                  <a:cubicBezTo>
                    <a:pt x="44482" y="8035"/>
                    <a:pt x="43701" y="7670"/>
                    <a:pt x="42931" y="7670"/>
                  </a:cubicBezTo>
                  <a:cubicBezTo>
                    <a:pt x="42607" y="7670"/>
                    <a:pt x="42285" y="7735"/>
                    <a:pt x="41986" y="7874"/>
                  </a:cubicBezTo>
                  <a:cubicBezTo>
                    <a:pt x="42117" y="7247"/>
                    <a:pt x="42221" y="6516"/>
                    <a:pt x="41803" y="6006"/>
                  </a:cubicBezTo>
                  <a:cubicBezTo>
                    <a:pt x="41621" y="5784"/>
                    <a:pt x="41359" y="5641"/>
                    <a:pt x="41098" y="5510"/>
                  </a:cubicBezTo>
                  <a:cubicBezTo>
                    <a:pt x="40693" y="5301"/>
                    <a:pt x="40301" y="5079"/>
                    <a:pt x="39896" y="4870"/>
                  </a:cubicBezTo>
                  <a:cubicBezTo>
                    <a:pt x="39175" y="4492"/>
                    <a:pt x="38319" y="4126"/>
                    <a:pt x="37540" y="4126"/>
                  </a:cubicBezTo>
                  <a:cubicBezTo>
                    <a:pt x="37105" y="4126"/>
                    <a:pt x="36694" y="4240"/>
                    <a:pt x="36343" y="4530"/>
                  </a:cubicBezTo>
                  <a:cubicBezTo>
                    <a:pt x="35964" y="2636"/>
                    <a:pt x="34344" y="1173"/>
                    <a:pt x="32528" y="533"/>
                  </a:cubicBezTo>
                  <a:cubicBezTo>
                    <a:pt x="31429" y="137"/>
                    <a:pt x="30267" y="0"/>
                    <a:pt x="290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2" name="Google Shape;1352;p73"/>
            <p:cNvSpPr/>
            <p:nvPr/>
          </p:nvSpPr>
          <p:spPr>
            <a:xfrm>
              <a:off x="3613685" y="1321754"/>
              <a:ext cx="1550924" cy="1698531"/>
            </a:xfrm>
            <a:custGeom>
              <a:rect b="b" l="l" r="r" t="t"/>
              <a:pathLst>
                <a:path extrusionOk="0" h="93725" w="85580">
                  <a:moveTo>
                    <a:pt x="12698" y="1"/>
                  </a:moveTo>
                  <a:cubicBezTo>
                    <a:pt x="12228" y="954"/>
                    <a:pt x="11771" y="1921"/>
                    <a:pt x="11326" y="2875"/>
                  </a:cubicBezTo>
                  <a:cubicBezTo>
                    <a:pt x="8387" y="9132"/>
                    <a:pt x="5657" y="15494"/>
                    <a:pt x="3109" y="21921"/>
                  </a:cubicBezTo>
                  <a:cubicBezTo>
                    <a:pt x="1568" y="25840"/>
                    <a:pt x="66" y="29903"/>
                    <a:pt x="26" y="34122"/>
                  </a:cubicBezTo>
                  <a:cubicBezTo>
                    <a:pt x="0" y="38342"/>
                    <a:pt x="1686" y="42823"/>
                    <a:pt x="5278" y="45043"/>
                  </a:cubicBezTo>
                  <a:cubicBezTo>
                    <a:pt x="6868" y="46031"/>
                    <a:pt x="8725" y="46493"/>
                    <a:pt x="10601" y="46493"/>
                  </a:cubicBezTo>
                  <a:cubicBezTo>
                    <a:pt x="12346" y="46493"/>
                    <a:pt x="14109" y="46093"/>
                    <a:pt x="15690" y="45344"/>
                  </a:cubicBezTo>
                  <a:cubicBezTo>
                    <a:pt x="17087" y="44678"/>
                    <a:pt x="18354" y="43776"/>
                    <a:pt x="19465" y="42705"/>
                  </a:cubicBezTo>
                  <a:lnTo>
                    <a:pt x="19465" y="42705"/>
                  </a:lnTo>
                  <a:cubicBezTo>
                    <a:pt x="16186" y="58055"/>
                    <a:pt x="14161" y="73665"/>
                    <a:pt x="13403" y="89328"/>
                  </a:cubicBezTo>
                  <a:cubicBezTo>
                    <a:pt x="14772" y="90253"/>
                    <a:pt x="16925" y="91233"/>
                    <a:pt x="19963" y="91233"/>
                  </a:cubicBezTo>
                  <a:cubicBezTo>
                    <a:pt x="20230" y="91233"/>
                    <a:pt x="20504" y="91225"/>
                    <a:pt x="20784" y="91210"/>
                  </a:cubicBezTo>
                  <a:cubicBezTo>
                    <a:pt x="25126" y="90951"/>
                    <a:pt x="26618" y="89772"/>
                    <a:pt x="29495" y="89772"/>
                  </a:cubicBezTo>
                  <a:cubicBezTo>
                    <a:pt x="29526" y="89772"/>
                    <a:pt x="29557" y="89772"/>
                    <a:pt x="29589" y="89773"/>
                  </a:cubicBezTo>
                  <a:cubicBezTo>
                    <a:pt x="29576" y="83737"/>
                    <a:pt x="29733" y="77702"/>
                    <a:pt x="30072" y="71680"/>
                  </a:cubicBezTo>
                  <a:cubicBezTo>
                    <a:pt x="30765" y="59217"/>
                    <a:pt x="32228" y="46794"/>
                    <a:pt x="34436" y="34501"/>
                  </a:cubicBezTo>
                  <a:cubicBezTo>
                    <a:pt x="35990" y="25906"/>
                    <a:pt x="37910" y="17336"/>
                    <a:pt x="41216" y="9263"/>
                  </a:cubicBezTo>
                  <a:lnTo>
                    <a:pt x="41216" y="9263"/>
                  </a:lnTo>
                  <a:cubicBezTo>
                    <a:pt x="40295" y="9322"/>
                    <a:pt x="39364" y="9337"/>
                    <a:pt x="38428" y="9337"/>
                  </a:cubicBezTo>
                  <a:cubicBezTo>
                    <a:pt x="37917" y="9337"/>
                    <a:pt x="37404" y="9333"/>
                    <a:pt x="36892" y="9328"/>
                  </a:cubicBezTo>
                  <a:cubicBezTo>
                    <a:pt x="36397" y="9324"/>
                    <a:pt x="35904" y="9320"/>
                    <a:pt x="35412" y="9320"/>
                  </a:cubicBezTo>
                  <a:cubicBezTo>
                    <a:pt x="32676" y="9320"/>
                    <a:pt x="29978" y="9443"/>
                    <a:pt x="27421" y="10373"/>
                  </a:cubicBezTo>
                  <a:cubicBezTo>
                    <a:pt x="27277" y="10425"/>
                    <a:pt x="27120" y="10478"/>
                    <a:pt x="26976" y="10543"/>
                  </a:cubicBezTo>
                  <a:cubicBezTo>
                    <a:pt x="24168" y="11666"/>
                    <a:pt x="21829" y="13652"/>
                    <a:pt x="19700" y="15847"/>
                  </a:cubicBezTo>
                  <a:cubicBezTo>
                    <a:pt x="20301" y="12280"/>
                    <a:pt x="20823" y="8688"/>
                    <a:pt x="21281" y="5095"/>
                  </a:cubicBezTo>
                  <a:cubicBezTo>
                    <a:pt x="21411" y="4024"/>
                    <a:pt x="21542" y="2966"/>
                    <a:pt x="21660" y="1895"/>
                  </a:cubicBezTo>
                  <a:lnTo>
                    <a:pt x="21660" y="1895"/>
                  </a:lnTo>
                  <a:cubicBezTo>
                    <a:pt x="21466" y="1904"/>
                    <a:pt x="21272" y="1913"/>
                    <a:pt x="21073" y="1913"/>
                  </a:cubicBezTo>
                  <a:cubicBezTo>
                    <a:pt x="20991" y="1913"/>
                    <a:pt x="20908" y="1912"/>
                    <a:pt x="20823" y="1908"/>
                  </a:cubicBezTo>
                  <a:cubicBezTo>
                    <a:pt x="18433" y="1895"/>
                    <a:pt x="16003" y="1385"/>
                    <a:pt x="13704" y="445"/>
                  </a:cubicBezTo>
                  <a:cubicBezTo>
                    <a:pt x="13364" y="301"/>
                    <a:pt x="13025" y="158"/>
                    <a:pt x="12698" y="1"/>
                  </a:cubicBezTo>
                  <a:close/>
                  <a:moveTo>
                    <a:pt x="61934" y="12934"/>
                  </a:moveTo>
                  <a:cubicBezTo>
                    <a:pt x="60994" y="32986"/>
                    <a:pt x="60040" y="53025"/>
                    <a:pt x="59099" y="73077"/>
                  </a:cubicBezTo>
                  <a:cubicBezTo>
                    <a:pt x="58773" y="79949"/>
                    <a:pt x="58459" y="86820"/>
                    <a:pt x="58133" y="93705"/>
                  </a:cubicBezTo>
                  <a:cubicBezTo>
                    <a:pt x="58845" y="93718"/>
                    <a:pt x="59524" y="93724"/>
                    <a:pt x="60166" y="93724"/>
                  </a:cubicBezTo>
                  <a:cubicBezTo>
                    <a:pt x="60807" y="93724"/>
                    <a:pt x="61412" y="93718"/>
                    <a:pt x="61973" y="93705"/>
                  </a:cubicBezTo>
                  <a:cubicBezTo>
                    <a:pt x="67342" y="93535"/>
                    <a:pt x="76461" y="92464"/>
                    <a:pt x="80040" y="92019"/>
                  </a:cubicBezTo>
                  <a:cubicBezTo>
                    <a:pt x="79113" y="84469"/>
                    <a:pt x="78068" y="76944"/>
                    <a:pt x="76879" y="69433"/>
                  </a:cubicBezTo>
                  <a:cubicBezTo>
                    <a:pt x="79426" y="64861"/>
                    <a:pt x="82052" y="60066"/>
                    <a:pt x="83737" y="55194"/>
                  </a:cubicBezTo>
                  <a:cubicBezTo>
                    <a:pt x="84808" y="52058"/>
                    <a:pt x="85579" y="48753"/>
                    <a:pt x="85396" y="45448"/>
                  </a:cubicBezTo>
                  <a:cubicBezTo>
                    <a:pt x="85252" y="42862"/>
                    <a:pt x="84534" y="40341"/>
                    <a:pt x="83750" y="37872"/>
                  </a:cubicBezTo>
                  <a:cubicBezTo>
                    <a:pt x="82797" y="34841"/>
                    <a:pt x="81738" y="31849"/>
                    <a:pt x="80576" y="28897"/>
                  </a:cubicBezTo>
                  <a:cubicBezTo>
                    <a:pt x="79073" y="25083"/>
                    <a:pt x="77297" y="21177"/>
                    <a:pt x="74109" y="18603"/>
                  </a:cubicBezTo>
                  <a:cubicBezTo>
                    <a:pt x="72986" y="17689"/>
                    <a:pt x="71745" y="16996"/>
                    <a:pt x="70438" y="16395"/>
                  </a:cubicBezTo>
                  <a:cubicBezTo>
                    <a:pt x="67721" y="15141"/>
                    <a:pt x="64743" y="14331"/>
                    <a:pt x="62052" y="12999"/>
                  </a:cubicBezTo>
                  <a:cubicBezTo>
                    <a:pt x="62013" y="12973"/>
                    <a:pt x="61973" y="12960"/>
                    <a:pt x="61934" y="129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3" name="Google Shape;1353;p73"/>
            <p:cNvSpPr/>
            <p:nvPr/>
          </p:nvSpPr>
          <p:spPr>
            <a:xfrm>
              <a:off x="4158665" y="1488663"/>
              <a:ext cx="577437" cy="1164878"/>
            </a:xfrm>
            <a:custGeom>
              <a:rect b="b" l="l" r="r" t="t"/>
              <a:pathLst>
                <a:path extrusionOk="0" h="64278" w="31863">
                  <a:moveTo>
                    <a:pt x="11705" y="0"/>
                  </a:moveTo>
                  <a:cubicBezTo>
                    <a:pt x="11548" y="27"/>
                    <a:pt x="11392" y="40"/>
                    <a:pt x="11235" y="40"/>
                  </a:cubicBezTo>
                  <a:cubicBezTo>
                    <a:pt x="11209" y="53"/>
                    <a:pt x="11170" y="53"/>
                    <a:pt x="11144" y="53"/>
                  </a:cubicBezTo>
                  <a:cubicBezTo>
                    <a:pt x="7838" y="8126"/>
                    <a:pt x="5918" y="16696"/>
                    <a:pt x="4364" y="25291"/>
                  </a:cubicBezTo>
                  <a:cubicBezTo>
                    <a:pt x="2156" y="37584"/>
                    <a:pt x="693" y="50007"/>
                    <a:pt x="0" y="62470"/>
                  </a:cubicBezTo>
                  <a:cubicBezTo>
                    <a:pt x="6472" y="63674"/>
                    <a:pt x="13058" y="64278"/>
                    <a:pt x="19644" y="64278"/>
                  </a:cubicBezTo>
                  <a:cubicBezTo>
                    <a:pt x="22776" y="64278"/>
                    <a:pt x="25908" y="64141"/>
                    <a:pt x="29027" y="63867"/>
                  </a:cubicBezTo>
                  <a:cubicBezTo>
                    <a:pt x="29968" y="43815"/>
                    <a:pt x="30922" y="23776"/>
                    <a:pt x="31862" y="3724"/>
                  </a:cubicBezTo>
                  <a:cubicBezTo>
                    <a:pt x="31392" y="3488"/>
                    <a:pt x="30922" y="3214"/>
                    <a:pt x="30543" y="2848"/>
                  </a:cubicBezTo>
                  <a:cubicBezTo>
                    <a:pt x="29628" y="4129"/>
                    <a:pt x="28244" y="5069"/>
                    <a:pt x="26741" y="5592"/>
                  </a:cubicBezTo>
                  <a:cubicBezTo>
                    <a:pt x="25467" y="6040"/>
                    <a:pt x="24116" y="6204"/>
                    <a:pt x="22760" y="6204"/>
                  </a:cubicBezTo>
                  <a:cubicBezTo>
                    <a:pt x="22100" y="6204"/>
                    <a:pt x="21439" y="6165"/>
                    <a:pt x="20784" y="6101"/>
                  </a:cubicBezTo>
                  <a:cubicBezTo>
                    <a:pt x="18707" y="5905"/>
                    <a:pt x="16630" y="5435"/>
                    <a:pt x="14867" y="4324"/>
                  </a:cubicBezTo>
                  <a:cubicBezTo>
                    <a:pt x="13325" y="3345"/>
                    <a:pt x="12071" y="1777"/>
                    <a:pt x="1170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4" name="Google Shape;1354;p73"/>
            <p:cNvSpPr/>
            <p:nvPr/>
          </p:nvSpPr>
          <p:spPr>
            <a:xfrm>
              <a:off x="3822257" y="922497"/>
              <a:ext cx="1012558" cy="678615"/>
            </a:xfrm>
            <a:custGeom>
              <a:rect b="b" l="l" r="r" t="t"/>
              <a:pathLst>
                <a:path extrusionOk="0" h="37446" w="55873">
                  <a:moveTo>
                    <a:pt x="10357" y="2896"/>
                  </a:moveTo>
                  <a:cubicBezTo>
                    <a:pt x="10336" y="2896"/>
                    <a:pt x="10315" y="2899"/>
                    <a:pt x="10294" y="2907"/>
                  </a:cubicBezTo>
                  <a:cubicBezTo>
                    <a:pt x="10203" y="2946"/>
                    <a:pt x="10151" y="3038"/>
                    <a:pt x="10111" y="3116"/>
                  </a:cubicBezTo>
                  <a:cubicBezTo>
                    <a:pt x="9811" y="3756"/>
                    <a:pt x="9680" y="4475"/>
                    <a:pt x="9576" y="5180"/>
                  </a:cubicBezTo>
                  <a:cubicBezTo>
                    <a:pt x="9419" y="6277"/>
                    <a:pt x="9328" y="7375"/>
                    <a:pt x="9249" y="8472"/>
                  </a:cubicBezTo>
                  <a:cubicBezTo>
                    <a:pt x="9158" y="9622"/>
                    <a:pt x="9092" y="10771"/>
                    <a:pt x="9027" y="11921"/>
                  </a:cubicBezTo>
                  <a:cubicBezTo>
                    <a:pt x="8857" y="11372"/>
                    <a:pt x="8583" y="10797"/>
                    <a:pt x="8047" y="10575"/>
                  </a:cubicBezTo>
                  <a:cubicBezTo>
                    <a:pt x="7873" y="10505"/>
                    <a:pt x="7676" y="10482"/>
                    <a:pt x="7478" y="10482"/>
                  </a:cubicBezTo>
                  <a:cubicBezTo>
                    <a:pt x="7380" y="10482"/>
                    <a:pt x="7281" y="10488"/>
                    <a:pt x="7185" y="10497"/>
                  </a:cubicBezTo>
                  <a:cubicBezTo>
                    <a:pt x="6676" y="10549"/>
                    <a:pt x="6179" y="10680"/>
                    <a:pt x="5709" y="10889"/>
                  </a:cubicBezTo>
                  <a:cubicBezTo>
                    <a:pt x="5348" y="10855"/>
                    <a:pt x="4976" y="10827"/>
                    <a:pt x="4608" y="10827"/>
                  </a:cubicBezTo>
                  <a:cubicBezTo>
                    <a:pt x="3819" y="10827"/>
                    <a:pt x="3049" y="10956"/>
                    <a:pt x="2443" y="11437"/>
                  </a:cubicBezTo>
                  <a:cubicBezTo>
                    <a:pt x="2143" y="11686"/>
                    <a:pt x="1907" y="11999"/>
                    <a:pt x="1607" y="12234"/>
                  </a:cubicBezTo>
                  <a:cubicBezTo>
                    <a:pt x="1359" y="12417"/>
                    <a:pt x="1071" y="12548"/>
                    <a:pt x="849" y="12770"/>
                  </a:cubicBezTo>
                  <a:cubicBezTo>
                    <a:pt x="523" y="13083"/>
                    <a:pt x="405" y="13554"/>
                    <a:pt x="340" y="14011"/>
                  </a:cubicBezTo>
                  <a:cubicBezTo>
                    <a:pt x="0" y="16898"/>
                    <a:pt x="2143" y="19615"/>
                    <a:pt x="2195" y="22476"/>
                  </a:cubicBezTo>
                  <a:cubicBezTo>
                    <a:pt x="4494" y="23416"/>
                    <a:pt x="6924" y="23926"/>
                    <a:pt x="9314" y="23939"/>
                  </a:cubicBezTo>
                  <a:cubicBezTo>
                    <a:pt x="10660" y="21797"/>
                    <a:pt x="11614" y="19432"/>
                    <a:pt x="13038" y="17342"/>
                  </a:cubicBezTo>
                  <a:cubicBezTo>
                    <a:pt x="13769" y="16258"/>
                    <a:pt x="14631" y="15252"/>
                    <a:pt x="15206" y="14076"/>
                  </a:cubicBezTo>
                  <a:cubicBezTo>
                    <a:pt x="15441" y="13606"/>
                    <a:pt x="15637" y="13109"/>
                    <a:pt x="15768" y="12600"/>
                  </a:cubicBezTo>
                  <a:cubicBezTo>
                    <a:pt x="15781" y="12548"/>
                    <a:pt x="15794" y="12495"/>
                    <a:pt x="15781" y="12443"/>
                  </a:cubicBezTo>
                  <a:cubicBezTo>
                    <a:pt x="15750" y="12369"/>
                    <a:pt x="15684" y="12342"/>
                    <a:pt x="15609" y="12342"/>
                  </a:cubicBezTo>
                  <a:cubicBezTo>
                    <a:pt x="15526" y="12342"/>
                    <a:pt x="15432" y="12376"/>
                    <a:pt x="15363" y="12417"/>
                  </a:cubicBezTo>
                  <a:cubicBezTo>
                    <a:pt x="14344" y="13018"/>
                    <a:pt x="13325" y="13619"/>
                    <a:pt x="12437" y="14390"/>
                  </a:cubicBezTo>
                  <a:cubicBezTo>
                    <a:pt x="12123" y="14664"/>
                    <a:pt x="11823" y="14964"/>
                    <a:pt x="11561" y="15304"/>
                  </a:cubicBezTo>
                  <a:cubicBezTo>
                    <a:pt x="11992" y="11646"/>
                    <a:pt x="11823" y="7923"/>
                    <a:pt x="11065" y="4318"/>
                  </a:cubicBezTo>
                  <a:cubicBezTo>
                    <a:pt x="10987" y="3913"/>
                    <a:pt x="10895" y="3495"/>
                    <a:pt x="10673" y="3142"/>
                  </a:cubicBezTo>
                  <a:cubicBezTo>
                    <a:pt x="10606" y="3019"/>
                    <a:pt x="10481" y="2896"/>
                    <a:pt x="10357" y="2896"/>
                  </a:cubicBezTo>
                  <a:close/>
                  <a:moveTo>
                    <a:pt x="44563" y="0"/>
                  </a:moveTo>
                  <a:cubicBezTo>
                    <a:pt x="44110" y="0"/>
                    <a:pt x="43588" y="293"/>
                    <a:pt x="43279" y="660"/>
                  </a:cubicBezTo>
                  <a:cubicBezTo>
                    <a:pt x="42783" y="1248"/>
                    <a:pt x="42391" y="2019"/>
                    <a:pt x="41660" y="2201"/>
                  </a:cubicBezTo>
                  <a:cubicBezTo>
                    <a:pt x="41555" y="2227"/>
                    <a:pt x="41451" y="2239"/>
                    <a:pt x="41348" y="2239"/>
                  </a:cubicBezTo>
                  <a:cubicBezTo>
                    <a:pt x="40823" y="2239"/>
                    <a:pt x="40320" y="1935"/>
                    <a:pt x="39818" y="1640"/>
                  </a:cubicBezTo>
                  <a:cubicBezTo>
                    <a:pt x="39316" y="1330"/>
                    <a:pt x="38814" y="1029"/>
                    <a:pt x="38299" y="1029"/>
                  </a:cubicBezTo>
                  <a:cubicBezTo>
                    <a:pt x="38183" y="1029"/>
                    <a:pt x="38067" y="1045"/>
                    <a:pt x="37950" y="1078"/>
                  </a:cubicBezTo>
                  <a:cubicBezTo>
                    <a:pt x="37237" y="1275"/>
                    <a:pt x="36720" y="2107"/>
                    <a:pt x="36009" y="2107"/>
                  </a:cubicBezTo>
                  <a:cubicBezTo>
                    <a:pt x="35964" y="2107"/>
                    <a:pt x="35919" y="2104"/>
                    <a:pt x="35872" y="2097"/>
                  </a:cubicBezTo>
                  <a:cubicBezTo>
                    <a:pt x="35128" y="1992"/>
                    <a:pt x="34827" y="987"/>
                    <a:pt x="34122" y="751"/>
                  </a:cubicBezTo>
                  <a:cubicBezTo>
                    <a:pt x="34009" y="714"/>
                    <a:pt x="33898" y="697"/>
                    <a:pt x="33789" y="697"/>
                  </a:cubicBezTo>
                  <a:cubicBezTo>
                    <a:pt x="33036" y="697"/>
                    <a:pt x="32390" y="1523"/>
                    <a:pt x="31705" y="1979"/>
                  </a:cubicBezTo>
                  <a:cubicBezTo>
                    <a:pt x="31278" y="2259"/>
                    <a:pt x="30769" y="2400"/>
                    <a:pt x="30261" y="2400"/>
                  </a:cubicBezTo>
                  <a:cubicBezTo>
                    <a:pt x="29914" y="2400"/>
                    <a:pt x="29567" y="2334"/>
                    <a:pt x="29249" y="2201"/>
                  </a:cubicBezTo>
                  <a:cubicBezTo>
                    <a:pt x="27852" y="5990"/>
                    <a:pt x="26898" y="9935"/>
                    <a:pt x="26428" y="13945"/>
                  </a:cubicBezTo>
                  <a:cubicBezTo>
                    <a:pt x="26166" y="16049"/>
                    <a:pt x="26062" y="18230"/>
                    <a:pt x="26728" y="20242"/>
                  </a:cubicBezTo>
                  <a:cubicBezTo>
                    <a:pt x="27825" y="23482"/>
                    <a:pt x="30921" y="25729"/>
                    <a:pt x="34305" y="26369"/>
                  </a:cubicBezTo>
                  <a:cubicBezTo>
                    <a:pt x="34031" y="27335"/>
                    <a:pt x="33665" y="28263"/>
                    <a:pt x="33194" y="29138"/>
                  </a:cubicBezTo>
                  <a:cubicBezTo>
                    <a:pt x="32881" y="29752"/>
                    <a:pt x="32489" y="30366"/>
                    <a:pt x="31914" y="30745"/>
                  </a:cubicBezTo>
                  <a:cubicBezTo>
                    <a:pt x="31431" y="31059"/>
                    <a:pt x="30843" y="31189"/>
                    <a:pt x="30268" y="31241"/>
                  </a:cubicBezTo>
                  <a:cubicBezTo>
                    <a:pt x="30634" y="33018"/>
                    <a:pt x="31888" y="34586"/>
                    <a:pt x="33430" y="35565"/>
                  </a:cubicBezTo>
                  <a:cubicBezTo>
                    <a:pt x="35193" y="36676"/>
                    <a:pt x="37270" y="37146"/>
                    <a:pt x="39347" y="37342"/>
                  </a:cubicBezTo>
                  <a:cubicBezTo>
                    <a:pt x="40002" y="37406"/>
                    <a:pt x="40663" y="37445"/>
                    <a:pt x="41323" y="37445"/>
                  </a:cubicBezTo>
                  <a:cubicBezTo>
                    <a:pt x="42679" y="37445"/>
                    <a:pt x="44030" y="37281"/>
                    <a:pt x="45304" y="36833"/>
                  </a:cubicBezTo>
                  <a:cubicBezTo>
                    <a:pt x="46807" y="36310"/>
                    <a:pt x="48191" y="35370"/>
                    <a:pt x="49106" y="34089"/>
                  </a:cubicBezTo>
                  <a:cubicBezTo>
                    <a:pt x="48962" y="33946"/>
                    <a:pt x="48831" y="33802"/>
                    <a:pt x="48714" y="33632"/>
                  </a:cubicBezTo>
                  <a:cubicBezTo>
                    <a:pt x="48322" y="33044"/>
                    <a:pt x="48204" y="32313"/>
                    <a:pt x="48126" y="31620"/>
                  </a:cubicBezTo>
                  <a:cubicBezTo>
                    <a:pt x="47643" y="27597"/>
                    <a:pt x="48100" y="23469"/>
                    <a:pt x="49419" y="19641"/>
                  </a:cubicBezTo>
                  <a:cubicBezTo>
                    <a:pt x="49581" y="19651"/>
                    <a:pt x="49744" y="19656"/>
                    <a:pt x="49907" y="19656"/>
                  </a:cubicBezTo>
                  <a:cubicBezTo>
                    <a:pt x="51698" y="19656"/>
                    <a:pt x="53556" y="19057"/>
                    <a:pt x="54658" y="17669"/>
                  </a:cubicBezTo>
                  <a:cubicBezTo>
                    <a:pt x="55873" y="16140"/>
                    <a:pt x="55781" y="13580"/>
                    <a:pt x="54161" y="12509"/>
                  </a:cubicBezTo>
                  <a:cubicBezTo>
                    <a:pt x="53624" y="12160"/>
                    <a:pt x="53028" y="12012"/>
                    <a:pt x="52414" y="12012"/>
                  </a:cubicBezTo>
                  <a:cubicBezTo>
                    <a:pt x="51668" y="12012"/>
                    <a:pt x="50894" y="12230"/>
                    <a:pt x="50164" y="12574"/>
                  </a:cubicBezTo>
                  <a:lnTo>
                    <a:pt x="50072" y="12365"/>
                  </a:lnTo>
                  <a:cubicBezTo>
                    <a:pt x="49158" y="11738"/>
                    <a:pt x="49014" y="10262"/>
                    <a:pt x="49759" y="9452"/>
                  </a:cubicBezTo>
                  <a:cubicBezTo>
                    <a:pt x="49968" y="9230"/>
                    <a:pt x="50255" y="9021"/>
                    <a:pt x="50255" y="8720"/>
                  </a:cubicBezTo>
                  <a:cubicBezTo>
                    <a:pt x="50242" y="8263"/>
                    <a:pt x="49667" y="8093"/>
                    <a:pt x="49249" y="7910"/>
                  </a:cubicBezTo>
                  <a:cubicBezTo>
                    <a:pt x="48374" y="7531"/>
                    <a:pt x="47891" y="6539"/>
                    <a:pt x="47865" y="5585"/>
                  </a:cubicBezTo>
                  <a:cubicBezTo>
                    <a:pt x="47826" y="4631"/>
                    <a:pt x="48178" y="3717"/>
                    <a:pt x="48609" y="2855"/>
                  </a:cubicBezTo>
                  <a:lnTo>
                    <a:pt x="48609" y="2855"/>
                  </a:lnTo>
                  <a:cubicBezTo>
                    <a:pt x="48351" y="2965"/>
                    <a:pt x="48078" y="3016"/>
                    <a:pt x="47804" y="3016"/>
                  </a:cubicBezTo>
                  <a:cubicBezTo>
                    <a:pt x="46746" y="3016"/>
                    <a:pt x="45679" y="2254"/>
                    <a:pt x="45461" y="1196"/>
                  </a:cubicBezTo>
                  <a:cubicBezTo>
                    <a:pt x="45396" y="895"/>
                    <a:pt x="45396" y="569"/>
                    <a:pt x="45213" y="320"/>
                  </a:cubicBezTo>
                  <a:cubicBezTo>
                    <a:pt x="45052" y="94"/>
                    <a:pt x="44819" y="0"/>
                    <a:pt x="44563" y="0"/>
                  </a:cubicBezTo>
                  <a:close/>
                </a:path>
              </a:pathLst>
            </a:custGeom>
            <a:solidFill>
              <a:srgbClr val="783F0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5" name="Google Shape;1355;p73"/>
            <p:cNvSpPr/>
            <p:nvPr/>
          </p:nvSpPr>
          <p:spPr>
            <a:xfrm>
              <a:off x="4439908" y="1222099"/>
              <a:ext cx="113429" cy="60801"/>
            </a:xfrm>
            <a:custGeom>
              <a:rect b="b" l="l" r="r" t="t"/>
              <a:pathLst>
                <a:path extrusionOk="0" h="3355" w="6259">
                  <a:moveTo>
                    <a:pt x="6258" y="0"/>
                  </a:moveTo>
                  <a:lnTo>
                    <a:pt x="6258" y="0"/>
                  </a:lnTo>
                  <a:cubicBezTo>
                    <a:pt x="4919" y="602"/>
                    <a:pt x="3450" y="908"/>
                    <a:pt x="1983" y="908"/>
                  </a:cubicBezTo>
                  <a:cubicBezTo>
                    <a:pt x="1318" y="908"/>
                    <a:pt x="653" y="845"/>
                    <a:pt x="1" y="719"/>
                  </a:cubicBezTo>
                  <a:lnTo>
                    <a:pt x="1" y="719"/>
                  </a:lnTo>
                  <a:cubicBezTo>
                    <a:pt x="1" y="1855"/>
                    <a:pt x="772" y="2809"/>
                    <a:pt x="1764" y="3174"/>
                  </a:cubicBezTo>
                  <a:cubicBezTo>
                    <a:pt x="2095" y="3296"/>
                    <a:pt x="2445" y="3354"/>
                    <a:pt x="2796" y="3354"/>
                  </a:cubicBezTo>
                  <a:cubicBezTo>
                    <a:pt x="3497" y="3354"/>
                    <a:pt x="4203" y="3122"/>
                    <a:pt x="4769" y="2704"/>
                  </a:cubicBezTo>
                  <a:cubicBezTo>
                    <a:pt x="5618" y="2064"/>
                    <a:pt x="6154" y="1058"/>
                    <a:pt x="625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6" name="Google Shape;1356;p73"/>
            <p:cNvSpPr/>
            <p:nvPr/>
          </p:nvSpPr>
          <p:spPr>
            <a:xfrm>
              <a:off x="3816802" y="1136560"/>
              <a:ext cx="1076259" cy="1344780"/>
            </a:xfrm>
            <a:custGeom>
              <a:rect b="b" l="l" r="r" t="t"/>
              <a:pathLst>
                <a:path extrusionOk="0" h="74205" w="59388">
                  <a:moveTo>
                    <a:pt x="35893" y="174"/>
                  </a:moveTo>
                  <a:cubicBezTo>
                    <a:pt x="35853" y="174"/>
                    <a:pt x="35812" y="191"/>
                    <a:pt x="35795" y="226"/>
                  </a:cubicBezTo>
                  <a:cubicBezTo>
                    <a:pt x="35259" y="1101"/>
                    <a:pt x="34527" y="1872"/>
                    <a:pt x="33678" y="2460"/>
                  </a:cubicBezTo>
                  <a:cubicBezTo>
                    <a:pt x="33626" y="2499"/>
                    <a:pt x="33613" y="2565"/>
                    <a:pt x="33652" y="2604"/>
                  </a:cubicBezTo>
                  <a:cubicBezTo>
                    <a:pt x="33874" y="2970"/>
                    <a:pt x="34136" y="3322"/>
                    <a:pt x="34436" y="3623"/>
                  </a:cubicBezTo>
                  <a:cubicBezTo>
                    <a:pt x="34449" y="3649"/>
                    <a:pt x="34475" y="3662"/>
                    <a:pt x="34514" y="3662"/>
                  </a:cubicBezTo>
                  <a:cubicBezTo>
                    <a:pt x="34541" y="3662"/>
                    <a:pt x="34567" y="3649"/>
                    <a:pt x="34580" y="3636"/>
                  </a:cubicBezTo>
                  <a:cubicBezTo>
                    <a:pt x="34632" y="3597"/>
                    <a:pt x="34632" y="3518"/>
                    <a:pt x="34593" y="3479"/>
                  </a:cubicBezTo>
                  <a:cubicBezTo>
                    <a:pt x="34332" y="3205"/>
                    <a:pt x="34096" y="2904"/>
                    <a:pt x="33887" y="2578"/>
                  </a:cubicBezTo>
                  <a:cubicBezTo>
                    <a:pt x="34723" y="1990"/>
                    <a:pt x="35442" y="1219"/>
                    <a:pt x="35978" y="344"/>
                  </a:cubicBezTo>
                  <a:cubicBezTo>
                    <a:pt x="36017" y="292"/>
                    <a:pt x="35991" y="226"/>
                    <a:pt x="35951" y="187"/>
                  </a:cubicBezTo>
                  <a:cubicBezTo>
                    <a:pt x="35934" y="178"/>
                    <a:pt x="35914" y="174"/>
                    <a:pt x="35893" y="174"/>
                  </a:cubicBezTo>
                  <a:close/>
                  <a:moveTo>
                    <a:pt x="9321" y="1"/>
                  </a:moveTo>
                  <a:cubicBezTo>
                    <a:pt x="9311" y="1"/>
                    <a:pt x="9300" y="2"/>
                    <a:pt x="9289" y="4"/>
                  </a:cubicBezTo>
                  <a:cubicBezTo>
                    <a:pt x="9237" y="30"/>
                    <a:pt x="9211" y="83"/>
                    <a:pt x="9224" y="148"/>
                  </a:cubicBezTo>
                  <a:lnTo>
                    <a:pt x="9263" y="265"/>
                  </a:lnTo>
                  <a:cubicBezTo>
                    <a:pt x="9759" y="2003"/>
                    <a:pt x="9824" y="3858"/>
                    <a:pt x="9485" y="5621"/>
                  </a:cubicBezTo>
                  <a:cubicBezTo>
                    <a:pt x="9446" y="5830"/>
                    <a:pt x="9393" y="6013"/>
                    <a:pt x="9289" y="6170"/>
                  </a:cubicBezTo>
                  <a:cubicBezTo>
                    <a:pt x="9210" y="6272"/>
                    <a:pt x="9072" y="6374"/>
                    <a:pt x="8926" y="6374"/>
                  </a:cubicBezTo>
                  <a:cubicBezTo>
                    <a:pt x="8903" y="6374"/>
                    <a:pt x="8881" y="6371"/>
                    <a:pt x="8858" y="6366"/>
                  </a:cubicBezTo>
                  <a:cubicBezTo>
                    <a:pt x="8662" y="6327"/>
                    <a:pt x="8544" y="6092"/>
                    <a:pt x="8479" y="5674"/>
                  </a:cubicBezTo>
                  <a:lnTo>
                    <a:pt x="8126" y="3113"/>
                  </a:lnTo>
                  <a:lnTo>
                    <a:pt x="8126" y="2839"/>
                  </a:lnTo>
                  <a:cubicBezTo>
                    <a:pt x="8126" y="2800"/>
                    <a:pt x="8100" y="2774"/>
                    <a:pt x="8087" y="2761"/>
                  </a:cubicBezTo>
                  <a:lnTo>
                    <a:pt x="7852" y="1075"/>
                  </a:lnTo>
                  <a:cubicBezTo>
                    <a:pt x="7841" y="1018"/>
                    <a:pt x="7799" y="981"/>
                    <a:pt x="7746" y="981"/>
                  </a:cubicBezTo>
                  <a:cubicBezTo>
                    <a:pt x="7738" y="981"/>
                    <a:pt x="7730" y="982"/>
                    <a:pt x="7721" y="984"/>
                  </a:cubicBezTo>
                  <a:cubicBezTo>
                    <a:pt x="7669" y="984"/>
                    <a:pt x="7630" y="1036"/>
                    <a:pt x="7630" y="1101"/>
                  </a:cubicBezTo>
                  <a:lnTo>
                    <a:pt x="7917" y="3139"/>
                  </a:lnTo>
                  <a:cubicBezTo>
                    <a:pt x="7930" y="3923"/>
                    <a:pt x="7943" y="4759"/>
                    <a:pt x="7708" y="5530"/>
                  </a:cubicBezTo>
                  <a:cubicBezTo>
                    <a:pt x="7591" y="5935"/>
                    <a:pt x="7421" y="6209"/>
                    <a:pt x="7212" y="6392"/>
                  </a:cubicBezTo>
                  <a:cubicBezTo>
                    <a:pt x="7134" y="6452"/>
                    <a:pt x="7034" y="6496"/>
                    <a:pt x="6952" y="6496"/>
                  </a:cubicBezTo>
                  <a:cubicBezTo>
                    <a:pt x="6910" y="6496"/>
                    <a:pt x="6873" y="6484"/>
                    <a:pt x="6846" y="6457"/>
                  </a:cubicBezTo>
                  <a:cubicBezTo>
                    <a:pt x="6807" y="6418"/>
                    <a:pt x="6794" y="6366"/>
                    <a:pt x="6768" y="6301"/>
                  </a:cubicBezTo>
                  <a:lnTo>
                    <a:pt x="5252" y="1859"/>
                  </a:lnTo>
                  <a:cubicBezTo>
                    <a:pt x="5232" y="1818"/>
                    <a:pt x="5196" y="1786"/>
                    <a:pt x="5150" y="1786"/>
                  </a:cubicBezTo>
                  <a:cubicBezTo>
                    <a:pt x="5137" y="1786"/>
                    <a:pt x="5123" y="1788"/>
                    <a:pt x="5109" y="1794"/>
                  </a:cubicBezTo>
                  <a:cubicBezTo>
                    <a:pt x="5056" y="1807"/>
                    <a:pt x="5030" y="1872"/>
                    <a:pt x="5043" y="1924"/>
                  </a:cubicBezTo>
                  <a:lnTo>
                    <a:pt x="5318" y="2721"/>
                  </a:lnTo>
                  <a:cubicBezTo>
                    <a:pt x="5291" y="2747"/>
                    <a:pt x="5291" y="2774"/>
                    <a:pt x="5291" y="2813"/>
                  </a:cubicBezTo>
                  <a:cubicBezTo>
                    <a:pt x="5540" y="3636"/>
                    <a:pt x="5657" y="4511"/>
                    <a:pt x="5644" y="5386"/>
                  </a:cubicBezTo>
                  <a:cubicBezTo>
                    <a:pt x="5644" y="5817"/>
                    <a:pt x="5605" y="6353"/>
                    <a:pt x="5357" y="6797"/>
                  </a:cubicBezTo>
                  <a:cubicBezTo>
                    <a:pt x="5311" y="6866"/>
                    <a:pt x="5276" y="6904"/>
                    <a:pt x="5250" y="6904"/>
                  </a:cubicBezTo>
                  <a:cubicBezTo>
                    <a:pt x="5246" y="6904"/>
                    <a:pt x="5243" y="6903"/>
                    <a:pt x="5239" y="6902"/>
                  </a:cubicBezTo>
                  <a:cubicBezTo>
                    <a:pt x="5226" y="6902"/>
                    <a:pt x="5213" y="6876"/>
                    <a:pt x="5200" y="6849"/>
                  </a:cubicBezTo>
                  <a:cubicBezTo>
                    <a:pt x="4259" y="5608"/>
                    <a:pt x="3567" y="4145"/>
                    <a:pt x="3201" y="2617"/>
                  </a:cubicBezTo>
                  <a:cubicBezTo>
                    <a:pt x="3190" y="2562"/>
                    <a:pt x="3143" y="2535"/>
                    <a:pt x="3098" y="2535"/>
                  </a:cubicBezTo>
                  <a:cubicBezTo>
                    <a:pt x="3088" y="2535"/>
                    <a:pt x="3079" y="2536"/>
                    <a:pt x="3071" y="2538"/>
                  </a:cubicBezTo>
                  <a:cubicBezTo>
                    <a:pt x="3005" y="2552"/>
                    <a:pt x="2966" y="2604"/>
                    <a:pt x="2979" y="2669"/>
                  </a:cubicBezTo>
                  <a:cubicBezTo>
                    <a:pt x="3358" y="4224"/>
                    <a:pt x="4064" y="5713"/>
                    <a:pt x="5030" y="6993"/>
                  </a:cubicBezTo>
                  <a:cubicBezTo>
                    <a:pt x="5056" y="7032"/>
                    <a:pt x="5096" y="7085"/>
                    <a:pt x="5161" y="7111"/>
                  </a:cubicBezTo>
                  <a:cubicBezTo>
                    <a:pt x="5187" y="7111"/>
                    <a:pt x="5213" y="7124"/>
                    <a:pt x="5252" y="7124"/>
                  </a:cubicBezTo>
                  <a:cubicBezTo>
                    <a:pt x="5357" y="7124"/>
                    <a:pt x="5461" y="7045"/>
                    <a:pt x="5540" y="6902"/>
                  </a:cubicBezTo>
                  <a:cubicBezTo>
                    <a:pt x="5814" y="6418"/>
                    <a:pt x="5853" y="5844"/>
                    <a:pt x="5866" y="5399"/>
                  </a:cubicBezTo>
                  <a:cubicBezTo>
                    <a:pt x="5866" y="4955"/>
                    <a:pt x="5840" y="4524"/>
                    <a:pt x="5788" y="4093"/>
                  </a:cubicBezTo>
                  <a:lnTo>
                    <a:pt x="5788" y="4093"/>
                  </a:lnTo>
                  <a:lnTo>
                    <a:pt x="6559" y="6366"/>
                  </a:lnTo>
                  <a:cubicBezTo>
                    <a:pt x="6585" y="6444"/>
                    <a:pt x="6624" y="6536"/>
                    <a:pt x="6689" y="6614"/>
                  </a:cubicBezTo>
                  <a:cubicBezTo>
                    <a:pt x="6768" y="6680"/>
                    <a:pt x="6859" y="6706"/>
                    <a:pt x="6951" y="6706"/>
                  </a:cubicBezTo>
                  <a:cubicBezTo>
                    <a:pt x="7081" y="6706"/>
                    <a:pt x="7238" y="6640"/>
                    <a:pt x="7342" y="6562"/>
                  </a:cubicBezTo>
                  <a:cubicBezTo>
                    <a:pt x="7591" y="6353"/>
                    <a:pt x="7787" y="6039"/>
                    <a:pt x="7917" y="5595"/>
                  </a:cubicBezTo>
                  <a:cubicBezTo>
                    <a:pt x="8022" y="5256"/>
                    <a:pt x="8074" y="4890"/>
                    <a:pt x="8113" y="4537"/>
                  </a:cubicBezTo>
                  <a:lnTo>
                    <a:pt x="8270" y="5713"/>
                  </a:lnTo>
                  <a:cubicBezTo>
                    <a:pt x="8296" y="5896"/>
                    <a:pt x="8374" y="6471"/>
                    <a:pt x="8806" y="6575"/>
                  </a:cubicBezTo>
                  <a:cubicBezTo>
                    <a:pt x="8858" y="6588"/>
                    <a:pt x="8897" y="6601"/>
                    <a:pt x="8936" y="6601"/>
                  </a:cubicBezTo>
                  <a:cubicBezTo>
                    <a:pt x="9158" y="6601"/>
                    <a:pt x="9354" y="6457"/>
                    <a:pt x="9472" y="6301"/>
                  </a:cubicBezTo>
                  <a:cubicBezTo>
                    <a:pt x="9602" y="6105"/>
                    <a:pt x="9655" y="5896"/>
                    <a:pt x="9694" y="5661"/>
                  </a:cubicBezTo>
                  <a:cubicBezTo>
                    <a:pt x="10047" y="3858"/>
                    <a:pt x="9968" y="1977"/>
                    <a:pt x="9472" y="213"/>
                  </a:cubicBezTo>
                  <a:lnTo>
                    <a:pt x="9433" y="83"/>
                  </a:lnTo>
                  <a:cubicBezTo>
                    <a:pt x="9422" y="28"/>
                    <a:pt x="9375" y="1"/>
                    <a:pt x="9321" y="1"/>
                  </a:cubicBezTo>
                  <a:close/>
                  <a:moveTo>
                    <a:pt x="114" y="12992"/>
                  </a:moveTo>
                  <a:cubicBezTo>
                    <a:pt x="73" y="12992"/>
                    <a:pt x="33" y="13016"/>
                    <a:pt x="14" y="13055"/>
                  </a:cubicBezTo>
                  <a:cubicBezTo>
                    <a:pt x="1" y="13107"/>
                    <a:pt x="14" y="13172"/>
                    <a:pt x="79" y="13198"/>
                  </a:cubicBezTo>
                  <a:cubicBezTo>
                    <a:pt x="3188" y="14583"/>
                    <a:pt x="6650" y="15354"/>
                    <a:pt x="10073" y="15419"/>
                  </a:cubicBezTo>
                  <a:cubicBezTo>
                    <a:pt x="10125" y="15419"/>
                    <a:pt x="10177" y="15367"/>
                    <a:pt x="10177" y="15314"/>
                  </a:cubicBezTo>
                  <a:cubicBezTo>
                    <a:pt x="10177" y="15249"/>
                    <a:pt x="10138" y="15197"/>
                    <a:pt x="10073" y="15197"/>
                  </a:cubicBezTo>
                  <a:cubicBezTo>
                    <a:pt x="6676" y="15132"/>
                    <a:pt x="3254" y="14374"/>
                    <a:pt x="158" y="13002"/>
                  </a:cubicBezTo>
                  <a:cubicBezTo>
                    <a:pt x="144" y="12995"/>
                    <a:pt x="129" y="12992"/>
                    <a:pt x="114" y="12992"/>
                  </a:cubicBezTo>
                  <a:close/>
                  <a:moveTo>
                    <a:pt x="8484" y="25959"/>
                  </a:moveTo>
                  <a:cubicBezTo>
                    <a:pt x="8437" y="25959"/>
                    <a:pt x="8386" y="25996"/>
                    <a:pt x="8374" y="26053"/>
                  </a:cubicBezTo>
                  <a:cubicBezTo>
                    <a:pt x="7721" y="29985"/>
                    <a:pt x="6951" y="33943"/>
                    <a:pt x="6128" y="37810"/>
                  </a:cubicBezTo>
                  <a:cubicBezTo>
                    <a:pt x="6114" y="37875"/>
                    <a:pt x="6154" y="37927"/>
                    <a:pt x="6206" y="37940"/>
                  </a:cubicBezTo>
                  <a:lnTo>
                    <a:pt x="6232" y="37940"/>
                  </a:lnTo>
                  <a:cubicBezTo>
                    <a:pt x="6284" y="37940"/>
                    <a:pt x="6323" y="37914"/>
                    <a:pt x="6337" y="37862"/>
                  </a:cubicBezTo>
                  <a:cubicBezTo>
                    <a:pt x="7173" y="33995"/>
                    <a:pt x="7930" y="30024"/>
                    <a:pt x="8597" y="26092"/>
                  </a:cubicBezTo>
                  <a:cubicBezTo>
                    <a:pt x="8610" y="26026"/>
                    <a:pt x="8557" y="25974"/>
                    <a:pt x="8505" y="25961"/>
                  </a:cubicBezTo>
                  <a:cubicBezTo>
                    <a:pt x="8498" y="25959"/>
                    <a:pt x="8491" y="25959"/>
                    <a:pt x="8484" y="25959"/>
                  </a:cubicBezTo>
                  <a:close/>
                  <a:moveTo>
                    <a:pt x="11864" y="47777"/>
                  </a:moveTo>
                  <a:cubicBezTo>
                    <a:pt x="11823" y="47777"/>
                    <a:pt x="11788" y="47794"/>
                    <a:pt x="11771" y="47829"/>
                  </a:cubicBezTo>
                  <a:cubicBezTo>
                    <a:pt x="10817" y="49776"/>
                    <a:pt x="9602" y="51461"/>
                    <a:pt x="8178" y="52846"/>
                  </a:cubicBezTo>
                  <a:cubicBezTo>
                    <a:pt x="8126" y="52885"/>
                    <a:pt x="8126" y="52950"/>
                    <a:pt x="8178" y="53002"/>
                  </a:cubicBezTo>
                  <a:cubicBezTo>
                    <a:pt x="8192" y="53015"/>
                    <a:pt x="8218" y="53029"/>
                    <a:pt x="8257" y="53029"/>
                  </a:cubicBezTo>
                  <a:cubicBezTo>
                    <a:pt x="8283" y="53029"/>
                    <a:pt x="8309" y="53029"/>
                    <a:pt x="8322" y="53002"/>
                  </a:cubicBezTo>
                  <a:cubicBezTo>
                    <a:pt x="9772" y="51605"/>
                    <a:pt x="11000" y="49893"/>
                    <a:pt x="11967" y="47934"/>
                  </a:cubicBezTo>
                  <a:cubicBezTo>
                    <a:pt x="11993" y="47882"/>
                    <a:pt x="11980" y="47816"/>
                    <a:pt x="11928" y="47790"/>
                  </a:cubicBezTo>
                  <a:cubicBezTo>
                    <a:pt x="11906" y="47781"/>
                    <a:pt x="11884" y="47777"/>
                    <a:pt x="11864" y="47777"/>
                  </a:cubicBezTo>
                  <a:close/>
                  <a:moveTo>
                    <a:pt x="53550" y="45971"/>
                  </a:moveTo>
                  <a:cubicBezTo>
                    <a:pt x="53540" y="45971"/>
                    <a:pt x="53531" y="45972"/>
                    <a:pt x="53522" y="45974"/>
                  </a:cubicBezTo>
                  <a:cubicBezTo>
                    <a:pt x="53469" y="46000"/>
                    <a:pt x="53430" y="46066"/>
                    <a:pt x="53456" y="46118"/>
                  </a:cubicBezTo>
                  <a:cubicBezTo>
                    <a:pt x="55129" y="50599"/>
                    <a:pt x="56801" y="55066"/>
                    <a:pt x="58473" y="59547"/>
                  </a:cubicBezTo>
                  <a:lnTo>
                    <a:pt x="58669" y="60057"/>
                  </a:lnTo>
                  <a:cubicBezTo>
                    <a:pt x="58852" y="60566"/>
                    <a:pt x="59048" y="61102"/>
                    <a:pt x="59100" y="61637"/>
                  </a:cubicBezTo>
                  <a:cubicBezTo>
                    <a:pt x="59165" y="62343"/>
                    <a:pt x="58995" y="63061"/>
                    <a:pt x="58812" y="63767"/>
                  </a:cubicBezTo>
                  <a:cubicBezTo>
                    <a:pt x="57833" y="67633"/>
                    <a:pt x="56814" y="71644"/>
                    <a:pt x="54449" y="74021"/>
                  </a:cubicBezTo>
                  <a:cubicBezTo>
                    <a:pt x="54397" y="74061"/>
                    <a:pt x="54397" y="74126"/>
                    <a:pt x="54449" y="74178"/>
                  </a:cubicBezTo>
                  <a:cubicBezTo>
                    <a:pt x="54462" y="74191"/>
                    <a:pt x="54488" y="74204"/>
                    <a:pt x="54528" y="74204"/>
                  </a:cubicBezTo>
                  <a:cubicBezTo>
                    <a:pt x="54554" y="74204"/>
                    <a:pt x="54580" y="74191"/>
                    <a:pt x="54593" y="74178"/>
                  </a:cubicBezTo>
                  <a:cubicBezTo>
                    <a:pt x="57010" y="71748"/>
                    <a:pt x="58029" y="67725"/>
                    <a:pt x="59021" y="63806"/>
                  </a:cubicBezTo>
                  <a:cubicBezTo>
                    <a:pt x="59204" y="63100"/>
                    <a:pt x="59387" y="62369"/>
                    <a:pt x="59322" y="61624"/>
                  </a:cubicBezTo>
                  <a:cubicBezTo>
                    <a:pt x="59270" y="61049"/>
                    <a:pt x="59061" y="60514"/>
                    <a:pt x="58865" y="59978"/>
                  </a:cubicBezTo>
                  <a:lnTo>
                    <a:pt x="58682" y="59469"/>
                  </a:lnTo>
                  <a:cubicBezTo>
                    <a:pt x="57010" y="55001"/>
                    <a:pt x="55338" y="50520"/>
                    <a:pt x="53665" y="46040"/>
                  </a:cubicBezTo>
                  <a:cubicBezTo>
                    <a:pt x="53644" y="45996"/>
                    <a:pt x="53595" y="45971"/>
                    <a:pt x="53550" y="4597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7" name="Google Shape;1357;p73"/>
            <p:cNvSpPr/>
            <p:nvPr/>
          </p:nvSpPr>
          <p:spPr>
            <a:xfrm>
              <a:off x="4373870" y="990040"/>
              <a:ext cx="277474" cy="57231"/>
            </a:xfrm>
            <a:custGeom>
              <a:rect b="b" l="l" r="r" t="t"/>
              <a:pathLst>
                <a:path extrusionOk="0" h="3158" w="15311">
                  <a:moveTo>
                    <a:pt x="2821" y="0"/>
                  </a:moveTo>
                  <a:cubicBezTo>
                    <a:pt x="2778" y="0"/>
                    <a:pt x="2734" y="1"/>
                    <a:pt x="2691" y="3"/>
                  </a:cubicBezTo>
                  <a:cubicBezTo>
                    <a:pt x="1816" y="55"/>
                    <a:pt x="954" y="499"/>
                    <a:pt x="418" y="1192"/>
                  </a:cubicBezTo>
                  <a:cubicBezTo>
                    <a:pt x="183" y="1505"/>
                    <a:pt x="0" y="1897"/>
                    <a:pt x="92" y="2263"/>
                  </a:cubicBezTo>
                  <a:cubicBezTo>
                    <a:pt x="118" y="2367"/>
                    <a:pt x="157" y="2459"/>
                    <a:pt x="248" y="2511"/>
                  </a:cubicBezTo>
                  <a:cubicBezTo>
                    <a:pt x="299" y="2546"/>
                    <a:pt x="357" y="2560"/>
                    <a:pt x="418" y="2560"/>
                  </a:cubicBezTo>
                  <a:cubicBezTo>
                    <a:pt x="514" y="2560"/>
                    <a:pt x="617" y="2525"/>
                    <a:pt x="706" y="2485"/>
                  </a:cubicBezTo>
                  <a:cubicBezTo>
                    <a:pt x="1333" y="2211"/>
                    <a:pt x="1894" y="1740"/>
                    <a:pt x="2574" y="1714"/>
                  </a:cubicBezTo>
                  <a:cubicBezTo>
                    <a:pt x="2607" y="1712"/>
                    <a:pt x="2640" y="1711"/>
                    <a:pt x="2673" y="1711"/>
                  </a:cubicBezTo>
                  <a:cubicBezTo>
                    <a:pt x="3236" y="1711"/>
                    <a:pt x="3764" y="2018"/>
                    <a:pt x="4246" y="2302"/>
                  </a:cubicBezTo>
                  <a:cubicBezTo>
                    <a:pt x="4432" y="2414"/>
                    <a:pt x="4619" y="2657"/>
                    <a:pt x="4885" y="2657"/>
                  </a:cubicBezTo>
                  <a:cubicBezTo>
                    <a:pt x="4898" y="2657"/>
                    <a:pt x="4911" y="2656"/>
                    <a:pt x="4925" y="2655"/>
                  </a:cubicBezTo>
                  <a:cubicBezTo>
                    <a:pt x="5278" y="2616"/>
                    <a:pt x="5513" y="2250"/>
                    <a:pt x="5513" y="1910"/>
                  </a:cubicBezTo>
                  <a:cubicBezTo>
                    <a:pt x="5500" y="1557"/>
                    <a:pt x="5304" y="1244"/>
                    <a:pt x="5069" y="983"/>
                  </a:cubicBezTo>
                  <a:cubicBezTo>
                    <a:pt x="4497" y="361"/>
                    <a:pt x="3665" y="0"/>
                    <a:pt x="2821" y="0"/>
                  </a:cubicBezTo>
                  <a:close/>
                  <a:moveTo>
                    <a:pt x="12548" y="915"/>
                  </a:moveTo>
                  <a:cubicBezTo>
                    <a:pt x="12098" y="915"/>
                    <a:pt x="11651" y="963"/>
                    <a:pt x="11235" y="1113"/>
                  </a:cubicBezTo>
                  <a:cubicBezTo>
                    <a:pt x="10764" y="1296"/>
                    <a:pt x="10333" y="1610"/>
                    <a:pt x="10111" y="2054"/>
                  </a:cubicBezTo>
                  <a:cubicBezTo>
                    <a:pt x="10020" y="2224"/>
                    <a:pt x="9968" y="2394"/>
                    <a:pt x="9981" y="2576"/>
                  </a:cubicBezTo>
                  <a:cubicBezTo>
                    <a:pt x="10007" y="2759"/>
                    <a:pt x="10111" y="2942"/>
                    <a:pt x="10281" y="3007"/>
                  </a:cubicBezTo>
                  <a:cubicBezTo>
                    <a:pt x="10342" y="3030"/>
                    <a:pt x="10402" y="3040"/>
                    <a:pt x="10463" y="3040"/>
                  </a:cubicBezTo>
                  <a:cubicBezTo>
                    <a:pt x="10790" y="3040"/>
                    <a:pt x="11107" y="2752"/>
                    <a:pt x="11404" y="2642"/>
                  </a:cubicBezTo>
                  <a:cubicBezTo>
                    <a:pt x="11752" y="2516"/>
                    <a:pt x="12121" y="2454"/>
                    <a:pt x="12489" y="2454"/>
                  </a:cubicBezTo>
                  <a:cubicBezTo>
                    <a:pt x="13077" y="2454"/>
                    <a:pt x="13663" y="2611"/>
                    <a:pt x="14161" y="2916"/>
                  </a:cubicBezTo>
                  <a:cubicBezTo>
                    <a:pt x="14348" y="3021"/>
                    <a:pt x="14534" y="3157"/>
                    <a:pt x="14740" y="3157"/>
                  </a:cubicBezTo>
                  <a:cubicBezTo>
                    <a:pt x="14764" y="3157"/>
                    <a:pt x="14789" y="3155"/>
                    <a:pt x="14814" y="3151"/>
                  </a:cubicBezTo>
                  <a:cubicBezTo>
                    <a:pt x="15023" y="3125"/>
                    <a:pt x="15206" y="2942"/>
                    <a:pt x="15258" y="2720"/>
                  </a:cubicBezTo>
                  <a:cubicBezTo>
                    <a:pt x="15310" y="2511"/>
                    <a:pt x="15258" y="2276"/>
                    <a:pt x="15154" y="2080"/>
                  </a:cubicBezTo>
                  <a:cubicBezTo>
                    <a:pt x="14945" y="1649"/>
                    <a:pt x="14553" y="1335"/>
                    <a:pt x="14109" y="1166"/>
                  </a:cubicBezTo>
                  <a:cubicBezTo>
                    <a:pt x="13678" y="983"/>
                    <a:pt x="13194" y="930"/>
                    <a:pt x="12724" y="917"/>
                  </a:cubicBezTo>
                  <a:cubicBezTo>
                    <a:pt x="12665" y="916"/>
                    <a:pt x="12607" y="915"/>
                    <a:pt x="12548" y="91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8" name="Google Shape;1358;p73"/>
            <p:cNvSpPr/>
            <p:nvPr/>
          </p:nvSpPr>
          <p:spPr>
            <a:xfrm>
              <a:off x="4389727" y="1081939"/>
              <a:ext cx="218050" cy="55183"/>
            </a:xfrm>
            <a:custGeom>
              <a:rect b="b" l="l" r="r" t="t"/>
              <a:pathLst>
                <a:path extrusionOk="0" h="3045" w="12032">
                  <a:moveTo>
                    <a:pt x="1176" y="1"/>
                  </a:moveTo>
                  <a:cubicBezTo>
                    <a:pt x="523" y="1"/>
                    <a:pt x="0" y="680"/>
                    <a:pt x="0" y="1516"/>
                  </a:cubicBezTo>
                  <a:cubicBezTo>
                    <a:pt x="0" y="2365"/>
                    <a:pt x="523" y="3044"/>
                    <a:pt x="1176" y="3044"/>
                  </a:cubicBezTo>
                  <a:cubicBezTo>
                    <a:pt x="1816" y="3044"/>
                    <a:pt x="2339" y="2365"/>
                    <a:pt x="2339" y="1516"/>
                  </a:cubicBezTo>
                  <a:cubicBezTo>
                    <a:pt x="2339" y="680"/>
                    <a:pt x="1816" y="1"/>
                    <a:pt x="1176" y="1"/>
                  </a:cubicBezTo>
                  <a:close/>
                  <a:moveTo>
                    <a:pt x="10856" y="1"/>
                  </a:moveTo>
                  <a:cubicBezTo>
                    <a:pt x="10203" y="1"/>
                    <a:pt x="9680" y="680"/>
                    <a:pt x="9680" y="1516"/>
                  </a:cubicBezTo>
                  <a:cubicBezTo>
                    <a:pt x="9680" y="2365"/>
                    <a:pt x="10203" y="3044"/>
                    <a:pt x="10856" y="3044"/>
                  </a:cubicBezTo>
                  <a:cubicBezTo>
                    <a:pt x="11509" y="3044"/>
                    <a:pt x="12032" y="2365"/>
                    <a:pt x="12032" y="1516"/>
                  </a:cubicBezTo>
                  <a:cubicBezTo>
                    <a:pt x="12032" y="680"/>
                    <a:pt x="11509" y="1"/>
                    <a:pt x="108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9" name="Google Shape;1359;p73"/>
            <p:cNvSpPr/>
            <p:nvPr/>
          </p:nvSpPr>
          <p:spPr>
            <a:xfrm>
              <a:off x="4579596" y="1143012"/>
              <a:ext cx="104186" cy="103951"/>
            </a:xfrm>
            <a:custGeom>
              <a:rect b="b" l="l" r="r" t="t"/>
              <a:pathLst>
                <a:path extrusionOk="0" h="5736" w="5749">
                  <a:moveTo>
                    <a:pt x="2874" y="1"/>
                  </a:moveTo>
                  <a:cubicBezTo>
                    <a:pt x="1294" y="1"/>
                    <a:pt x="0" y="1281"/>
                    <a:pt x="0" y="2875"/>
                  </a:cubicBezTo>
                  <a:cubicBezTo>
                    <a:pt x="0" y="4455"/>
                    <a:pt x="1294" y="5736"/>
                    <a:pt x="2874" y="5736"/>
                  </a:cubicBezTo>
                  <a:cubicBezTo>
                    <a:pt x="4468" y="5736"/>
                    <a:pt x="5748" y="4455"/>
                    <a:pt x="5748" y="2875"/>
                  </a:cubicBezTo>
                  <a:cubicBezTo>
                    <a:pt x="5748" y="1281"/>
                    <a:pt x="4468" y="1"/>
                    <a:pt x="287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0" name="Google Shape;1360;p73"/>
            <p:cNvSpPr/>
            <p:nvPr/>
          </p:nvSpPr>
          <p:spPr>
            <a:xfrm>
              <a:off x="4297864" y="1129529"/>
              <a:ext cx="94001" cy="103951"/>
            </a:xfrm>
            <a:custGeom>
              <a:rect b="b" l="l" r="r" t="t"/>
              <a:pathLst>
                <a:path extrusionOk="0" h="5736" w="5187">
                  <a:moveTo>
                    <a:pt x="2326" y="0"/>
                  </a:moveTo>
                  <a:cubicBezTo>
                    <a:pt x="1594" y="0"/>
                    <a:pt x="941" y="262"/>
                    <a:pt x="432" y="706"/>
                  </a:cubicBezTo>
                  <a:cubicBezTo>
                    <a:pt x="340" y="1307"/>
                    <a:pt x="249" y="1921"/>
                    <a:pt x="184" y="2521"/>
                  </a:cubicBezTo>
                  <a:cubicBezTo>
                    <a:pt x="92" y="3188"/>
                    <a:pt x="27" y="3867"/>
                    <a:pt x="1" y="4546"/>
                  </a:cubicBezTo>
                  <a:cubicBezTo>
                    <a:pt x="523" y="5265"/>
                    <a:pt x="1372" y="5735"/>
                    <a:pt x="2326" y="5735"/>
                  </a:cubicBezTo>
                  <a:cubicBezTo>
                    <a:pt x="3907" y="5735"/>
                    <a:pt x="5187" y="4455"/>
                    <a:pt x="5187" y="2861"/>
                  </a:cubicBezTo>
                  <a:cubicBezTo>
                    <a:pt x="5187" y="1280"/>
                    <a:pt x="3907" y="0"/>
                    <a:pt x="232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1" name="Google Shape;1361;p73"/>
            <p:cNvSpPr/>
            <p:nvPr/>
          </p:nvSpPr>
          <p:spPr>
            <a:xfrm>
              <a:off x="4102087" y="1536488"/>
              <a:ext cx="786951" cy="883291"/>
            </a:xfrm>
            <a:custGeom>
              <a:rect b="b" l="l" r="r" t="t"/>
              <a:pathLst>
                <a:path extrusionOk="0" h="48740" w="43424">
                  <a:moveTo>
                    <a:pt x="8648" y="0"/>
                  </a:moveTo>
                  <a:lnTo>
                    <a:pt x="8648" y="0"/>
                  </a:lnTo>
                  <a:cubicBezTo>
                    <a:pt x="6401" y="3057"/>
                    <a:pt x="4154" y="6101"/>
                    <a:pt x="1908" y="9145"/>
                  </a:cubicBezTo>
                  <a:cubicBezTo>
                    <a:pt x="3162" y="10072"/>
                    <a:pt x="4272" y="11196"/>
                    <a:pt x="5186" y="12463"/>
                  </a:cubicBezTo>
                  <a:cubicBezTo>
                    <a:pt x="3606" y="13847"/>
                    <a:pt x="2038" y="15245"/>
                    <a:pt x="457" y="16630"/>
                  </a:cubicBezTo>
                  <a:cubicBezTo>
                    <a:pt x="314" y="16761"/>
                    <a:pt x="157" y="16904"/>
                    <a:pt x="79" y="17074"/>
                  </a:cubicBezTo>
                  <a:cubicBezTo>
                    <a:pt x="0" y="17283"/>
                    <a:pt x="13" y="17518"/>
                    <a:pt x="39" y="17740"/>
                  </a:cubicBezTo>
                  <a:cubicBezTo>
                    <a:pt x="627" y="24102"/>
                    <a:pt x="1045" y="30490"/>
                    <a:pt x="1294" y="36878"/>
                  </a:cubicBezTo>
                  <a:cubicBezTo>
                    <a:pt x="1620" y="30543"/>
                    <a:pt x="1672" y="24207"/>
                    <a:pt x="1411" y="17871"/>
                  </a:cubicBezTo>
                  <a:cubicBezTo>
                    <a:pt x="1411" y="17662"/>
                    <a:pt x="1398" y="17453"/>
                    <a:pt x="1489" y="17257"/>
                  </a:cubicBezTo>
                  <a:cubicBezTo>
                    <a:pt x="1568" y="17087"/>
                    <a:pt x="1738" y="16957"/>
                    <a:pt x="1894" y="16839"/>
                  </a:cubicBezTo>
                  <a:cubicBezTo>
                    <a:pt x="3384" y="15663"/>
                    <a:pt x="4808" y="14422"/>
                    <a:pt x="6179" y="13103"/>
                  </a:cubicBezTo>
                  <a:cubicBezTo>
                    <a:pt x="6323" y="12985"/>
                    <a:pt x="6454" y="12842"/>
                    <a:pt x="6493" y="12646"/>
                  </a:cubicBezTo>
                  <a:cubicBezTo>
                    <a:pt x="6519" y="12463"/>
                    <a:pt x="6427" y="12280"/>
                    <a:pt x="6323" y="12123"/>
                  </a:cubicBezTo>
                  <a:cubicBezTo>
                    <a:pt x="5696" y="11026"/>
                    <a:pt x="4873" y="10033"/>
                    <a:pt x="3906" y="9210"/>
                  </a:cubicBezTo>
                  <a:cubicBezTo>
                    <a:pt x="3776" y="9105"/>
                    <a:pt x="3632" y="8975"/>
                    <a:pt x="3606" y="8792"/>
                  </a:cubicBezTo>
                  <a:cubicBezTo>
                    <a:pt x="3593" y="8635"/>
                    <a:pt x="3671" y="8491"/>
                    <a:pt x="3749" y="8361"/>
                  </a:cubicBezTo>
                  <a:cubicBezTo>
                    <a:pt x="5474" y="5591"/>
                    <a:pt x="7185" y="2809"/>
                    <a:pt x="8648" y="0"/>
                  </a:cubicBezTo>
                  <a:close/>
                  <a:moveTo>
                    <a:pt x="37976" y="24755"/>
                  </a:moveTo>
                  <a:cubicBezTo>
                    <a:pt x="36630" y="30151"/>
                    <a:pt x="35886" y="35676"/>
                    <a:pt x="36212" y="41215"/>
                  </a:cubicBezTo>
                  <a:cubicBezTo>
                    <a:pt x="36473" y="36303"/>
                    <a:pt x="37401" y="31470"/>
                    <a:pt x="38616" y="26702"/>
                  </a:cubicBezTo>
                  <a:cubicBezTo>
                    <a:pt x="39648" y="30503"/>
                    <a:pt x="41660" y="38302"/>
                    <a:pt x="41503" y="40915"/>
                  </a:cubicBezTo>
                  <a:cubicBezTo>
                    <a:pt x="41385" y="42966"/>
                    <a:pt x="40575" y="46323"/>
                    <a:pt x="39935" y="48740"/>
                  </a:cubicBezTo>
                  <a:cubicBezTo>
                    <a:pt x="40288" y="48635"/>
                    <a:pt x="40641" y="48531"/>
                    <a:pt x="40980" y="48413"/>
                  </a:cubicBezTo>
                  <a:cubicBezTo>
                    <a:pt x="41882" y="46375"/>
                    <a:pt x="42483" y="44011"/>
                    <a:pt x="43070" y="41699"/>
                  </a:cubicBezTo>
                  <a:cubicBezTo>
                    <a:pt x="43253" y="40993"/>
                    <a:pt x="43423" y="40275"/>
                    <a:pt x="43358" y="39569"/>
                  </a:cubicBezTo>
                  <a:cubicBezTo>
                    <a:pt x="43306" y="39034"/>
                    <a:pt x="43110" y="38498"/>
                    <a:pt x="42927" y="37989"/>
                  </a:cubicBezTo>
                  <a:lnTo>
                    <a:pt x="42731" y="37479"/>
                  </a:lnTo>
                  <a:cubicBezTo>
                    <a:pt x="41150" y="33247"/>
                    <a:pt x="39569" y="29001"/>
                    <a:pt x="37976" y="247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2" name="Google Shape;1362;p73"/>
            <p:cNvSpPr/>
            <p:nvPr/>
          </p:nvSpPr>
          <p:spPr>
            <a:xfrm>
              <a:off x="3614157" y="1625270"/>
              <a:ext cx="1257593" cy="539072"/>
            </a:xfrm>
            <a:custGeom>
              <a:rect b="b" l="l" r="r" t="t"/>
              <a:pathLst>
                <a:path extrusionOk="0" h="29746" w="69394">
                  <a:moveTo>
                    <a:pt x="64377" y="0"/>
                  </a:moveTo>
                  <a:cubicBezTo>
                    <a:pt x="65853" y="2208"/>
                    <a:pt x="67238" y="4494"/>
                    <a:pt x="68505" y="6845"/>
                  </a:cubicBezTo>
                  <a:cubicBezTo>
                    <a:pt x="66729" y="7969"/>
                    <a:pt x="65030" y="9184"/>
                    <a:pt x="63397" y="10503"/>
                  </a:cubicBezTo>
                  <a:cubicBezTo>
                    <a:pt x="64364" y="11339"/>
                    <a:pt x="65331" y="12162"/>
                    <a:pt x="66297" y="12998"/>
                  </a:cubicBezTo>
                  <a:cubicBezTo>
                    <a:pt x="66428" y="13103"/>
                    <a:pt x="66559" y="13220"/>
                    <a:pt x="66624" y="13390"/>
                  </a:cubicBezTo>
                  <a:cubicBezTo>
                    <a:pt x="66729" y="13625"/>
                    <a:pt x="66650" y="13886"/>
                    <a:pt x="66559" y="14135"/>
                  </a:cubicBezTo>
                  <a:cubicBezTo>
                    <a:pt x="65984" y="15898"/>
                    <a:pt x="65461" y="17688"/>
                    <a:pt x="65004" y="19491"/>
                  </a:cubicBezTo>
                  <a:cubicBezTo>
                    <a:pt x="65226" y="20092"/>
                    <a:pt x="65448" y="20692"/>
                    <a:pt x="65670" y="21293"/>
                  </a:cubicBezTo>
                  <a:cubicBezTo>
                    <a:pt x="66389" y="18537"/>
                    <a:pt x="67199" y="15807"/>
                    <a:pt x="68022" y="13090"/>
                  </a:cubicBezTo>
                  <a:cubicBezTo>
                    <a:pt x="66794" y="12410"/>
                    <a:pt x="65631" y="11626"/>
                    <a:pt x="64547" y="10738"/>
                  </a:cubicBezTo>
                  <a:cubicBezTo>
                    <a:pt x="66036" y="9811"/>
                    <a:pt x="67525" y="8883"/>
                    <a:pt x="69015" y="7956"/>
                  </a:cubicBezTo>
                  <a:cubicBezTo>
                    <a:pt x="69171" y="7851"/>
                    <a:pt x="69341" y="7734"/>
                    <a:pt x="69367" y="7551"/>
                  </a:cubicBezTo>
                  <a:cubicBezTo>
                    <a:pt x="69394" y="7394"/>
                    <a:pt x="69302" y="7250"/>
                    <a:pt x="69224" y="7120"/>
                  </a:cubicBezTo>
                  <a:cubicBezTo>
                    <a:pt x="67774" y="4912"/>
                    <a:pt x="66284" y="2743"/>
                    <a:pt x="64377" y="0"/>
                  </a:cubicBezTo>
                  <a:close/>
                  <a:moveTo>
                    <a:pt x="118" y="15493"/>
                  </a:moveTo>
                  <a:cubicBezTo>
                    <a:pt x="53" y="16120"/>
                    <a:pt x="14" y="16747"/>
                    <a:pt x="0" y="17374"/>
                  </a:cubicBezTo>
                  <a:cubicBezTo>
                    <a:pt x="0" y="17414"/>
                    <a:pt x="0" y="17453"/>
                    <a:pt x="0" y="17505"/>
                  </a:cubicBezTo>
                  <a:cubicBezTo>
                    <a:pt x="0" y="21685"/>
                    <a:pt x="1699" y="26088"/>
                    <a:pt x="5252" y="28295"/>
                  </a:cubicBezTo>
                  <a:cubicBezTo>
                    <a:pt x="6846" y="29288"/>
                    <a:pt x="8701" y="29745"/>
                    <a:pt x="10569" y="29745"/>
                  </a:cubicBezTo>
                  <a:cubicBezTo>
                    <a:pt x="12319" y="29745"/>
                    <a:pt x="14083" y="29340"/>
                    <a:pt x="15664" y="28596"/>
                  </a:cubicBezTo>
                  <a:cubicBezTo>
                    <a:pt x="17035" y="27956"/>
                    <a:pt x="18263" y="27067"/>
                    <a:pt x="19360" y="26035"/>
                  </a:cubicBezTo>
                  <a:cubicBezTo>
                    <a:pt x="19308" y="25983"/>
                    <a:pt x="19308" y="25918"/>
                    <a:pt x="19360" y="25879"/>
                  </a:cubicBezTo>
                  <a:cubicBezTo>
                    <a:pt x="20719" y="24559"/>
                    <a:pt x="21895" y="22952"/>
                    <a:pt x="22835" y="21124"/>
                  </a:cubicBezTo>
                  <a:lnTo>
                    <a:pt x="22835" y="21124"/>
                  </a:lnTo>
                  <a:cubicBezTo>
                    <a:pt x="21634" y="22195"/>
                    <a:pt x="15807" y="27133"/>
                    <a:pt x="10007" y="27133"/>
                  </a:cubicBezTo>
                  <a:lnTo>
                    <a:pt x="9772" y="27133"/>
                  </a:lnTo>
                  <a:cubicBezTo>
                    <a:pt x="3867" y="26989"/>
                    <a:pt x="719" y="22495"/>
                    <a:pt x="118" y="1549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" name="Google Shape;1363;p73"/>
            <p:cNvSpPr/>
            <p:nvPr/>
          </p:nvSpPr>
          <p:spPr>
            <a:xfrm>
              <a:off x="3964066" y="1978477"/>
              <a:ext cx="927093" cy="435393"/>
            </a:xfrm>
            <a:custGeom>
              <a:rect b="b" l="l" r="r" t="t"/>
              <a:pathLst>
                <a:path extrusionOk="0" h="24025" w="51157">
                  <a:moveTo>
                    <a:pt x="3749" y="1425"/>
                  </a:moveTo>
                  <a:lnTo>
                    <a:pt x="3749" y="1425"/>
                  </a:lnTo>
                  <a:cubicBezTo>
                    <a:pt x="3749" y="1425"/>
                    <a:pt x="3671" y="1503"/>
                    <a:pt x="3527" y="1634"/>
                  </a:cubicBezTo>
                  <a:cubicBezTo>
                    <a:pt x="2587" y="3462"/>
                    <a:pt x="1411" y="5069"/>
                    <a:pt x="52" y="6389"/>
                  </a:cubicBezTo>
                  <a:cubicBezTo>
                    <a:pt x="0" y="6428"/>
                    <a:pt x="0" y="6493"/>
                    <a:pt x="52" y="6545"/>
                  </a:cubicBezTo>
                  <a:cubicBezTo>
                    <a:pt x="79" y="6519"/>
                    <a:pt x="105" y="6493"/>
                    <a:pt x="131" y="6467"/>
                  </a:cubicBezTo>
                  <a:cubicBezTo>
                    <a:pt x="1607" y="5030"/>
                    <a:pt x="2835" y="3293"/>
                    <a:pt x="3749" y="1425"/>
                  </a:cubicBezTo>
                  <a:close/>
                  <a:moveTo>
                    <a:pt x="45696" y="1"/>
                  </a:moveTo>
                  <a:cubicBezTo>
                    <a:pt x="45670" y="66"/>
                    <a:pt x="45657" y="118"/>
                    <a:pt x="45644" y="184"/>
                  </a:cubicBezTo>
                  <a:lnTo>
                    <a:pt x="45592" y="366"/>
                  </a:lnTo>
                  <a:cubicBezTo>
                    <a:pt x="47185" y="4612"/>
                    <a:pt x="48766" y="8858"/>
                    <a:pt x="50347" y="13090"/>
                  </a:cubicBezTo>
                  <a:lnTo>
                    <a:pt x="50543" y="13600"/>
                  </a:lnTo>
                  <a:cubicBezTo>
                    <a:pt x="50726" y="14109"/>
                    <a:pt x="50922" y="14645"/>
                    <a:pt x="50974" y="15180"/>
                  </a:cubicBezTo>
                  <a:cubicBezTo>
                    <a:pt x="51039" y="15886"/>
                    <a:pt x="50869" y="16604"/>
                    <a:pt x="50686" y="17310"/>
                  </a:cubicBezTo>
                  <a:cubicBezTo>
                    <a:pt x="50099" y="19622"/>
                    <a:pt x="49498" y="21986"/>
                    <a:pt x="48596" y="24024"/>
                  </a:cubicBezTo>
                  <a:cubicBezTo>
                    <a:pt x="48649" y="24011"/>
                    <a:pt x="48701" y="23998"/>
                    <a:pt x="48740" y="23972"/>
                  </a:cubicBezTo>
                  <a:cubicBezTo>
                    <a:pt x="49615" y="21973"/>
                    <a:pt x="50203" y="19648"/>
                    <a:pt x="50791" y="17323"/>
                  </a:cubicBezTo>
                  <a:cubicBezTo>
                    <a:pt x="50974" y="16617"/>
                    <a:pt x="51157" y="15899"/>
                    <a:pt x="51091" y="15180"/>
                  </a:cubicBezTo>
                  <a:cubicBezTo>
                    <a:pt x="51039" y="14619"/>
                    <a:pt x="50830" y="14083"/>
                    <a:pt x="50634" y="13560"/>
                  </a:cubicBezTo>
                  <a:cubicBezTo>
                    <a:pt x="49197" y="9707"/>
                    <a:pt x="47760" y="5840"/>
                    <a:pt x="46310" y="1986"/>
                  </a:cubicBezTo>
                  <a:cubicBezTo>
                    <a:pt x="46336" y="1921"/>
                    <a:pt x="46349" y="1856"/>
                    <a:pt x="46362" y="1803"/>
                  </a:cubicBezTo>
                  <a:cubicBezTo>
                    <a:pt x="46140" y="1202"/>
                    <a:pt x="45918" y="602"/>
                    <a:pt x="4569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" name="Google Shape;1364;p73"/>
            <p:cNvSpPr/>
            <p:nvPr/>
          </p:nvSpPr>
          <p:spPr>
            <a:xfrm>
              <a:off x="3912217" y="2418111"/>
              <a:ext cx="1089507" cy="348858"/>
            </a:xfrm>
            <a:custGeom>
              <a:rect b="b" l="l" r="r" t="t"/>
              <a:pathLst>
                <a:path extrusionOk="0" h="19250" w="60119">
                  <a:moveTo>
                    <a:pt x="11757" y="0"/>
                  </a:moveTo>
                  <a:cubicBezTo>
                    <a:pt x="8008" y="928"/>
                    <a:pt x="4246" y="1868"/>
                    <a:pt x="497" y="2796"/>
                  </a:cubicBezTo>
                  <a:cubicBezTo>
                    <a:pt x="0" y="5304"/>
                    <a:pt x="40" y="7904"/>
                    <a:pt x="431" y="10464"/>
                  </a:cubicBezTo>
                  <a:cubicBezTo>
                    <a:pt x="471" y="10712"/>
                    <a:pt x="523" y="10987"/>
                    <a:pt x="719" y="11157"/>
                  </a:cubicBezTo>
                  <a:cubicBezTo>
                    <a:pt x="902" y="11313"/>
                    <a:pt x="1163" y="11326"/>
                    <a:pt x="1398" y="11339"/>
                  </a:cubicBezTo>
                  <a:cubicBezTo>
                    <a:pt x="1592" y="11347"/>
                    <a:pt x="1786" y="11351"/>
                    <a:pt x="1980" y="11351"/>
                  </a:cubicBezTo>
                  <a:cubicBezTo>
                    <a:pt x="4792" y="11351"/>
                    <a:pt x="7600" y="10558"/>
                    <a:pt x="10007" y="9079"/>
                  </a:cubicBezTo>
                  <a:cubicBezTo>
                    <a:pt x="10621" y="8701"/>
                    <a:pt x="11261" y="8217"/>
                    <a:pt x="11496" y="7525"/>
                  </a:cubicBezTo>
                  <a:cubicBezTo>
                    <a:pt x="11614" y="7185"/>
                    <a:pt x="11614" y="6806"/>
                    <a:pt x="11627" y="6441"/>
                  </a:cubicBezTo>
                  <a:cubicBezTo>
                    <a:pt x="11666" y="4298"/>
                    <a:pt x="11718" y="2143"/>
                    <a:pt x="11757" y="0"/>
                  </a:cubicBezTo>
                  <a:close/>
                  <a:moveTo>
                    <a:pt x="49263" y="3384"/>
                  </a:moveTo>
                  <a:cubicBezTo>
                    <a:pt x="49263" y="3384"/>
                    <a:pt x="43998" y="13430"/>
                    <a:pt x="46297" y="15624"/>
                  </a:cubicBezTo>
                  <a:cubicBezTo>
                    <a:pt x="48179" y="17442"/>
                    <a:pt x="54469" y="19250"/>
                    <a:pt x="57385" y="19250"/>
                  </a:cubicBezTo>
                  <a:cubicBezTo>
                    <a:pt x="58012" y="19250"/>
                    <a:pt x="58483" y="19166"/>
                    <a:pt x="58721" y="18982"/>
                  </a:cubicBezTo>
                  <a:cubicBezTo>
                    <a:pt x="60066" y="17923"/>
                    <a:pt x="60118" y="11274"/>
                    <a:pt x="60118" y="11274"/>
                  </a:cubicBezTo>
                  <a:cubicBezTo>
                    <a:pt x="55990" y="9471"/>
                    <a:pt x="52254" y="6754"/>
                    <a:pt x="49263" y="33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" name="Google Shape;1365;p73"/>
            <p:cNvSpPr/>
            <p:nvPr/>
          </p:nvSpPr>
          <p:spPr>
            <a:xfrm>
              <a:off x="4421913" y="1451493"/>
              <a:ext cx="1450" cy="2863"/>
            </a:xfrm>
            <a:custGeom>
              <a:rect b="b" l="l" r="r" t="t"/>
              <a:pathLst>
                <a:path extrusionOk="0" h="158" w="80">
                  <a:moveTo>
                    <a:pt x="1" y="157"/>
                  </a:moveTo>
                  <a:lnTo>
                    <a:pt x="1" y="157"/>
                  </a:lnTo>
                  <a:cubicBezTo>
                    <a:pt x="27" y="105"/>
                    <a:pt x="53" y="53"/>
                    <a:pt x="79" y="1"/>
                  </a:cubicBezTo>
                  <a:cubicBezTo>
                    <a:pt x="53" y="53"/>
                    <a:pt x="27" y="105"/>
                    <a:pt x="1" y="157"/>
                  </a:cubicBezTo>
                  <a:close/>
                </a:path>
              </a:pathLst>
            </a:custGeom>
            <a:solidFill>
              <a:srgbClr val="4C293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" name="Google Shape;1366;p73"/>
            <p:cNvSpPr/>
            <p:nvPr/>
          </p:nvSpPr>
          <p:spPr>
            <a:xfrm>
              <a:off x="4421913" y="1451022"/>
              <a:ext cx="1685" cy="3335"/>
            </a:xfrm>
            <a:custGeom>
              <a:rect b="b" l="l" r="r" t="t"/>
              <a:pathLst>
                <a:path extrusionOk="0" h="184" w="93">
                  <a:moveTo>
                    <a:pt x="92" y="0"/>
                  </a:moveTo>
                  <a:cubicBezTo>
                    <a:pt x="89" y="8"/>
                    <a:pt x="86" y="15"/>
                    <a:pt x="83" y="23"/>
                  </a:cubicBezTo>
                  <a:lnTo>
                    <a:pt x="83" y="23"/>
                  </a:lnTo>
                  <a:cubicBezTo>
                    <a:pt x="87" y="19"/>
                    <a:pt x="92" y="13"/>
                    <a:pt x="92" y="13"/>
                  </a:cubicBezTo>
                  <a:cubicBezTo>
                    <a:pt x="92" y="13"/>
                    <a:pt x="92" y="0"/>
                    <a:pt x="92" y="0"/>
                  </a:cubicBezTo>
                  <a:close/>
                  <a:moveTo>
                    <a:pt x="83" y="23"/>
                  </a:moveTo>
                  <a:cubicBezTo>
                    <a:pt x="81" y="25"/>
                    <a:pt x="79" y="27"/>
                    <a:pt x="79" y="27"/>
                  </a:cubicBezTo>
                  <a:cubicBezTo>
                    <a:pt x="53" y="79"/>
                    <a:pt x="27" y="131"/>
                    <a:pt x="1" y="183"/>
                  </a:cubicBezTo>
                  <a:cubicBezTo>
                    <a:pt x="24" y="137"/>
                    <a:pt x="57" y="81"/>
                    <a:pt x="83" y="23"/>
                  </a:cubicBezTo>
                  <a:close/>
                </a:path>
              </a:pathLst>
            </a:custGeom>
            <a:solidFill>
              <a:srgbClr val="45171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" name="Google Shape;1367;p73"/>
            <p:cNvSpPr/>
            <p:nvPr/>
          </p:nvSpPr>
          <p:spPr>
            <a:xfrm>
              <a:off x="4421913" y="1172606"/>
              <a:ext cx="382131" cy="281986"/>
            </a:xfrm>
            <a:custGeom>
              <a:rect b="b" l="l" r="r" t="t"/>
              <a:pathLst>
                <a:path extrusionOk="0" h="15560" w="21086">
                  <a:moveTo>
                    <a:pt x="19479" y="1"/>
                  </a:moveTo>
                  <a:cubicBezTo>
                    <a:pt x="18930" y="1"/>
                    <a:pt x="18381" y="158"/>
                    <a:pt x="17924" y="471"/>
                  </a:cubicBezTo>
                  <a:cubicBezTo>
                    <a:pt x="17349" y="863"/>
                    <a:pt x="16944" y="1477"/>
                    <a:pt x="16788" y="2143"/>
                  </a:cubicBezTo>
                  <a:cubicBezTo>
                    <a:pt x="16761" y="2156"/>
                    <a:pt x="16788" y="2339"/>
                    <a:pt x="16905" y="2431"/>
                  </a:cubicBezTo>
                  <a:cubicBezTo>
                    <a:pt x="16957" y="2457"/>
                    <a:pt x="17023" y="2483"/>
                    <a:pt x="17075" y="2483"/>
                  </a:cubicBezTo>
                  <a:cubicBezTo>
                    <a:pt x="17179" y="2483"/>
                    <a:pt x="17284" y="2431"/>
                    <a:pt x="17362" y="2365"/>
                  </a:cubicBezTo>
                  <a:cubicBezTo>
                    <a:pt x="17493" y="2248"/>
                    <a:pt x="17558" y="2091"/>
                    <a:pt x="17650" y="1947"/>
                  </a:cubicBezTo>
                  <a:cubicBezTo>
                    <a:pt x="17924" y="1464"/>
                    <a:pt x="18394" y="1085"/>
                    <a:pt x="18943" y="954"/>
                  </a:cubicBezTo>
                  <a:cubicBezTo>
                    <a:pt x="19074" y="915"/>
                    <a:pt x="19217" y="902"/>
                    <a:pt x="19361" y="902"/>
                  </a:cubicBezTo>
                  <a:cubicBezTo>
                    <a:pt x="19779" y="902"/>
                    <a:pt x="20197" y="1046"/>
                    <a:pt x="20498" y="1333"/>
                  </a:cubicBezTo>
                  <a:cubicBezTo>
                    <a:pt x="20576" y="1399"/>
                    <a:pt x="20641" y="1464"/>
                    <a:pt x="20733" y="1490"/>
                  </a:cubicBezTo>
                  <a:lnTo>
                    <a:pt x="20772" y="1490"/>
                  </a:lnTo>
                  <a:cubicBezTo>
                    <a:pt x="20942" y="1490"/>
                    <a:pt x="21059" y="1294"/>
                    <a:pt x="21072" y="1124"/>
                  </a:cubicBezTo>
                  <a:cubicBezTo>
                    <a:pt x="21085" y="824"/>
                    <a:pt x="20929" y="536"/>
                    <a:pt x="20693" y="354"/>
                  </a:cubicBezTo>
                  <a:cubicBezTo>
                    <a:pt x="20471" y="171"/>
                    <a:pt x="20171" y="66"/>
                    <a:pt x="19884" y="27"/>
                  </a:cubicBezTo>
                  <a:cubicBezTo>
                    <a:pt x="19753" y="1"/>
                    <a:pt x="19609" y="1"/>
                    <a:pt x="19479" y="1"/>
                  </a:cubicBezTo>
                  <a:close/>
                  <a:moveTo>
                    <a:pt x="14214" y="7329"/>
                  </a:moveTo>
                  <a:lnTo>
                    <a:pt x="14214" y="7329"/>
                  </a:lnTo>
                  <a:cubicBezTo>
                    <a:pt x="11431" y="10399"/>
                    <a:pt x="7552" y="12672"/>
                    <a:pt x="3411" y="12764"/>
                  </a:cubicBezTo>
                  <a:lnTo>
                    <a:pt x="3202" y="12764"/>
                  </a:lnTo>
                  <a:cubicBezTo>
                    <a:pt x="2535" y="12764"/>
                    <a:pt x="1869" y="12698"/>
                    <a:pt x="1216" y="12568"/>
                  </a:cubicBezTo>
                  <a:cubicBezTo>
                    <a:pt x="942" y="13534"/>
                    <a:pt x="576" y="14462"/>
                    <a:pt x="105" y="15337"/>
                  </a:cubicBezTo>
                  <a:cubicBezTo>
                    <a:pt x="105" y="15350"/>
                    <a:pt x="105" y="15350"/>
                    <a:pt x="92" y="15363"/>
                  </a:cubicBezTo>
                  <a:cubicBezTo>
                    <a:pt x="92" y="15363"/>
                    <a:pt x="92" y="15376"/>
                    <a:pt x="92" y="15376"/>
                  </a:cubicBezTo>
                  <a:cubicBezTo>
                    <a:pt x="92" y="15376"/>
                    <a:pt x="79" y="15390"/>
                    <a:pt x="79" y="15390"/>
                  </a:cubicBezTo>
                  <a:cubicBezTo>
                    <a:pt x="53" y="15442"/>
                    <a:pt x="27" y="15494"/>
                    <a:pt x="1" y="15546"/>
                  </a:cubicBezTo>
                  <a:cubicBezTo>
                    <a:pt x="132" y="15559"/>
                    <a:pt x="275" y="15559"/>
                    <a:pt x="406" y="15559"/>
                  </a:cubicBezTo>
                  <a:cubicBezTo>
                    <a:pt x="11601" y="15559"/>
                    <a:pt x="14214" y="7330"/>
                    <a:pt x="14214" y="73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" name="Google Shape;1368;p73"/>
            <p:cNvSpPr/>
            <p:nvPr/>
          </p:nvSpPr>
          <p:spPr>
            <a:xfrm>
              <a:off x="4312072" y="1158217"/>
              <a:ext cx="353008" cy="48025"/>
            </a:xfrm>
            <a:custGeom>
              <a:rect b="b" l="l" r="r" t="t"/>
              <a:pathLst>
                <a:path extrusionOk="0" h="2650" w="19479">
                  <a:moveTo>
                    <a:pt x="2043" y="0"/>
                  </a:moveTo>
                  <a:cubicBezTo>
                    <a:pt x="2019" y="0"/>
                    <a:pt x="1995" y="8"/>
                    <a:pt x="1973" y="24"/>
                  </a:cubicBezTo>
                  <a:cubicBezTo>
                    <a:pt x="1294" y="560"/>
                    <a:pt x="641" y="1148"/>
                    <a:pt x="40" y="1775"/>
                  </a:cubicBezTo>
                  <a:cubicBezTo>
                    <a:pt x="1" y="1814"/>
                    <a:pt x="1" y="1879"/>
                    <a:pt x="40" y="1931"/>
                  </a:cubicBezTo>
                  <a:cubicBezTo>
                    <a:pt x="66" y="1944"/>
                    <a:pt x="92" y="1957"/>
                    <a:pt x="118" y="1957"/>
                  </a:cubicBezTo>
                  <a:cubicBezTo>
                    <a:pt x="144" y="1957"/>
                    <a:pt x="170" y="1944"/>
                    <a:pt x="196" y="1918"/>
                  </a:cubicBezTo>
                  <a:cubicBezTo>
                    <a:pt x="784" y="1304"/>
                    <a:pt x="1438" y="729"/>
                    <a:pt x="2104" y="194"/>
                  </a:cubicBezTo>
                  <a:cubicBezTo>
                    <a:pt x="2156" y="155"/>
                    <a:pt x="2169" y="89"/>
                    <a:pt x="2130" y="37"/>
                  </a:cubicBezTo>
                  <a:cubicBezTo>
                    <a:pt x="2107" y="14"/>
                    <a:pt x="2075" y="0"/>
                    <a:pt x="2043" y="0"/>
                  </a:cubicBezTo>
                  <a:close/>
                  <a:moveTo>
                    <a:pt x="2827" y="353"/>
                  </a:moveTo>
                  <a:cubicBezTo>
                    <a:pt x="2803" y="353"/>
                    <a:pt x="2779" y="360"/>
                    <a:pt x="2757" y="377"/>
                  </a:cubicBezTo>
                  <a:cubicBezTo>
                    <a:pt x="2195" y="821"/>
                    <a:pt x="1673" y="1330"/>
                    <a:pt x="1202" y="1879"/>
                  </a:cubicBezTo>
                  <a:cubicBezTo>
                    <a:pt x="1163" y="1918"/>
                    <a:pt x="1163" y="1997"/>
                    <a:pt x="1215" y="2036"/>
                  </a:cubicBezTo>
                  <a:cubicBezTo>
                    <a:pt x="1242" y="2049"/>
                    <a:pt x="1255" y="2062"/>
                    <a:pt x="1281" y="2062"/>
                  </a:cubicBezTo>
                  <a:cubicBezTo>
                    <a:pt x="1320" y="2062"/>
                    <a:pt x="1346" y="2049"/>
                    <a:pt x="1372" y="2023"/>
                  </a:cubicBezTo>
                  <a:cubicBezTo>
                    <a:pt x="1829" y="1487"/>
                    <a:pt x="2339" y="991"/>
                    <a:pt x="2901" y="547"/>
                  </a:cubicBezTo>
                  <a:cubicBezTo>
                    <a:pt x="2940" y="507"/>
                    <a:pt x="2953" y="442"/>
                    <a:pt x="2914" y="390"/>
                  </a:cubicBezTo>
                  <a:cubicBezTo>
                    <a:pt x="2891" y="367"/>
                    <a:pt x="2859" y="353"/>
                    <a:pt x="2827" y="353"/>
                  </a:cubicBezTo>
                  <a:close/>
                  <a:moveTo>
                    <a:pt x="18579" y="494"/>
                  </a:moveTo>
                  <a:cubicBezTo>
                    <a:pt x="18561" y="494"/>
                    <a:pt x="18542" y="499"/>
                    <a:pt x="18525" y="507"/>
                  </a:cubicBezTo>
                  <a:cubicBezTo>
                    <a:pt x="17702" y="1004"/>
                    <a:pt x="16944" y="1618"/>
                    <a:pt x="16291" y="2310"/>
                  </a:cubicBezTo>
                  <a:cubicBezTo>
                    <a:pt x="16238" y="2349"/>
                    <a:pt x="16251" y="2428"/>
                    <a:pt x="16291" y="2467"/>
                  </a:cubicBezTo>
                  <a:cubicBezTo>
                    <a:pt x="16317" y="2480"/>
                    <a:pt x="16343" y="2493"/>
                    <a:pt x="16369" y="2493"/>
                  </a:cubicBezTo>
                  <a:cubicBezTo>
                    <a:pt x="16395" y="2493"/>
                    <a:pt x="16421" y="2480"/>
                    <a:pt x="16447" y="2454"/>
                  </a:cubicBezTo>
                  <a:cubicBezTo>
                    <a:pt x="17088" y="1775"/>
                    <a:pt x="17832" y="1187"/>
                    <a:pt x="18642" y="690"/>
                  </a:cubicBezTo>
                  <a:cubicBezTo>
                    <a:pt x="18694" y="664"/>
                    <a:pt x="18707" y="599"/>
                    <a:pt x="18668" y="547"/>
                  </a:cubicBezTo>
                  <a:cubicBezTo>
                    <a:pt x="18651" y="512"/>
                    <a:pt x="18616" y="494"/>
                    <a:pt x="18579" y="494"/>
                  </a:cubicBezTo>
                  <a:close/>
                  <a:moveTo>
                    <a:pt x="19352" y="1006"/>
                  </a:moveTo>
                  <a:cubicBezTo>
                    <a:pt x="19328" y="1006"/>
                    <a:pt x="19304" y="1014"/>
                    <a:pt x="19282" y="1030"/>
                  </a:cubicBezTo>
                  <a:cubicBezTo>
                    <a:pt x="18694" y="1474"/>
                    <a:pt x="18106" y="1957"/>
                    <a:pt x="17545" y="2467"/>
                  </a:cubicBezTo>
                  <a:cubicBezTo>
                    <a:pt x="17506" y="2506"/>
                    <a:pt x="17506" y="2571"/>
                    <a:pt x="17545" y="2624"/>
                  </a:cubicBezTo>
                  <a:cubicBezTo>
                    <a:pt x="17558" y="2637"/>
                    <a:pt x="17597" y="2650"/>
                    <a:pt x="17623" y="2650"/>
                  </a:cubicBezTo>
                  <a:cubicBezTo>
                    <a:pt x="17649" y="2650"/>
                    <a:pt x="17675" y="2650"/>
                    <a:pt x="17688" y="2624"/>
                  </a:cubicBezTo>
                  <a:cubicBezTo>
                    <a:pt x="18250" y="2127"/>
                    <a:pt x="18825" y="1644"/>
                    <a:pt x="19413" y="1200"/>
                  </a:cubicBezTo>
                  <a:cubicBezTo>
                    <a:pt x="19465" y="1161"/>
                    <a:pt x="19478" y="1095"/>
                    <a:pt x="19439" y="1043"/>
                  </a:cubicBezTo>
                  <a:cubicBezTo>
                    <a:pt x="19416" y="1020"/>
                    <a:pt x="19385" y="1006"/>
                    <a:pt x="19352" y="100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" name="Google Shape;1369;p73"/>
            <p:cNvSpPr/>
            <p:nvPr/>
          </p:nvSpPr>
          <p:spPr>
            <a:xfrm>
              <a:off x="4143515" y="1442015"/>
              <a:ext cx="715929" cy="590232"/>
            </a:xfrm>
            <a:custGeom>
              <a:rect b="b" l="l" r="r" t="t"/>
              <a:pathLst>
                <a:path extrusionOk="0" h="32569" w="39505">
                  <a:moveTo>
                    <a:pt x="30216" y="314"/>
                  </a:moveTo>
                  <a:cubicBezTo>
                    <a:pt x="30229" y="589"/>
                    <a:pt x="30229" y="863"/>
                    <a:pt x="30242" y="1137"/>
                  </a:cubicBezTo>
                  <a:cubicBezTo>
                    <a:pt x="31914" y="2379"/>
                    <a:pt x="33195" y="4403"/>
                    <a:pt x="33796" y="6872"/>
                  </a:cubicBezTo>
                  <a:cubicBezTo>
                    <a:pt x="34462" y="9563"/>
                    <a:pt x="34344" y="12385"/>
                    <a:pt x="34227" y="15115"/>
                  </a:cubicBezTo>
                  <a:cubicBezTo>
                    <a:pt x="34214" y="15298"/>
                    <a:pt x="34357" y="15455"/>
                    <a:pt x="34540" y="15455"/>
                  </a:cubicBezTo>
                  <a:lnTo>
                    <a:pt x="34553" y="15455"/>
                  </a:lnTo>
                  <a:cubicBezTo>
                    <a:pt x="34723" y="15455"/>
                    <a:pt x="34867" y="15324"/>
                    <a:pt x="34880" y="15141"/>
                  </a:cubicBezTo>
                  <a:cubicBezTo>
                    <a:pt x="34997" y="12372"/>
                    <a:pt x="35128" y="9498"/>
                    <a:pt x="34436" y="6716"/>
                  </a:cubicBezTo>
                  <a:cubicBezTo>
                    <a:pt x="33743" y="3894"/>
                    <a:pt x="32215" y="1621"/>
                    <a:pt x="30216" y="314"/>
                  </a:cubicBezTo>
                  <a:close/>
                  <a:moveTo>
                    <a:pt x="15703" y="1"/>
                  </a:moveTo>
                  <a:lnTo>
                    <a:pt x="15703" y="1"/>
                  </a:lnTo>
                  <a:cubicBezTo>
                    <a:pt x="12241" y="393"/>
                    <a:pt x="8870" y="2692"/>
                    <a:pt x="6624" y="6219"/>
                  </a:cubicBezTo>
                  <a:cubicBezTo>
                    <a:pt x="4573" y="9446"/>
                    <a:pt x="3619" y="13234"/>
                    <a:pt x="2913" y="16866"/>
                  </a:cubicBezTo>
                  <a:cubicBezTo>
                    <a:pt x="2626" y="16892"/>
                    <a:pt x="2339" y="16970"/>
                    <a:pt x="2064" y="17088"/>
                  </a:cubicBezTo>
                  <a:cubicBezTo>
                    <a:pt x="1385" y="17375"/>
                    <a:pt x="836" y="17898"/>
                    <a:pt x="405" y="18499"/>
                  </a:cubicBezTo>
                  <a:cubicBezTo>
                    <a:pt x="249" y="18734"/>
                    <a:pt x="0" y="19505"/>
                    <a:pt x="92" y="20223"/>
                  </a:cubicBezTo>
                  <a:cubicBezTo>
                    <a:pt x="170" y="20955"/>
                    <a:pt x="562" y="21621"/>
                    <a:pt x="1111" y="22104"/>
                  </a:cubicBezTo>
                  <a:cubicBezTo>
                    <a:pt x="1346" y="22313"/>
                    <a:pt x="1607" y="22483"/>
                    <a:pt x="1895" y="22561"/>
                  </a:cubicBezTo>
                  <a:cubicBezTo>
                    <a:pt x="2036" y="22597"/>
                    <a:pt x="2180" y="22611"/>
                    <a:pt x="2325" y="22611"/>
                  </a:cubicBezTo>
                  <a:cubicBezTo>
                    <a:pt x="2500" y="22611"/>
                    <a:pt x="2676" y="22590"/>
                    <a:pt x="2848" y="22561"/>
                  </a:cubicBezTo>
                  <a:cubicBezTo>
                    <a:pt x="3371" y="22457"/>
                    <a:pt x="3880" y="22287"/>
                    <a:pt x="4324" y="22000"/>
                  </a:cubicBezTo>
                  <a:cubicBezTo>
                    <a:pt x="5448" y="21255"/>
                    <a:pt x="5944" y="19688"/>
                    <a:pt x="5435" y="18433"/>
                  </a:cubicBezTo>
                  <a:cubicBezTo>
                    <a:pt x="5200" y="17846"/>
                    <a:pt x="4769" y="17336"/>
                    <a:pt x="4194" y="17075"/>
                  </a:cubicBezTo>
                  <a:cubicBezTo>
                    <a:pt x="3998" y="16983"/>
                    <a:pt x="3789" y="16918"/>
                    <a:pt x="3580" y="16892"/>
                  </a:cubicBezTo>
                  <a:cubicBezTo>
                    <a:pt x="4272" y="13339"/>
                    <a:pt x="5213" y="9668"/>
                    <a:pt x="7185" y="6572"/>
                  </a:cubicBezTo>
                  <a:cubicBezTo>
                    <a:pt x="9223" y="3358"/>
                    <a:pt x="12228" y="1216"/>
                    <a:pt x="15350" y="706"/>
                  </a:cubicBezTo>
                  <a:cubicBezTo>
                    <a:pt x="15389" y="628"/>
                    <a:pt x="15428" y="550"/>
                    <a:pt x="15467" y="471"/>
                  </a:cubicBezTo>
                  <a:cubicBezTo>
                    <a:pt x="15559" y="314"/>
                    <a:pt x="15637" y="158"/>
                    <a:pt x="15703" y="1"/>
                  </a:cubicBezTo>
                  <a:close/>
                  <a:moveTo>
                    <a:pt x="29594" y="19455"/>
                  </a:moveTo>
                  <a:cubicBezTo>
                    <a:pt x="29524" y="19455"/>
                    <a:pt x="29455" y="19487"/>
                    <a:pt x="29406" y="19544"/>
                  </a:cubicBezTo>
                  <a:cubicBezTo>
                    <a:pt x="28257" y="21307"/>
                    <a:pt x="27290" y="23202"/>
                    <a:pt x="26532" y="25161"/>
                  </a:cubicBezTo>
                  <a:cubicBezTo>
                    <a:pt x="26114" y="26271"/>
                    <a:pt x="25735" y="27447"/>
                    <a:pt x="25879" y="28662"/>
                  </a:cubicBezTo>
                  <a:cubicBezTo>
                    <a:pt x="26114" y="30778"/>
                    <a:pt x="28113" y="32568"/>
                    <a:pt x="30229" y="32568"/>
                  </a:cubicBezTo>
                  <a:cubicBezTo>
                    <a:pt x="30347" y="32568"/>
                    <a:pt x="30451" y="32477"/>
                    <a:pt x="30451" y="32359"/>
                  </a:cubicBezTo>
                  <a:cubicBezTo>
                    <a:pt x="30451" y="32228"/>
                    <a:pt x="30347" y="32137"/>
                    <a:pt x="30229" y="32137"/>
                  </a:cubicBezTo>
                  <a:cubicBezTo>
                    <a:pt x="28322" y="32124"/>
                    <a:pt x="26519" y="30517"/>
                    <a:pt x="26310" y="28610"/>
                  </a:cubicBezTo>
                  <a:cubicBezTo>
                    <a:pt x="26180" y="27499"/>
                    <a:pt x="26532" y="26376"/>
                    <a:pt x="26937" y="25318"/>
                  </a:cubicBezTo>
                  <a:cubicBezTo>
                    <a:pt x="27682" y="23384"/>
                    <a:pt x="28635" y="21529"/>
                    <a:pt x="29772" y="19792"/>
                  </a:cubicBezTo>
                  <a:cubicBezTo>
                    <a:pt x="29837" y="19688"/>
                    <a:pt x="29811" y="19557"/>
                    <a:pt x="29720" y="19492"/>
                  </a:cubicBezTo>
                  <a:cubicBezTo>
                    <a:pt x="29680" y="19467"/>
                    <a:pt x="29637" y="19455"/>
                    <a:pt x="29594" y="19455"/>
                  </a:cubicBezTo>
                  <a:close/>
                  <a:moveTo>
                    <a:pt x="38197" y="20048"/>
                  </a:moveTo>
                  <a:cubicBezTo>
                    <a:pt x="38180" y="20048"/>
                    <a:pt x="38163" y="20049"/>
                    <a:pt x="38146" y="20053"/>
                  </a:cubicBezTo>
                  <a:cubicBezTo>
                    <a:pt x="38028" y="20092"/>
                    <a:pt x="37963" y="20210"/>
                    <a:pt x="37989" y="20328"/>
                  </a:cubicBezTo>
                  <a:cubicBezTo>
                    <a:pt x="38655" y="22627"/>
                    <a:pt x="39008" y="24991"/>
                    <a:pt x="39047" y="27382"/>
                  </a:cubicBezTo>
                  <a:cubicBezTo>
                    <a:pt x="39060" y="28166"/>
                    <a:pt x="39047" y="29067"/>
                    <a:pt x="38655" y="29825"/>
                  </a:cubicBezTo>
                  <a:cubicBezTo>
                    <a:pt x="38224" y="30674"/>
                    <a:pt x="37414" y="31183"/>
                    <a:pt x="36800" y="31445"/>
                  </a:cubicBezTo>
                  <a:cubicBezTo>
                    <a:pt x="36016" y="31797"/>
                    <a:pt x="35141" y="31967"/>
                    <a:pt x="34292" y="32137"/>
                  </a:cubicBezTo>
                  <a:cubicBezTo>
                    <a:pt x="34174" y="32150"/>
                    <a:pt x="34096" y="32268"/>
                    <a:pt x="34122" y="32385"/>
                  </a:cubicBezTo>
                  <a:cubicBezTo>
                    <a:pt x="34148" y="32490"/>
                    <a:pt x="34240" y="32568"/>
                    <a:pt x="34344" y="32568"/>
                  </a:cubicBezTo>
                  <a:lnTo>
                    <a:pt x="34383" y="32555"/>
                  </a:lnTo>
                  <a:cubicBezTo>
                    <a:pt x="35246" y="32385"/>
                    <a:pt x="36147" y="32215"/>
                    <a:pt x="36983" y="31850"/>
                  </a:cubicBezTo>
                  <a:cubicBezTo>
                    <a:pt x="37649" y="31549"/>
                    <a:pt x="38551" y="30987"/>
                    <a:pt x="39047" y="30034"/>
                  </a:cubicBezTo>
                  <a:cubicBezTo>
                    <a:pt x="39478" y="29185"/>
                    <a:pt x="39504" y="28218"/>
                    <a:pt x="39491" y="27369"/>
                  </a:cubicBezTo>
                  <a:cubicBezTo>
                    <a:pt x="39439" y="24952"/>
                    <a:pt x="39086" y="22535"/>
                    <a:pt x="38407" y="20210"/>
                  </a:cubicBezTo>
                  <a:cubicBezTo>
                    <a:pt x="38385" y="20110"/>
                    <a:pt x="38296" y="20048"/>
                    <a:pt x="38197" y="2004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" name="Google Shape;1370;p73"/>
            <p:cNvSpPr/>
            <p:nvPr/>
          </p:nvSpPr>
          <p:spPr>
            <a:xfrm>
              <a:off x="4173580" y="1715882"/>
              <a:ext cx="676386" cy="324175"/>
            </a:xfrm>
            <a:custGeom>
              <a:rect b="b" l="l" r="r" t="t"/>
              <a:pathLst>
                <a:path extrusionOk="0" h="17888" w="37323">
                  <a:moveTo>
                    <a:pt x="1210" y="3212"/>
                  </a:moveTo>
                  <a:cubicBezTo>
                    <a:pt x="1087" y="3212"/>
                    <a:pt x="965" y="3231"/>
                    <a:pt x="850" y="3269"/>
                  </a:cubicBezTo>
                  <a:cubicBezTo>
                    <a:pt x="418" y="3426"/>
                    <a:pt x="105" y="3857"/>
                    <a:pt x="53" y="4314"/>
                  </a:cubicBezTo>
                  <a:cubicBezTo>
                    <a:pt x="0" y="4824"/>
                    <a:pt x="157" y="5399"/>
                    <a:pt x="575" y="5673"/>
                  </a:cubicBezTo>
                  <a:cubicBezTo>
                    <a:pt x="725" y="5777"/>
                    <a:pt x="908" y="5826"/>
                    <a:pt x="1093" y="5826"/>
                  </a:cubicBezTo>
                  <a:cubicBezTo>
                    <a:pt x="1277" y="5826"/>
                    <a:pt x="1464" y="5777"/>
                    <a:pt x="1620" y="5686"/>
                  </a:cubicBezTo>
                  <a:cubicBezTo>
                    <a:pt x="1934" y="5503"/>
                    <a:pt x="2156" y="5163"/>
                    <a:pt x="2260" y="4811"/>
                  </a:cubicBezTo>
                  <a:cubicBezTo>
                    <a:pt x="2378" y="4419"/>
                    <a:pt x="2352" y="3948"/>
                    <a:pt x="2091" y="3622"/>
                  </a:cubicBezTo>
                  <a:cubicBezTo>
                    <a:pt x="1889" y="3354"/>
                    <a:pt x="1548" y="3212"/>
                    <a:pt x="1210" y="3212"/>
                  </a:cubicBezTo>
                  <a:close/>
                  <a:moveTo>
                    <a:pt x="32904" y="1"/>
                  </a:moveTo>
                  <a:cubicBezTo>
                    <a:pt x="32037" y="1"/>
                    <a:pt x="31187" y="458"/>
                    <a:pt x="30477" y="996"/>
                  </a:cubicBezTo>
                  <a:cubicBezTo>
                    <a:pt x="29158" y="2002"/>
                    <a:pt x="28087" y="3335"/>
                    <a:pt x="27381" y="4850"/>
                  </a:cubicBezTo>
                  <a:cubicBezTo>
                    <a:pt x="27266" y="5092"/>
                    <a:pt x="27700" y="5342"/>
                    <a:pt x="28092" y="5342"/>
                  </a:cubicBezTo>
                  <a:cubicBezTo>
                    <a:pt x="28187" y="5342"/>
                    <a:pt x="28280" y="5327"/>
                    <a:pt x="28361" y="5294"/>
                  </a:cubicBezTo>
                  <a:cubicBezTo>
                    <a:pt x="28779" y="5111"/>
                    <a:pt x="29027" y="4680"/>
                    <a:pt x="29276" y="4288"/>
                  </a:cubicBezTo>
                  <a:cubicBezTo>
                    <a:pt x="29720" y="3570"/>
                    <a:pt x="30255" y="2916"/>
                    <a:pt x="30869" y="2342"/>
                  </a:cubicBezTo>
                  <a:cubicBezTo>
                    <a:pt x="31415" y="1842"/>
                    <a:pt x="32098" y="1382"/>
                    <a:pt x="32808" y="1382"/>
                  </a:cubicBezTo>
                  <a:cubicBezTo>
                    <a:pt x="32915" y="1382"/>
                    <a:pt x="33022" y="1392"/>
                    <a:pt x="33129" y="1414"/>
                  </a:cubicBezTo>
                  <a:cubicBezTo>
                    <a:pt x="33861" y="1558"/>
                    <a:pt x="34383" y="2185"/>
                    <a:pt x="34801" y="2799"/>
                  </a:cubicBezTo>
                  <a:cubicBezTo>
                    <a:pt x="35350" y="3622"/>
                    <a:pt x="35833" y="4484"/>
                    <a:pt x="36225" y="5385"/>
                  </a:cubicBezTo>
                  <a:cubicBezTo>
                    <a:pt x="36330" y="5608"/>
                    <a:pt x="36474" y="5882"/>
                    <a:pt x="36722" y="5882"/>
                  </a:cubicBezTo>
                  <a:cubicBezTo>
                    <a:pt x="36983" y="5882"/>
                    <a:pt x="37140" y="5608"/>
                    <a:pt x="37192" y="5346"/>
                  </a:cubicBezTo>
                  <a:cubicBezTo>
                    <a:pt x="37323" y="4732"/>
                    <a:pt x="37127" y="4092"/>
                    <a:pt x="36865" y="3517"/>
                  </a:cubicBezTo>
                  <a:cubicBezTo>
                    <a:pt x="36434" y="2538"/>
                    <a:pt x="35794" y="1662"/>
                    <a:pt x="34997" y="957"/>
                  </a:cubicBezTo>
                  <a:cubicBezTo>
                    <a:pt x="34501" y="526"/>
                    <a:pt x="33926" y="134"/>
                    <a:pt x="33273" y="29"/>
                  </a:cubicBezTo>
                  <a:cubicBezTo>
                    <a:pt x="33150" y="10"/>
                    <a:pt x="33027" y="1"/>
                    <a:pt x="32904" y="1"/>
                  </a:cubicBezTo>
                  <a:close/>
                  <a:moveTo>
                    <a:pt x="31701" y="16659"/>
                  </a:moveTo>
                  <a:cubicBezTo>
                    <a:pt x="31653" y="16659"/>
                    <a:pt x="31607" y="16666"/>
                    <a:pt x="31562" y="16685"/>
                  </a:cubicBezTo>
                  <a:cubicBezTo>
                    <a:pt x="31470" y="16738"/>
                    <a:pt x="31418" y="16829"/>
                    <a:pt x="31405" y="16934"/>
                  </a:cubicBezTo>
                  <a:cubicBezTo>
                    <a:pt x="31392" y="17038"/>
                    <a:pt x="31405" y="17143"/>
                    <a:pt x="31418" y="17234"/>
                  </a:cubicBezTo>
                  <a:cubicBezTo>
                    <a:pt x="31431" y="17286"/>
                    <a:pt x="31444" y="17338"/>
                    <a:pt x="31457" y="17404"/>
                  </a:cubicBezTo>
                  <a:cubicBezTo>
                    <a:pt x="31470" y="17495"/>
                    <a:pt x="31483" y="17587"/>
                    <a:pt x="31536" y="17678"/>
                  </a:cubicBezTo>
                  <a:cubicBezTo>
                    <a:pt x="31575" y="17757"/>
                    <a:pt x="31653" y="17835"/>
                    <a:pt x="31745" y="17848"/>
                  </a:cubicBezTo>
                  <a:cubicBezTo>
                    <a:pt x="31764" y="17852"/>
                    <a:pt x="31782" y="17853"/>
                    <a:pt x="31799" y="17853"/>
                  </a:cubicBezTo>
                  <a:cubicBezTo>
                    <a:pt x="31841" y="17853"/>
                    <a:pt x="31877" y="17844"/>
                    <a:pt x="31914" y="17835"/>
                  </a:cubicBezTo>
                  <a:cubicBezTo>
                    <a:pt x="32176" y="17783"/>
                    <a:pt x="32437" y="17743"/>
                    <a:pt x="32698" y="17691"/>
                  </a:cubicBezTo>
                  <a:cubicBezTo>
                    <a:pt x="32764" y="17678"/>
                    <a:pt x="32842" y="17652"/>
                    <a:pt x="32868" y="17587"/>
                  </a:cubicBezTo>
                  <a:cubicBezTo>
                    <a:pt x="32907" y="17521"/>
                    <a:pt x="32855" y="17443"/>
                    <a:pt x="32829" y="17378"/>
                  </a:cubicBezTo>
                  <a:cubicBezTo>
                    <a:pt x="32803" y="17312"/>
                    <a:pt x="32777" y="17221"/>
                    <a:pt x="32777" y="17143"/>
                  </a:cubicBezTo>
                  <a:cubicBezTo>
                    <a:pt x="32777" y="17077"/>
                    <a:pt x="32790" y="17012"/>
                    <a:pt x="32777" y="16947"/>
                  </a:cubicBezTo>
                  <a:cubicBezTo>
                    <a:pt x="32737" y="16764"/>
                    <a:pt x="32555" y="16790"/>
                    <a:pt x="32411" y="16764"/>
                  </a:cubicBezTo>
                  <a:cubicBezTo>
                    <a:pt x="32228" y="16738"/>
                    <a:pt x="32032" y="16711"/>
                    <a:pt x="31849" y="16672"/>
                  </a:cubicBezTo>
                  <a:cubicBezTo>
                    <a:pt x="31797" y="16666"/>
                    <a:pt x="31748" y="16659"/>
                    <a:pt x="31701" y="16659"/>
                  </a:cubicBezTo>
                  <a:close/>
                  <a:moveTo>
                    <a:pt x="29602" y="16689"/>
                  </a:moveTo>
                  <a:cubicBezTo>
                    <a:pt x="29553" y="16689"/>
                    <a:pt x="29504" y="16698"/>
                    <a:pt x="29458" y="16711"/>
                  </a:cubicBezTo>
                  <a:cubicBezTo>
                    <a:pt x="29276" y="16738"/>
                    <a:pt x="29080" y="16764"/>
                    <a:pt x="28897" y="16803"/>
                  </a:cubicBezTo>
                  <a:cubicBezTo>
                    <a:pt x="28753" y="16816"/>
                    <a:pt x="28570" y="16803"/>
                    <a:pt x="28531" y="16973"/>
                  </a:cubicBezTo>
                  <a:cubicBezTo>
                    <a:pt x="28518" y="17038"/>
                    <a:pt x="28531" y="17103"/>
                    <a:pt x="28531" y="17169"/>
                  </a:cubicBezTo>
                  <a:cubicBezTo>
                    <a:pt x="28518" y="17260"/>
                    <a:pt x="28505" y="17338"/>
                    <a:pt x="28479" y="17417"/>
                  </a:cubicBezTo>
                  <a:cubicBezTo>
                    <a:pt x="28440" y="17482"/>
                    <a:pt x="28400" y="17548"/>
                    <a:pt x="28440" y="17613"/>
                  </a:cubicBezTo>
                  <a:cubicBezTo>
                    <a:pt x="28466" y="17678"/>
                    <a:pt x="28544" y="17704"/>
                    <a:pt x="28609" y="17717"/>
                  </a:cubicBezTo>
                  <a:cubicBezTo>
                    <a:pt x="28871" y="17770"/>
                    <a:pt x="29132" y="17822"/>
                    <a:pt x="29393" y="17874"/>
                  </a:cubicBezTo>
                  <a:cubicBezTo>
                    <a:pt x="29445" y="17874"/>
                    <a:pt x="29498" y="17887"/>
                    <a:pt x="29563" y="17887"/>
                  </a:cubicBezTo>
                  <a:cubicBezTo>
                    <a:pt x="29654" y="17861"/>
                    <a:pt x="29733" y="17796"/>
                    <a:pt x="29772" y="17704"/>
                  </a:cubicBezTo>
                  <a:cubicBezTo>
                    <a:pt x="29824" y="17626"/>
                    <a:pt x="29837" y="17521"/>
                    <a:pt x="29850" y="17430"/>
                  </a:cubicBezTo>
                  <a:cubicBezTo>
                    <a:pt x="29863" y="17378"/>
                    <a:pt x="29877" y="17325"/>
                    <a:pt x="29890" y="17273"/>
                  </a:cubicBezTo>
                  <a:cubicBezTo>
                    <a:pt x="29903" y="17169"/>
                    <a:pt x="29916" y="17064"/>
                    <a:pt x="29903" y="16960"/>
                  </a:cubicBezTo>
                  <a:cubicBezTo>
                    <a:pt x="29890" y="16868"/>
                    <a:pt x="29837" y="16764"/>
                    <a:pt x="29746" y="16725"/>
                  </a:cubicBezTo>
                  <a:cubicBezTo>
                    <a:pt x="29700" y="16698"/>
                    <a:pt x="29651" y="16689"/>
                    <a:pt x="29602" y="1668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ream &amp; Pastel Palette Health Center Characters XL by Slidesgo">
  <a:themeElements>
    <a:clrScheme name="Simple Light">
      <a:dk1>
        <a:srgbClr val="191919"/>
      </a:dk1>
      <a:lt1>
        <a:srgbClr val="FFFCF2"/>
      </a:lt1>
      <a:dk2>
        <a:srgbClr val="F0E9DD"/>
      </a:dk2>
      <a:lt2>
        <a:srgbClr val="C0DBF9"/>
      </a:lt2>
      <a:accent1>
        <a:srgbClr val="FF746E"/>
      </a:accent1>
      <a:accent2>
        <a:srgbClr val="F3B18B"/>
      </a:accent2>
      <a:accent3>
        <a:srgbClr val="FCE19D"/>
      </a:accent3>
      <a:accent4>
        <a:srgbClr val="E6ABFF"/>
      </a:accent4>
      <a:accent5>
        <a:srgbClr val="FBB4B8"/>
      </a:accent5>
      <a:accent6>
        <a:srgbClr val="CDDCD2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