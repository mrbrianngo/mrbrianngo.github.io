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375086cbb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375086cbb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375086cbb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375086cbb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375086cbb8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375086cbb8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25"/>
            <a:ext cx="4572000" cy="51435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dk1"/>
              </a:buClr>
              <a:buSzPts val="1800"/>
              <a:buChar char="●"/>
              <a:defRPr>
                <a:solidFill>
                  <a:schemeClr val="dk1"/>
                </a:solidFill>
              </a:defRPr>
            </a:lvl1pPr>
            <a:lvl2pPr indent="-317500" lvl="1" marL="914400">
              <a:spcBef>
                <a:spcPts val="0"/>
              </a:spcBef>
              <a:spcAft>
                <a:spcPts val="0"/>
              </a:spcAft>
              <a:buClr>
                <a:schemeClr val="dk1"/>
              </a:buClr>
              <a:buSzPts val="1400"/>
              <a:buChar char="○"/>
              <a:defRPr>
                <a:solidFill>
                  <a:schemeClr val="dk1"/>
                </a:solidFill>
              </a:defRPr>
            </a:lvl2pPr>
            <a:lvl3pPr indent="-317500" lvl="2" marL="1371600">
              <a:spcBef>
                <a:spcPts val="0"/>
              </a:spcBef>
              <a:spcAft>
                <a:spcPts val="0"/>
              </a:spcAft>
              <a:buClr>
                <a:schemeClr val="dk1"/>
              </a:buClr>
              <a:buSzPts val="1400"/>
              <a:buChar char="■"/>
              <a:defRPr>
                <a:solidFill>
                  <a:schemeClr val="dk1"/>
                </a:solidFill>
              </a:defRPr>
            </a:lvl3pPr>
            <a:lvl4pPr indent="-317500" lvl="3" marL="1828800">
              <a:spcBef>
                <a:spcPts val="0"/>
              </a:spcBef>
              <a:spcAft>
                <a:spcPts val="0"/>
              </a:spcAft>
              <a:buClr>
                <a:schemeClr val="dk1"/>
              </a:buClr>
              <a:buSzPts val="1400"/>
              <a:buChar char="●"/>
              <a:defRPr>
                <a:solidFill>
                  <a:schemeClr val="dk1"/>
                </a:solidFill>
              </a:defRPr>
            </a:lvl4pPr>
            <a:lvl5pPr indent="-317500" lvl="4" marL="2286000">
              <a:spcBef>
                <a:spcPts val="0"/>
              </a:spcBef>
              <a:spcAft>
                <a:spcPts val="0"/>
              </a:spcAft>
              <a:buClr>
                <a:schemeClr val="dk1"/>
              </a:buClr>
              <a:buSzPts val="1400"/>
              <a:buChar char="○"/>
              <a:defRPr>
                <a:solidFill>
                  <a:schemeClr val="dk1"/>
                </a:solidFill>
              </a:defRPr>
            </a:lvl5pPr>
            <a:lvl6pPr indent="-317500" lvl="5" marL="2743200">
              <a:spcBef>
                <a:spcPts val="0"/>
              </a:spcBef>
              <a:spcAft>
                <a:spcPts val="0"/>
              </a:spcAft>
              <a:buClr>
                <a:schemeClr val="dk1"/>
              </a:buClr>
              <a:buSzPts val="1400"/>
              <a:buChar char="■"/>
              <a:defRPr>
                <a:solidFill>
                  <a:schemeClr val="dk1"/>
                </a:solidFill>
              </a:defRPr>
            </a:lvl6pPr>
            <a:lvl7pPr indent="-317500" lvl="6" marL="3200400">
              <a:spcBef>
                <a:spcPts val="0"/>
              </a:spcBef>
              <a:spcAft>
                <a:spcPts val="0"/>
              </a:spcAft>
              <a:buClr>
                <a:schemeClr val="dk1"/>
              </a:buClr>
              <a:buSzPts val="1400"/>
              <a:buChar char="●"/>
              <a:defRPr>
                <a:solidFill>
                  <a:schemeClr val="dk1"/>
                </a:solidFill>
              </a:defRPr>
            </a:lvl7pPr>
            <a:lvl8pPr indent="-317500" lvl="7" marL="3657600">
              <a:spcBef>
                <a:spcPts val="0"/>
              </a:spcBef>
              <a:spcAft>
                <a:spcPts val="0"/>
              </a:spcAft>
              <a:buClr>
                <a:schemeClr val="dk1"/>
              </a:buClr>
              <a:buSzPts val="1400"/>
              <a:buChar char="○"/>
              <a:defRPr>
                <a:solidFill>
                  <a:schemeClr val="dk1"/>
                </a:solidFill>
              </a:defRPr>
            </a:lvl8pPr>
            <a:lvl9pPr indent="-317500" lvl="8" marL="4114800">
              <a:spcBef>
                <a:spcPts val="0"/>
              </a:spcBef>
              <a:spcAft>
                <a:spcPts val="0"/>
              </a:spcAft>
              <a:buClr>
                <a:schemeClr val="dk1"/>
              </a:buClr>
              <a:buSzPts val="1400"/>
              <a:buChar char="■"/>
              <a:defRPr>
                <a:solidFill>
                  <a:schemeClr val="dk1"/>
                </a:solidFill>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dark-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lt2"/>
              </a:buClr>
              <a:buSzPts val="1800"/>
              <a:buChar char="●"/>
              <a:defRPr sz="1800">
                <a:solidFill>
                  <a:schemeClr val="lt2"/>
                </a:solidFill>
              </a:defRPr>
            </a:lvl1pPr>
            <a:lvl2pPr indent="-317500" lvl="1" marL="914400">
              <a:lnSpc>
                <a:spcPct val="115000"/>
              </a:lnSpc>
              <a:spcBef>
                <a:spcPts val="0"/>
              </a:spcBef>
              <a:spcAft>
                <a:spcPts val="0"/>
              </a:spcAft>
              <a:buClr>
                <a:schemeClr val="lt2"/>
              </a:buClr>
              <a:buSzPts val="1400"/>
              <a:buChar char="○"/>
              <a:defRPr>
                <a:solidFill>
                  <a:schemeClr val="lt2"/>
                </a:solidFill>
              </a:defRPr>
            </a:lvl2pPr>
            <a:lvl3pPr indent="-317500" lvl="2" marL="1371600">
              <a:lnSpc>
                <a:spcPct val="115000"/>
              </a:lnSpc>
              <a:spcBef>
                <a:spcPts val="0"/>
              </a:spcBef>
              <a:spcAft>
                <a:spcPts val="0"/>
              </a:spcAft>
              <a:buClr>
                <a:schemeClr val="lt2"/>
              </a:buClr>
              <a:buSzPts val="1400"/>
              <a:buChar char="■"/>
              <a:defRPr>
                <a:solidFill>
                  <a:schemeClr val="lt2"/>
                </a:solidFill>
              </a:defRPr>
            </a:lvl3pPr>
            <a:lvl4pPr indent="-317500" lvl="3" marL="1828800">
              <a:lnSpc>
                <a:spcPct val="115000"/>
              </a:lnSpc>
              <a:spcBef>
                <a:spcPts val="0"/>
              </a:spcBef>
              <a:spcAft>
                <a:spcPts val="0"/>
              </a:spcAft>
              <a:buClr>
                <a:schemeClr val="lt2"/>
              </a:buClr>
              <a:buSzPts val="1400"/>
              <a:buChar char="●"/>
              <a:defRPr>
                <a:solidFill>
                  <a:schemeClr val="lt2"/>
                </a:solidFill>
              </a:defRPr>
            </a:lvl4pPr>
            <a:lvl5pPr indent="-317500" lvl="4" marL="2286000">
              <a:lnSpc>
                <a:spcPct val="115000"/>
              </a:lnSpc>
              <a:spcBef>
                <a:spcPts val="0"/>
              </a:spcBef>
              <a:spcAft>
                <a:spcPts val="0"/>
              </a:spcAft>
              <a:buClr>
                <a:schemeClr val="lt2"/>
              </a:buClr>
              <a:buSzPts val="1400"/>
              <a:buChar char="○"/>
              <a:defRPr>
                <a:solidFill>
                  <a:schemeClr val="lt2"/>
                </a:solidFill>
              </a:defRPr>
            </a:lvl5pPr>
            <a:lvl6pPr indent="-317500" lvl="5" marL="2743200">
              <a:lnSpc>
                <a:spcPct val="115000"/>
              </a:lnSpc>
              <a:spcBef>
                <a:spcPts val="0"/>
              </a:spcBef>
              <a:spcAft>
                <a:spcPts val="0"/>
              </a:spcAft>
              <a:buClr>
                <a:schemeClr val="lt2"/>
              </a:buClr>
              <a:buSzPts val="1400"/>
              <a:buChar char="■"/>
              <a:defRPr>
                <a:solidFill>
                  <a:schemeClr val="lt2"/>
                </a:solidFill>
              </a:defRPr>
            </a:lvl6pPr>
            <a:lvl7pPr indent="-317500" lvl="6" marL="3200400">
              <a:lnSpc>
                <a:spcPct val="115000"/>
              </a:lnSpc>
              <a:spcBef>
                <a:spcPts val="0"/>
              </a:spcBef>
              <a:spcAft>
                <a:spcPts val="0"/>
              </a:spcAft>
              <a:buClr>
                <a:schemeClr val="lt2"/>
              </a:buClr>
              <a:buSzPts val="1400"/>
              <a:buChar char="●"/>
              <a:defRPr>
                <a:solidFill>
                  <a:schemeClr val="lt2"/>
                </a:solidFill>
              </a:defRPr>
            </a:lvl7pPr>
            <a:lvl8pPr indent="-317500" lvl="7" marL="3657600">
              <a:lnSpc>
                <a:spcPct val="115000"/>
              </a:lnSpc>
              <a:spcBef>
                <a:spcPts val="0"/>
              </a:spcBef>
              <a:spcAft>
                <a:spcPts val="0"/>
              </a:spcAft>
              <a:buClr>
                <a:schemeClr val="lt2"/>
              </a:buClr>
              <a:buSzPts val="1400"/>
              <a:buChar char="○"/>
              <a:defRPr>
                <a:solidFill>
                  <a:schemeClr val="lt2"/>
                </a:solidFill>
              </a:defRPr>
            </a:lvl8pPr>
            <a:lvl9pPr indent="-317500" lvl="8" marL="4114800">
              <a:lnSpc>
                <a:spcPct val="115000"/>
              </a:lnSpc>
              <a:spcBef>
                <a:spcPts val="0"/>
              </a:spcBef>
              <a:spcAft>
                <a:spcPts val="0"/>
              </a:spcAft>
              <a:buClr>
                <a:schemeClr val="lt2"/>
              </a:buClr>
              <a:buSzPts val="1400"/>
              <a:buChar char="■"/>
              <a:defRPr>
                <a:solidFill>
                  <a:schemeClr val="lt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2"/>
                </a:solidFill>
              </a:defRPr>
            </a:lvl1pPr>
            <a:lvl2pPr lvl="1" algn="r">
              <a:buNone/>
              <a:defRPr sz="1000">
                <a:solidFill>
                  <a:schemeClr val="lt2"/>
                </a:solidFill>
              </a:defRPr>
            </a:lvl2pPr>
            <a:lvl3pPr lvl="2" algn="r">
              <a:buNone/>
              <a:defRPr sz="1000">
                <a:solidFill>
                  <a:schemeClr val="lt2"/>
                </a:solidFill>
              </a:defRPr>
            </a:lvl3pPr>
            <a:lvl4pPr lvl="3" algn="r">
              <a:buNone/>
              <a:defRPr sz="1000">
                <a:solidFill>
                  <a:schemeClr val="lt2"/>
                </a:solidFill>
              </a:defRPr>
            </a:lvl4pPr>
            <a:lvl5pPr lvl="4" algn="r">
              <a:buNone/>
              <a:defRPr sz="1000">
                <a:solidFill>
                  <a:schemeClr val="lt2"/>
                </a:solidFill>
              </a:defRPr>
            </a:lvl5pPr>
            <a:lvl6pPr lvl="5" algn="r">
              <a:buNone/>
              <a:defRPr sz="1000">
                <a:solidFill>
                  <a:schemeClr val="lt2"/>
                </a:solidFill>
              </a:defRPr>
            </a:lvl6pPr>
            <a:lvl7pPr lvl="6" algn="r">
              <a:buNone/>
              <a:defRPr sz="1000">
                <a:solidFill>
                  <a:schemeClr val="lt2"/>
                </a:solidFill>
              </a:defRPr>
            </a:lvl7pPr>
            <a:lvl8pPr lvl="7" algn="r">
              <a:buNone/>
              <a:defRPr sz="1000">
                <a:solidFill>
                  <a:schemeClr val="lt2"/>
                </a:solidFill>
              </a:defRPr>
            </a:lvl8pPr>
            <a:lvl9pPr lvl="8" algn="r">
              <a:buNone/>
              <a:defRPr sz="1000">
                <a:solidFill>
                  <a:schemeClr val="lt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Group 5 Alcon Check in 2</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we’ve accomplished</a:t>
            </a:r>
            <a:endParaRPr/>
          </a:p>
        </p:txBody>
      </p:sp>
      <p:sp>
        <p:nvSpPr>
          <p:cNvPr id="61" name="Google Shape;61;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We have been added to Alcon’s workday system and we now have badge access to visit Alcon when we need to</a:t>
            </a:r>
            <a:endParaRPr/>
          </a:p>
          <a:p>
            <a:pPr indent="-342900" lvl="0" marL="457200" rtl="0" algn="l">
              <a:spcBef>
                <a:spcPts val="0"/>
              </a:spcBef>
              <a:spcAft>
                <a:spcPts val="0"/>
              </a:spcAft>
              <a:buSzPts val="1800"/>
              <a:buChar char="●"/>
            </a:pPr>
            <a:r>
              <a:rPr lang="en"/>
              <a:t>We’ve trained on the Khine lab keyence microscope</a:t>
            </a:r>
            <a:endParaRPr/>
          </a:p>
          <a:p>
            <a:pPr indent="-342900" lvl="0" marL="457200" rtl="0" algn="l">
              <a:spcBef>
                <a:spcPts val="0"/>
              </a:spcBef>
              <a:spcAft>
                <a:spcPts val="0"/>
              </a:spcAft>
              <a:buSzPts val="1800"/>
              <a:buChar char="●"/>
            </a:pPr>
            <a:r>
              <a:rPr lang="en"/>
              <a:t>We’re getting THESE PARTS printed</a:t>
            </a:r>
            <a:endParaRPr/>
          </a:p>
          <a:p>
            <a:pPr indent="-317500" lvl="1" marL="914400" rtl="0" algn="l">
              <a:spcBef>
                <a:spcPts val="0"/>
              </a:spcBef>
              <a:spcAft>
                <a:spcPts val="0"/>
              </a:spcAft>
              <a:buSzPts val="1400"/>
              <a:buChar char="○"/>
            </a:pPr>
            <a:r>
              <a:rPr lang="en"/>
              <a:t>Top plate</a:t>
            </a:r>
            <a:endParaRPr/>
          </a:p>
          <a:p>
            <a:pPr indent="-317500" lvl="1" marL="914400" rtl="0" algn="l">
              <a:spcBef>
                <a:spcPts val="0"/>
              </a:spcBef>
              <a:spcAft>
                <a:spcPts val="0"/>
              </a:spcAft>
              <a:buSzPts val="1400"/>
              <a:buChar char="○"/>
            </a:pPr>
            <a:r>
              <a:rPr lang="en"/>
              <a:t>Grippers</a:t>
            </a:r>
            <a:endParaRPr/>
          </a:p>
          <a:p>
            <a:pPr indent="-317500" lvl="1" marL="914400" rtl="0" algn="l">
              <a:spcBef>
                <a:spcPts val="0"/>
              </a:spcBef>
              <a:spcAft>
                <a:spcPts val="0"/>
              </a:spcAft>
              <a:buSzPts val="1400"/>
              <a:buChar char="○"/>
            </a:pPr>
            <a:r>
              <a:rPr lang="en"/>
              <a:t>Stepper motor holder</a:t>
            </a:r>
            <a:endParaRPr/>
          </a:p>
          <a:p>
            <a:pPr indent="-342900" lvl="0" marL="457200" rtl="0" algn="l">
              <a:spcBef>
                <a:spcPts val="0"/>
              </a:spcBef>
              <a:spcAft>
                <a:spcPts val="0"/>
              </a:spcAft>
              <a:buSzPts val="1800"/>
              <a:buChar char="●"/>
            </a:pPr>
            <a:r>
              <a:rPr lang="en"/>
              <a:t>We finished the aligner for the stage controller</a:t>
            </a:r>
            <a:endParaRPr/>
          </a:p>
          <a:p>
            <a:pPr indent="-342900" lvl="0" marL="457200" rtl="0" algn="l">
              <a:spcBef>
                <a:spcPts val="0"/>
              </a:spcBef>
              <a:spcAft>
                <a:spcPts val="0"/>
              </a:spcAft>
              <a:buSzPts val="1800"/>
              <a:buChar char="●"/>
            </a:pPr>
            <a:r>
              <a:rPr lang="en"/>
              <a:t>We planned out the arduino electronic connections for the stage controller </a:t>
            </a:r>
            <a:endParaRPr/>
          </a:p>
          <a:p>
            <a:pPr indent="-342900" lvl="0" marL="457200" rtl="0" algn="l">
              <a:spcBef>
                <a:spcPts val="0"/>
              </a:spcBef>
              <a:spcAft>
                <a:spcPts val="0"/>
              </a:spcAft>
              <a:buSzPts val="1800"/>
              <a:buChar char="●"/>
            </a:pPr>
            <a:r>
              <a:rPr lang="en"/>
              <a:t>We made more progress on the FMEA Chart</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Plans for Early Spring</a:t>
            </a:r>
            <a:endParaRPr/>
          </a:p>
        </p:txBody>
      </p:sp>
      <p:sp>
        <p:nvSpPr>
          <p:cNvPr id="67" name="Google Shape;67;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Complete our first prototype design</a:t>
            </a:r>
            <a:endParaRPr/>
          </a:p>
          <a:p>
            <a:pPr indent="-317500" lvl="1" marL="914400" rtl="0" algn="l">
              <a:spcBef>
                <a:spcPts val="0"/>
              </a:spcBef>
              <a:spcAft>
                <a:spcPts val="0"/>
              </a:spcAft>
              <a:buSzPts val="1400"/>
              <a:buChar char="○"/>
            </a:pPr>
            <a:r>
              <a:rPr lang="en"/>
              <a:t>Complete the hardware part of our design</a:t>
            </a:r>
            <a:endParaRPr/>
          </a:p>
          <a:p>
            <a:pPr indent="-317500" lvl="1" marL="914400" rtl="0" algn="l">
              <a:spcBef>
                <a:spcPts val="0"/>
              </a:spcBef>
              <a:spcAft>
                <a:spcPts val="0"/>
              </a:spcAft>
              <a:buSzPts val="1400"/>
              <a:buChar char="○"/>
            </a:pPr>
            <a:r>
              <a:rPr lang="en"/>
              <a:t>Allow communication it to the software portion of our design</a:t>
            </a:r>
            <a:endParaRPr/>
          </a:p>
          <a:p>
            <a:pPr indent="-342900" lvl="0" marL="457200" rtl="0" algn="l">
              <a:spcBef>
                <a:spcPts val="0"/>
              </a:spcBef>
              <a:spcAft>
                <a:spcPts val="0"/>
              </a:spcAft>
              <a:buSzPts val="1800"/>
              <a:buChar char="●"/>
            </a:pPr>
            <a:r>
              <a:rPr lang="en"/>
              <a:t>Collect microscope images for software AI training</a:t>
            </a:r>
            <a:endParaRPr/>
          </a:p>
          <a:p>
            <a:pPr indent="-342900" lvl="0" marL="457200" rtl="0" algn="l">
              <a:spcBef>
                <a:spcPts val="0"/>
              </a:spcBef>
              <a:spcAft>
                <a:spcPts val="0"/>
              </a:spcAft>
              <a:buSzPts val="1800"/>
              <a:buChar char="●"/>
            </a:pPr>
            <a:r>
              <a:rPr lang="en"/>
              <a:t>Test and revise our prototype design</a:t>
            </a:r>
            <a:endParaRPr/>
          </a:p>
          <a:p>
            <a:pPr indent="-342900" lvl="0" marL="457200" rtl="0" algn="l">
              <a:spcBef>
                <a:spcPts val="0"/>
              </a:spcBef>
              <a:spcAft>
                <a:spcPts val="0"/>
              </a:spcAft>
              <a:buSzPts val="1800"/>
              <a:buChar char="●"/>
            </a:pPr>
            <a:r>
              <a:rPr lang="en"/>
              <a:t>Test and revise particle </a:t>
            </a:r>
            <a:r>
              <a:rPr lang="en"/>
              <a:t>recognition</a:t>
            </a:r>
            <a:r>
              <a:rPr lang="en"/>
              <a:t> software </a:t>
            </a:r>
            <a:endParaRPr/>
          </a:p>
          <a:p>
            <a:pPr indent="-342900" lvl="0" marL="457200" rtl="0" algn="l">
              <a:spcBef>
                <a:spcPts val="0"/>
              </a:spcBef>
              <a:spcAft>
                <a:spcPts val="0"/>
              </a:spcAft>
              <a:buSzPts val="1800"/>
              <a:buChar char="●"/>
            </a:pPr>
            <a:r>
              <a:rPr lang="en"/>
              <a:t>Complete all necessary documentation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Questions</a:t>
            </a:r>
            <a:endParaRPr/>
          </a:p>
        </p:txBody>
      </p:sp>
      <p:sp>
        <p:nvSpPr>
          <p:cNvPr id="73" name="Google Shape;73;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Would it be wise to use biorender for the whole poster, or should we just use biorender for specific graphics and then add them to adobe illustrator?</a:t>
            </a:r>
            <a:endParaRPr/>
          </a:p>
          <a:p>
            <a:pPr indent="-342900" lvl="0" marL="457200" rtl="0" algn="l">
              <a:spcBef>
                <a:spcPts val="0"/>
              </a:spcBef>
              <a:spcAft>
                <a:spcPts val="0"/>
              </a:spcAft>
              <a:buSzPts val="1800"/>
              <a:buChar char="●"/>
            </a:pPr>
            <a:r>
              <a:rPr lang="en"/>
              <a:t>Would it be smart for us to dedicate extra space to explaining the purpose of our project? In the past, people have struggled to understand the test process that we are improving.</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