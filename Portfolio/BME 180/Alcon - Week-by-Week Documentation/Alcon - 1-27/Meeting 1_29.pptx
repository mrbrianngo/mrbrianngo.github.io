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2a337e7da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2a337e7da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2a337e7da7_2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32a337e7da7_2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2a3507d75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2a3507d75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dark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2"/>
                </a:solidFill>
              </a:defRPr>
            </a:lvl1pPr>
            <a:lvl2pPr lvl="1" algn="r">
              <a:buNone/>
              <a:defRPr sz="1000">
                <a:solidFill>
                  <a:schemeClr val="lt2"/>
                </a:solidFill>
              </a:defRPr>
            </a:lvl2pPr>
            <a:lvl3pPr lvl="2" algn="r">
              <a:buNone/>
              <a:defRPr sz="1000">
                <a:solidFill>
                  <a:schemeClr val="lt2"/>
                </a:solidFill>
              </a:defRPr>
            </a:lvl3pPr>
            <a:lvl4pPr lvl="3" algn="r">
              <a:buNone/>
              <a:defRPr sz="1000">
                <a:solidFill>
                  <a:schemeClr val="lt2"/>
                </a:solidFill>
              </a:defRPr>
            </a:lvl4pPr>
            <a:lvl5pPr lvl="4" algn="r">
              <a:buNone/>
              <a:defRPr sz="1000">
                <a:solidFill>
                  <a:schemeClr val="lt2"/>
                </a:solidFill>
              </a:defRPr>
            </a:lvl5pPr>
            <a:lvl6pPr lvl="5" algn="r">
              <a:buNone/>
              <a:defRPr sz="1000">
                <a:solidFill>
                  <a:schemeClr val="lt2"/>
                </a:solidFill>
              </a:defRPr>
            </a:lvl6pPr>
            <a:lvl7pPr lvl="6" algn="r">
              <a:buNone/>
              <a:defRPr sz="1000">
                <a:solidFill>
                  <a:schemeClr val="lt2"/>
                </a:solidFill>
              </a:defRPr>
            </a:lvl7pPr>
            <a:lvl8pPr lvl="7" algn="r">
              <a:buNone/>
              <a:defRPr sz="1000">
                <a:solidFill>
                  <a:schemeClr val="lt2"/>
                </a:solidFill>
              </a:defRPr>
            </a:lvl8pPr>
            <a:lvl9pPr lvl="8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Alcon Week of 1/27 Updates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Status of Items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Stage Controller  – Ordered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Pugh Matrix, Hardware – in Progress, Everyone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Pugh Matrix, Software – In Progress, Everyone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Z-axis design – In Development, Yolanda, Brian, Matthew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Stage Controller Design – Awaiting Pugh Matrix for Comparison, Yolanda, Brian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Portfolio of Project Progress – Ongoing, Everyone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Future Goals:</a:t>
            </a:r>
            <a:endParaRPr/>
          </a:p>
        </p:txBody>
      </p:sp>
      <p:sp>
        <p:nvSpPr>
          <p:cNvPr id="66" name="Google Shape;66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Python and OpenCV – Want to continue researching to complete code after stage controller design, Landon, Isaac, Tandol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Particulate Optics – Research Polarization (plane, circular) to increase visibility of particles, Brian, Landon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FMEA – Continue Developing, adding to list of modes, Everyone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Update Pugh matrix, hardware, Hardware team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Finalize stage controller design, Hardware team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Software flowchart</a:t>
            </a:r>
            <a:endParaRPr/>
          </a:p>
        </p:txBody>
      </p:sp>
      <p:sp>
        <p:nvSpPr>
          <p:cNvPr id="72" name="Google Shape;72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73" name="Google Shape;73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050" y="1066150"/>
            <a:ext cx="9015898" cy="3694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