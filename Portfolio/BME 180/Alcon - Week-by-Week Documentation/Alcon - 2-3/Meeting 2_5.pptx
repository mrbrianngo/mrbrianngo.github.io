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2a337e7da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2a337e7da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2a337e7da7_2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2a337e7da7_2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2a3507d75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2a3507d75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Alcon Week of 2/5 Updates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Status of Items</a:t>
            </a:r>
            <a:endParaRPr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1350"/>
              <a:t>Stage Controller  – </a:t>
            </a:r>
            <a:r>
              <a:rPr lang="en" sz="1350"/>
              <a:t>Received</a:t>
            </a:r>
            <a:endParaRPr sz="135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sz="1350"/>
              <a:t>Z-axis design – In Development, Yolanda, Brian, Matthew</a:t>
            </a:r>
            <a:endParaRPr sz="135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sz="1350"/>
              <a:t>Stage Controller Design – Drafting sketch for design based on received stage controller (Ongoing Documents\Hardware Documentation), Yolanda, Brian</a:t>
            </a:r>
            <a:endParaRPr sz="135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sz="1350"/>
              <a:t>Python and OpenCV – Want to continue researching to complete code after stage controller design, Landon, Isaac, Tandol</a:t>
            </a:r>
            <a:endParaRPr sz="13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50"/>
              <a:t>Particulate Optics – Polarizing filters ordered, Brian, Landon</a:t>
            </a:r>
            <a:endParaRPr sz="135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r>
              <a:t/>
            </a:r>
            <a:endParaRPr sz="1387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Goals:</a:t>
            </a:r>
            <a:endParaRPr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/>
              <a:t>FMEA – Continue Developing, adding to list of modes, Everyone</a:t>
            </a:r>
            <a:endParaRPr sz="135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18"/>
              <a:buFont typeface="Arial"/>
              <a:buNone/>
            </a:pPr>
            <a:r>
              <a:rPr lang="en" sz="1350"/>
              <a:t>Pugh Matrix, Hardware – in Progress, Everyone </a:t>
            </a:r>
            <a:endParaRPr sz="135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50"/>
              <a:t>Pugh Matrix, Software – In Progress, Everyone</a:t>
            </a:r>
            <a:endParaRPr sz="135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18"/>
              <a:buFont typeface="Arial"/>
              <a:buNone/>
            </a:pPr>
            <a:r>
              <a:rPr lang="en" sz="1350"/>
              <a:t>Portfolio of Project Progress – Ongoing, Everyone</a:t>
            </a:r>
            <a:endParaRPr sz="13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Software flowchart</a:t>
            </a:r>
            <a:endParaRPr/>
          </a:p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3" name="Google Shape;7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50" y="1066150"/>
            <a:ext cx="9015898" cy="3694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