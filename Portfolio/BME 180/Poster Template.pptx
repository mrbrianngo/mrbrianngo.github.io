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Lst>
  <p:sldSz cy="32918400" cx="43891200"/>
  <p:notesSz cx="6858000" cy="9144000"/>
  <p:embeddedFontLst>
    <p:embeddedFont>
      <p:font typeface="Roboto"/>
      <p:regular r:id="rId8"/>
      <p:bold r:id="rId9"/>
      <p:italic r:id="rId10"/>
      <p:boldItalic r:id="rId1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0368">
          <p15:clr>
            <a:srgbClr val="747775"/>
          </p15:clr>
        </p15:guide>
        <p15:guide id="2" pos="13824">
          <p15:clr>
            <a:srgbClr val="747775"/>
          </p15:clr>
        </p15:guide>
      </p15:sldGuideLst>
    </p:ext>
    <p:ext uri="GoogleSlidesCustomDataVersion2">
      <go:slidesCustomData xmlns:go="http://customooxmlschemas.google.com/" r:id="rId12" roundtripDataSignature="AMtx7mj2DefgytLUv3fHfNMzdokzeYcp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1683371-0E46-4339-B71A-D2BA40B9806F}">
  <a:tblStyle styleId="{11683371-0E46-4339-B71A-D2BA40B9806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0368" orient="horz"/>
        <p:guide pos="13824"/>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Roboto-boldItalic.fntdata"/><Relationship Id="rId10" Type="http://schemas.openxmlformats.org/officeDocument/2006/relationships/font" Target="fonts/Roboto-italic.fntdata"/><Relationship Id="rId12" Type="http://customschemas.google.com/relationships/presentationmetadata" Target="meta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font" Target="fonts/Roboto-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Robot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306"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1143306"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 name="Shape 9"/>
        <p:cNvGrpSpPr/>
        <p:nvPr/>
      </p:nvGrpSpPr>
      <p:grpSpPr>
        <a:xfrm>
          <a:off x="0" y="0"/>
          <a:ext cx="0" cy="0"/>
          <a:chOff x="0" y="0"/>
          <a:chExt cx="0" cy="0"/>
        </a:xfrm>
      </p:grpSpPr>
      <p:sp>
        <p:nvSpPr>
          <p:cNvPr id="10" name="Google Shape;10;p3"/>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4"/>
          <p:cNvSpPr txBox="1"/>
          <p:nvPr>
            <p:ph type="ctrTitle"/>
          </p:nvPr>
        </p:nvSpPr>
        <p:spPr>
          <a:xfrm>
            <a:off x="1496200" y="4765280"/>
            <a:ext cx="40898700" cy="13137000"/>
          </a:xfrm>
          <a:prstGeom prst="rect">
            <a:avLst/>
          </a:prstGeom>
          <a:noFill/>
          <a:ln>
            <a:noFill/>
          </a:ln>
        </p:spPr>
        <p:txBody>
          <a:bodyPr anchorCtr="0" anchor="b" bIns="485350" lIns="485350" spcFirstLastPara="1" rIns="485350" wrap="square" tIns="485350">
            <a:normAutofit/>
          </a:bodyPr>
          <a:lstStyle>
            <a:lvl1pPr lvl="0" algn="ctr">
              <a:lnSpc>
                <a:spcPct val="100000"/>
              </a:lnSpc>
              <a:spcBef>
                <a:spcPts val="0"/>
              </a:spcBef>
              <a:spcAft>
                <a:spcPts val="0"/>
              </a:spcAft>
              <a:buSzPts val="27600"/>
              <a:buNone/>
              <a:defRPr sz="27600"/>
            </a:lvl1pPr>
            <a:lvl2pPr lvl="1" algn="ctr">
              <a:lnSpc>
                <a:spcPct val="100000"/>
              </a:lnSpc>
              <a:spcBef>
                <a:spcPts val="0"/>
              </a:spcBef>
              <a:spcAft>
                <a:spcPts val="0"/>
              </a:spcAft>
              <a:buSzPts val="27600"/>
              <a:buNone/>
              <a:defRPr sz="27600"/>
            </a:lvl2pPr>
            <a:lvl3pPr lvl="2" algn="ctr">
              <a:lnSpc>
                <a:spcPct val="100000"/>
              </a:lnSpc>
              <a:spcBef>
                <a:spcPts val="0"/>
              </a:spcBef>
              <a:spcAft>
                <a:spcPts val="0"/>
              </a:spcAft>
              <a:buSzPts val="27600"/>
              <a:buNone/>
              <a:defRPr sz="27600"/>
            </a:lvl3pPr>
            <a:lvl4pPr lvl="3" algn="ctr">
              <a:lnSpc>
                <a:spcPct val="100000"/>
              </a:lnSpc>
              <a:spcBef>
                <a:spcPts val="0"/>
              </a:spcBef>
              <a:spcAft>
                <a:spcPts val="0"/>
              </a:spcAft>
              <a:buSzPts val="27600"/>
              <a:buNone/>
              <a:defRPr sz="27600"/>
            </a:lvl4pPr>
            <a:lvl5pPr lvl="4" algn="ctr">
              <a:lnSpc>
                <a:spcPct val="100000"/>
              </a:lnSpc>
              <a:spcBef>
                <a:spcPts val="0"/>
              </a:spcBef>
              <a:spcAft>
                <a:spcPts val="0"/>
              </a:spcAft>
              <a:buSzPts val="27600"/>
              <a:buNone/>
              <a:defRPr sz="27600"/>
            </a:lvl5pPr>
            <a:lvl6pPr lvl="5" algn="ctr">
              <a:lnSpc>
                <a:spcPct val="100000"/>
              </a:lnSpc>
              <a:spcBef>
                <a:spcPts val="0"/>
              </a:spcBef>
              <a:spcAft>
                <a:spcPts val="0"/>
              </a:spcAft>
              <a:buSzPts val="27600"/>
              <a:buNone/>
              <a:defRPr sz="27600"/>
            </a:lvl6pPr>
            <a:lvl7pPr lvl="6" algn="ctr">
              <a:lnSpc>
                <a:spcPct val="100000"/>
              </a:lnSpc>
              <a:spcBef>
                <a:spcPts val="0"/>
              </a:spcBef>
              <a:spcAft>
                <a:spcPts val="0"/>
              </a:spcAft>
              <a:buSzPts val="27600"/>
              <a:buNone/>
              <a:defRPr sz="27600"/>
            </a:lvl7pPr>
            <a:lvl8pPr lvl="7" algn="ctr">
              <a:lnSpc>
                <a:spcPct val="100000"/>
              </a:lnSpc>
              <a:spcBef>
                <a:spcPts val="0"/>
              </a:spcBef>
              <a:spcAft>
                <a:spcPts val="0"/>
              </a:spcAft>
              <a:buSzPts val="27600"/>
              <a:buNone/>
              <a:defRPr sz="27600"/>
            </a:lvl8pPr>
            <a:lvl9pPr lvl="8" algn="ctr">
              <a:lnSpc>
                <a:spcPct val="100000"/>
              </a:lnSpc>
              <a:spcBef>
                <a:spcPts val="0"/>
              </a:spcBef>
              <a:spcAft>
                <a:spcPts val="0"/>
              </a:spcAft>
              <a:buSzPts val="27600"/>
              <a:buNone/>
              <a:defRPr sz="27600"/>
            </a:lvl9pPr>
          </a:lstStyle>
          <a:p/>
        </p:txBody>
      </p:sp>
      <p:sp>
        <p:nvSpPr>
          <p:cNvPr id="13" name="Google Shape;13;p4"/>
          <p:cNvSpPr txBox="1"/>
          <p:nvPr>
            <p:ph idx="1" type="subTitle"/>
          </p:nvPr>
        </p:nvSpPr>
        <p:spPr>
          <a:xfrm>
            <a:off x="1496160" y="18138400"/>
            <a:ext cx="40898700" cy="5073000"/>
          </a:xfrm>
          <a:prstGeom prst="rect">
            <a:avLst/>
          </a:prstGeom>
          <a:noFill/>
          <a:ln>
            <a:noFill/>
          </a:ln>
        </p:spPr>
        <p:txBody>
          <a:bodyPr anchorCtr="0" anchor="t" bIns="485350" lIns="485350" spcFirstLastPara="1" rIns="485350" wrap="square" tIns="485350">
            <a:normAutofit/>
          </a:bodyPr>
          <a:lstStyle>
            <a:lvl1pPr lvl="0" algn="ctr">
              <a:lnSpc>
                <a:spcPct val="100000"/>
              </a:lnSpc>
              <a:spcBef>
                <a:spcPts val="0"/>
              </a:spcBef>
              <a:spcAft>
                <a:spcPts val="0"/>
              </a:spcAft>
              <a:buSzPts val="14900"/>
              <a:buNone/>
              <a:defRPr sz="14900"/>
            </a:lvl1pPr>
            <a:lvl2pPr lvl="1" algn="ctr">
              <a:lnSpc>
                <a:spcPct val="100000"/>
              </a:lnSpc>
              <a:spcBef>
                <a:spcPts val="0"/>
              </a:spcBef>
              <a:spcAft>
                <a:spcPts val="0"/>
              </a:spcAft>
              <a:buSzPts val="14900"/>
              <a:buNone/>
              <a:defRPr sz="14900"/>
            </a:lvl2pPr>
            <a:lvl3pPr lvl="2" algn="ctr">
              <a:lnSpc>
                <a:spcPct val="100000"/>
              </a:lnSpc>
              <a:spcBef>
                <a:spcPts val="0"/>
              </a:spcBef>
              <a:spcAft>
                <a:spcPts val="0"/>
              </a:spcAft>
              <a:buSzPts val="14900"/>
              <a:buNone/>
              <a:defRPr sz="14900"/>
            </a:lvl3pPr>
            <a:lvl4pPr lvl="3" algn="ctr">
              <a:lnSpc>
                <a:spcPct val="100000"/>
              </a:lnSpc>
              <a:spcBef>
                <a:spcPts val="0"/>
              </a:spcBef>
              <a:spcAft>
                <a:spcPts val="0"/>
              </a:spcAft>
              <a:buSzPts val="14900"/>
              <a:buNone/>
              <a:defRPr sz="14900"/>
            </a:lvl4pPr>
            <a:lvl5pPr lvl="4" algn="ctr">
              <a:lnSpc>
                <a:spcPct val="100000"/>
              </a:lnSpc>
              <a:spcBef>
                <a:spcPts val="0"/>
              </a:spcBef>
              <a:spcAft>
                <a:spcPts val="0"/>
              </a:spcAft>
              <a:buSzPts val="14900"/>
              <a:buNone/>
              <a:defRPr sz="14900"/>
            </a:lvl5pPr>
            <a:lvl6pPr lvl="5" algn="ctr">
              <a:lnSpc>
                <a:spcPct val="100000"/>
              </a:lnSpc>
              <a:spcBef>
                <a:spcPts val="0"/>
              </a:spcBef>
              <a:spcAft>
                <a:spcPts val="0"/>
              </a:spcAft>
              <a:buSzPts val="14900"/>
              <a:buNone/>
              <a:defRPr sz="14900"/>
            </a:lvl6pPr>
            <a:lvl7pPr lvl="6" algn="ctr">
              <a:lnSpc>
                <a:spcPct val="100000"/>
              </a:lnSpc>
              <a:spcBef>
                <a:spcPts val="0"/>
              </a:spcBef>
              <a:spcAft>
                <a:spcPts val="0"/>
              </a:spcAft>
              <a:buSzPts val="14900"/>
              <a:buNone/>
              <a:defRPr sz="14900"/>
            </a:lvl7pPr>
            <a:lvl8pPr lvl="7" algn="ctr">
              <a:lnSpc>
                <a:spcPct val="100000"/>
              </a:lnSpc>
              <a:spcBef>
                <a:spcPts val="0"/>
              </a:spcBef>
              <a:spcAft>
                <a:spcPts val="0"/>
              </a:spcAft>
              <a:buSzPts val="14900"/>
              <a:buNone/>
              <a:defRPr sz="14900"/>
            </a:lvl8pPr>
            <a:lvl9pPr lvl="8" algn="ctr">
              <a:lnSpc>
                <a:spcPct val="100000"/>
              </a:lnSpc>
              <a:spcBef>
                <a:spcPts val="0"/>
              </a:spcBef>
              <a:spcAft>
                <a:spcPts val="0"/>
              </a:spcAft>
              <a:buSzPts val="14900"/>
              <a:buNone/>
              <a:defRPr sz="14900"/>
            </a:lvl9pPr>
          </a:lstStyle>
          <a:p/>
        </p:txBody>
      </p:sp>
      <p:sp>
        <p:nvSpPr>
          <p:cNvPr id="14" name="Google Shape;14;p4"/>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5"/>
          <p:cNvSpPr txBox="1"/>
          <p:nvPr>
            <p:ph type="title"/>
          </p:nvPr>
        </p:nvSpPr>
        <p:spPr>
          <a:xfrm>
            <a:off x="1496160" y="13765440"/>
            <a:ext cx="40898700" cy="5387400"/>
          </a:xfrm>
          <a:prstGeom prst="rect">
            <a:avLst/>
          </a:prstGeom>
          <a:noFill/>
          <a:ln>
            <a:noFill/>
          </a:ln>
        </p:spPr>
        <p:txBody>
          <a:bodyPr anchorCtr="0" anchor="ctr" bIns="485350" lIns="485350" spcFirstLastPara="1" rIns="485350" wrap="square" tIns="485350">
            <a:normAutofit/>
          </a:bodyPr>
          <a:lstStyle>
            <a:lvl1pPr lvl="0" algn="ctr">
              <a:lnSpc>
                <a:spcPct val="100000"/>
              </a:lnSpc>
              <a:spcBef>
                <a:spcPts val="0"/>
              </a:spcBef>
              <a:spcAft>
                <a:spcPts val="0"/>
              </a:spcAft>
              <a:buSzPts val="19200"/>
              <a:buNone/>
              <a:defRPr sz="19200"/>
            </a:lvl1pPr>
            <a:lvl2pPr lvl="1" algn="ctr">
              <a:lnSpc>
                <a:spcPct val="100000"/>
              </a:lnSpc>
              <a:spcBef>
                <a:spcPts val="0"/>
              </a:spcBef>
              <a:spcAft>
                <a:spcPts val="0"/>
              </a:spcAft>
              <a:buSzPts val="19200"/>
              <a:buNone/>
              <a:defRPr sz="19200"/>
            </a:lvl2pPr>
            <a:lvl3pPr lvl="2" algn="ctr">
              <a:lnSpc>
                <a:spcPct val="100000"/>
              </a:lnSpc>
              <a:spcBef>
                <a:spcPts val="0"/>
              </a:spcBef>
              <a:spcAft>
                <a:spcPts val="0"/>
              </a:spcAft>
              <a:buSzPts val="19200"/>
              <a:buNone/>
              <a:defRPr sz="19200"/>
            </a:lvl3pPr>
            <a:lvl4pPr lvl="3" algn="ctr">
              <a:lnSpc>
                <a:spcPct val="100000"/>
              </a:lnSpc>
              <a:spcBef>
                <a:spcPts val="0"/>
              </a:spcBef>
              <a:spcAft>
                <a:spcPts val="0"/>
              </a:spcAft>
              <a:buSzPts val="19200"/>
              <a:buNone/>
              <a:defRPr sz="19200"/>
            </a:lvl4pPr>
            <a:lvl5pPr lvl="4" algn="ctr">
              <a:lnSpc>
                <a:spcPct val="100000"/>
              </a:lnSpc>
              <a:spcBef>
                <a:spcPts val="0"/>
              </a:spcBef>
              <a:spcAft>
                <a:spcPts val="0"/>
              </a:spcAft>
              <a:buSzPts val="19200"/>
              <a:buNone/>
              <a:defRPr sz="19200"/>
            </a:lvl5pPr>
            <a:lvl6pPr lvl="5" algn="ctr">
              <a:lnSpc>
                <a:spcPct val="100000"/>
              </a:lnSpc>
              <a:spcBef>
                <a:spcPts val="0"/>
              </a:spcBef>
              <a:spcAft>
                <a:spcPts val="0"/>
              </a:spcAft>
              <a:buSzPts val="19200"/>
              <a:buNone/>
              <a:defRPr sz="19200"/>
            </a:lvl6pPr>
            <a:lvl7pPr lvl="6" algn="ctr">
              <a:lnSpc>
                <a:spcPct val="100000"/>
              </a:lnSpc>
              <a:spcBef>
                <a:spcPts val="0"/>
              </a:spcBef>
              <a:spcAft>
                <a:spcPts val="0"/>
              </a:spcAft>
              <a:buSzPts val="19200"/>
              <a:buNone/>
              <a:defRPr sz="19200"/>
            </a:lvl7pPr>
            <a:lvl8pPr lvl="7" algn="ctr">
              <a:lnSpc>
                <a:spcPct val="100000"/>
              </a:lnSpc>
              <a:spcBef>
                <a:spcPts val="0"/>
              </a:spcBef>
              <a:spcAft>
                <a:spcPts val="0"/>
              </a:spcAft>
              <a:buSzPts val="19200"/>
              <a:buNone/>
              <a:defRPr sz="19200"/>
            </a:lvl8pPr>
            <a:lvl9pPr lvl="8" algn="ctr">
              <a:lnSpc>
                <a:spcPct val="100000"/>
              </a:lnSpc>
              <a:spcBef>
                <a:spcPts val="0"/>
              </a:spcBef>
              <a:spcAft>
                <a:spcPts val="0"/>
              </a:spcAft>
              <a:buSzPts val="19200"/>
              <a:buNone/>
              <a:defRPr sz="19200"/>
            </a:lvl9pPr>
          </a:lstStyle>
          <a:p/>
        </p:txBody>
      </p:sp>
      <p:sp>
        <p:nvSpPr>
          <p:cNvPr id="17" name="Google Shape;17;p5"/>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6"/>
          <p:cNvSpPr txBox="1"/>
          <p:nvPr>
            <p:ph type="title"/>
          </p:nvPr>
        </p:nvSpPr>
        <p:spPr>
          <a:xfrm>
            <a:off x="1496160" y="2848160"/>
            <a:ext cx="40898700" cy="3665400"/>
          </a:xfrm>
          <a:prstGeom prst="rect">
            <a:avLst/>
          </a:prstGeom>
          <a:noFill/>
          <a:ln>
            <a:noFill/>
          </a:ln>
        </p:spPr>
        <p:txBody>
          <a:bodyPr anchorCtr="0" anchor="t" bIns="485350" lIns="485350" spcFirstLastPara="1" rIns="485350" wrap="square" tIns="48535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p:txBody>
      </p:sp>
      <p:sp>
        <p:nvSpPr>
          <p:cNvPr id="20" name="Google Shape;20;p6"/>
          <p:cNvSpPr txBox="1"/>
          <p:nvPr>
            <p:ph idx="1" type="body"/>
          </p:nvPr>
        </p:nvSpPr>
        <p:spPr>
          <a:xfrm>
            <a:off x="1496160" y="7375840"/>
            <a:ext cx="40898700" cy="21865200"/>
          </a:xfrm>
          <a:prstGeom prst="rect">
            <a:avLst/>
          </a:prstGeom>
          <a:noFill/>
          <a:ln>
            <a:noFill/>
          </a:ln>
        </p:spPr>
        <p:txBody>
          <a:bodyPr anchorCtr="0" anchor="t" bIns="485350" lIns="485350" spcFirstLastPara="1" rIns="485350" wrap="square" tIns="485350">
            <a:normAutofit/>
          </a:bodyPr>
          <a:lstStyle>
            <a:lvl1pPr indent="-838200" lvl="0" marL="457200" algn="l">
              <a:lnSpc>
                <a:spcPct val="115000"/>
              </a:lnSpc>
              <a:spcBef>
                <a:spcPts val="0"/>
              </a:spcBef>
              <a:spcAft>
                <a:spcPts val="0"/>
              </a:spcAft>
              <a:buSzPts val="9600"/>
              <a:buChar char="●"/>
              <a:defRPr/>
            </a:lvl1pPr>
            <a:lvl2pPr indent="-704850" lvl="1" marL="914400" algn="l">
              <a:lnSpc>
                <a:spcPct val="115000"/>
              </a:lnSpc>
              <a:spcBef>
                <a:spcPts val="0"/>
              </a:spcBef>
              <a:spcAft>
                <a:spcPts val="0"/>
              </a:spcAft>
              <a:buSzPts val="7500"/>
              <a:buChar char="○"/>
              <a:defRPr/>
            </a:lvl2pPr>
            <a:lvl3pPr indent="-704850" lvl="2" marL="1371600" algn="l">
              <a:lnSpc>
                <a:spcPct val="115000"/>
              </a:lnSpc>
              <a:spcBef>
                <a:spcPts val="0"/>
              </a:spcBef>
              <a:spcAft>
                <a:spcPts val="0"/>
              </a:spcAft>
              <a:buSzPts val="7500"/>
              <a:buChar char="■"/>
              <a:defRPr/>
            </a:lvl3pPr>
            <a:lvl4pPr indent="-704850" lvl="3" marL="1828800" algn="l">
              <a:lnSpc>
                <a:spcPct val="115000"/>
              </a:lnSpc>
              <a:spcBef>
                <a:spcPts val="0"/>
              </a:spcBef>
              <a:spcAft>
                <a:spcPts val="0"/>
              </a:spcAft>
              <a:buSzPts val="7500"/>
              <a:buChar char="●"/>
              <a:defRPr/>
            </a:lvl4pPr>
            <a:lvl5pPr indent="-704850" lvl="4" marL="2286000" algn="l">
              <a:lnSpc>
                <a:spcPct val="115000"/>
              </a:lnSpc>
              <a:spcBef>
                <a:spcPts val="0"/>
              </a:spcBef>
              <a:spcAft>
                <a:spcPts val="0"/>
              </a:spcAft>
              <a:buSzPts val="7500"/>
              <a:buChar char="○"/>
              <a:defRPr/>
            </a:lvl5pPr>
            <a:lvl6pPr indent="-704850" lvl="5" marL="2743200" algn="l">
              <a:lnSpc>
                <a:spcPct val="115000"/>
              </a:lnSpc>
              <a:spcBef>
                <a:spcPts val="0"/>
              </a:spcBef>
              <a:spcAft>
                <a:spcPts val="0"/>
              </a:spcAft>
              <a:buSzPts val="7500"/>
              <a:buChar char="■"/>
              <a:defRPr/>
            </a:lvl6pPr>
            <a:lvl7pPr indent="-704850" lvl="6" marL="3200400" algn="l">
              <a:lnSpc>
                <a:spcPct val="115000"/>
              </a:lnSpc>
              <a:spcBef>
                <a:spcPts val="0"/>
              </a:spcBef>
              <a:spcAft>
                <a:spcPts val="0"/>
              </a:spcAft>
              <a:buSzPts val="7500"/>
              <a:buChar char="●"/>
              <a:defRPr/>
            </a:lvl7pPr>
            <a:lvl8pPr indent="-704850" lvl="7" marL="3657600" algn="l">
              <a:lnSpc>
                <a:spcPct val="115000"/>
              </a:lnSpc>
              <a:spcBef>
                <a:spcPts val="0"/>
              </a:spcBef>
              <a:spcAft>
                <a:spcPts val="0"/>
              </a:spcAft>
              <a:buSzPts val="7500"/>
              <a:buChar char="○"/>
              <a:defRPr/>
            </a:lvl8pPr>
            <a:lvl9pPr indent="-704850" lvl="8" marL="4114800" algn="l">
              <a:lnSpc>
                <a:spcPct val="115000"/>
              </a:lnSpc>
              <a:spcBef>
                <a:spcPts val="0"/>
              </a:spcBef>
              <a:spcAft>
                <a:spcPts val="0"/>
              </a:spcAft>
              <a:buSzPts val="7500"/>
              <a:buChar char="■"/>
              <a:defRPr/>
            </a:lvl9pPr>
          </a:lstStyle>
          <a:p/>
        </p:txBody>
      </p:sp>
      <p:sp>
        <p:nvSpPr>
          <p:cNvPr id="21" name="Google Shape;21;p6"/>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7"/>
          <p:cNvSpPr txBox="1"/>
          <p:nvPr>
            <p:ph type="title"/>
          </p:nvPr>
        </p:nvSpPr>
        <p:spPr>
          <a:xfrm>
            <a:off x="1496160" y="2848160"/>
            <a:ext cx="40898700" cy="3665400"/>
          </a:xfrm>
          <a:prstGeom prst="rect">
            <a:avLst/>
          </a:prstGeom>
          <a:noFill/>
          <a:ln>
            <a:noFill/>
          </a:ln>
        </p:spPr>
        <p:txBody>
          <a:bodyPr anchorCtr="0" anchor="t" bIns="485350" lIns="485350" spcFirstLastPara="1" rIns="485350" wrap="square" tIns="48535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p:txBody>
      </p:sp>
      <p:sp>
        <p:nvSpPr>
          <p:cNvPr id="24" name="Google Shape;24;p7"/>
          <p:cNvSpPr txBox="1"/>
          <p:nvPr>
            <p:ph idx="1" type="body"/>
          </p:nvPr>
        </p:nvSpPr>
        <p:spPr>
          <a:xfrm>
            <a:off x="1496160" y="7375840"/>
            <a:ext cx="19199700" cy="21865200"/>
          </a:xfrm>
          <a:prstGeom prst="rect">
            <a:avLst/>
          </a:prstGeom>
          <a:noFill/>
          <a:ln>
            <a:noFill/>
          </a:ln>
        </p:spPr>
        <p:txBody>
          <a:bodyPr anchorCtr="0" anchor="t" bIns="485350" lIns="485350" spcFirstLastPara="1" rIns="485350" wrap="square" tIns="485350">
            <a:normAutofit/>
          </a:bodyPr>
          <a:lstStyle>
            <a:lvl1pPr indent="-704850" lvl="0" marL="457200" algn="l">
              <a:lnSpc>
                <a:spcPct val="115000"/>
              </a:lnSpc>
              <a:spcBef>
                <a:spcPts val="0"/>
              </a:spcBef>
              <a:spcAft>
                <a:spcPts val="0"/>
              </a:spcAft>
              <a:buSzPts val="7500"/>
              <a:buChar char="●"/>
              <a:defRPr sz="7500"/>
            </a:lvl1pPr>
            <a:lvl2pPr indent="-635000" lvl="1" marL="914400" algn="l">
              <a:lnSpc>
                <a:spcPct val="115000"/>
              </a:lnSpc>
              <a:spcBef>
                <a:spcPts val="0"/>
              </a:spcBef>
              <a:spcAft>
                <a:spcPts val="0"/>
              </a:spcAft>
              <a:buSzPts val="6400"/>
              <a:buChar char="○"/>
              <a:defRPr sz="6400"/>
            </a:lvl2pPr>
            <a:lvl3pPr indent="-635000" lvl="2" marL="1371600" algn="l">
              <a:lnSpc>
                <a:spcPct val="115000"/>
              </a:lnSpc>
              <a:spcBef>
                <a:spcPts val="0"/>
              </a:spcBef>
              <a:spcAft>
                <a:spcPts val="0"/>
              </a:spcAft>
              <a:buSzPts val="6400"/>
              <a:buChar char="■"/>
              <a:defRPr sz="6400"/>
            </a:lvl3pPr>
            <a:lvl4pPr indent="-635000" lvl="3" marL="1828800" algn="l">
              <a:lnSpc>
                <a:spcPct val="115000"/>
              </a:lnSpc>
              <a:spcBef>
                <a:spcPts val="0"/>
              </a:spcBef>
              <a:spcAft>
                <a:spcPts val="0"/>
              </a:spcAft>
              <a:buSzPts val="6400"/>
              <a:buChar char="●"/>
              <a:defRPr sz="6400"/>
            </a:lvl4pPr>
            <a:lvl5pPr indent="-635000" lvl="4" marL="2286000" algn="l">
              <a:lnSpc>
                <a:spcPct val="115000"/>
              </a:lnSpc>
              <a:spcBef>
                <a:spcPts val="0"/>
              </a:spcBef>
              <a:spcAft>
                <a:spcPts val="0"/>
              </a:spcAft>
              <a:buSzPts val="6400"/>
              <a:buChar char="○"/>
              <a:defRPr sz="6400"/>
            </a:lvl5pPr>
            <a:lvl6pPr indent="-635000" lvl="5" marL="2743200" algn="l">
              <a:lnSpc>
                <a:spcPct val="115000"/>
              </a:lnSpc>
              <a:spcBef>
                <a:spcPts val="0"/>
              </a:spcBef>
              <a:spcAft>
                <a:spcPts val="0"/>
              </a:spcAft>
              <a:buSzPts val="6400"/>
              <a:buChar char="■"/>
              <a:defRPr sz="6400"/>
            </a:lvl6pPr>
            <a:lvl7pPr indent="-635000" lvl="6" marL="3200400" algn="l">
              <a:lnSpc>
                <a:spcPct val="115000"/>
              </a:lnSpc>
              <a:spcBef>
                <a:spcPts val="0"/>
              </a:spcBef>
              <a:spcAft>
                <a:spcPts val="0"/>
              </a:spcAft>
              <a:buSzPts val="6400"/>
              <a:buChar char="●"/>
              <a:defRPr sz="6400"/>
            </a:lvl7pPr>
            <a:lvl8pPr indent="-635000" lvl="7" marL="3657600" algn="l">
              <a:lnSpc>
                <a:spcPct val="115000"/>
              </a:lnSpc>
              <a:spcBef>
                <a:spcPts val="0"/>
              </a:spcBef>
              <a:spcAft>
                <a:spcPts val="0"/>
              </a:spcAft>
              <a:buSzPts val="6400"/>
              <a:buChar char="○"/>
              <a:defRPr sz="6400"/>
            </a:lvl8pPr>
            <a:lvl9pPr indent="-635000" lvl="8" marL="4114800" algn="l">
              <a:lnSpc>
                <a:spcPct val="115000"/>
              </a:lnSpc>
              <a:spcBef>
                <a:spcPts val="0"/>
              </a:spcBef>
              <a:spcAft>
                <a:spcPts val="0"/>
              </a:spcAft>
              <a:buSzPts val="6400"/>
              <a:buChar char="■"/>
              <a:defRPr sz="6400"/>
            </a:lvl9pPr>
          </a:lstStyle>
          <a:p/>
        </p:txBody>
      </p:sp>
      <p:sp>
        <p:nvSpPr>
          <p:cNvPr id="25" name="Google Shape;25;p7"/>
          <p:cNvSpPr txBox="1"/>
          <p:nvPr>
            <p:ph idx="2" type="body"/>
          </p:nvPr>
        </p:nvSpPr>
        <p:spPr>
          <a:xfrm>
            <a:off x="23195520" y="7375840"/>
            <a:ext cx="19199700" cy="21865200"/>
          </a:xfrm>
          <a:prstGeom prst="rect">
            <a:avLst/>
          </a:prstGeom>
          <a:noFill/>
          <a:ln>
            <a:noFill/>
          </a:ln>
        </p:spPr>
        <p:txBody>
          <a:bodyPr anchorCtr="0" anchor="t" bIns="485350" lIns="485350" spcFirstLastPara="1" rIns="485350" wrap="square" tIns="485350">
            <a:normAutofit/>
          </a:bodyPr>
          <a:lstStyle>
            <a:lvl1pPr indent="-704850" lvl="0" marL="457200" algn="l">
              <a:lnSpc>
                <a:spcPct val="115000"/>
              </a:lnSpc>
              <a:spcBef>
                <a:spcPts val="0"/>
              </a:spcBef>
              <a:spcAft>
                <a:spcPts val="0"/>
              </a:spcAft>
              <a:buSzPts val="7500"/>
              <a:buChar char="●"/>
              <a:defRPr sz="7500"/>
            </a:lvl1pPr>
            <a:lvl2pPr indent="-635000" lvl="1" marL="914400" algn="l">
              <a:lnSpc>
                <a:spcPct val="115000"/>
              </a:lnSpc>
              <a:spcBef>
                <a:spcPts val="0"/>
              </a:spcBef>
              <a:spcAft>
                <a:spcPts val="0"/>
              </a:spcAft>
              <a:buSzPts val="6400"/>
              <a:buChar char="○"/>
              <a:defRPr sz="6400"/>
            </a:lvl2pPr>
            <a:lvl3pPr indent="-635000" lvl="2" marL="1371600" algn="l">
              <a:lnSpc>
                <a:spcPct val="115000"/>
              </a:lnSpc>
              <a:spcBef>
                <a:spcPts val="0"/>
              </a:spcBef>
              <a:spcAft>
                <a:spcPts val="0"/>
              </a:spcAft>
              <a:buSzPts val="6400"/>
              <a:buChar char="■"/>
              <a:defRPr sz="6400"/>
            </a:lvl3pPr>
            <a:lvl4pPr indent="-635000" lvl="3" marL="1828800" algn="l">
              <a:lnSpc>
                <a:spcPct val="115000"/>
              </a:lnSpc>
              <a:spcBef>
                <a:spcPts val="0"/>
              </a:spcBef>
              <a:spcAft>
                <a:spcPts val="0"/>
              </a:spcAft>
              <a:buSzPts val="6400"/>
              <a:buChar char="●"/>
              <a:defRPr sz="6400"/>
            </a:lvl4pPr>
            <a:lvl5pPr indent="-635000" lvl="4" marL="2286000" algn="l">
              <a:lnSpc>
                <a:spcPct val="115000"/>
              </a:lnSpc>
              <a:spcBef>
                <a:spcPts val="0"/>
              </a:spcBef>
              <a:spcAft>
                <a:spcPts val="0"/>
              </a:spcAft>
              <a:buSzPts val="6400"/>
              <a:buChar char="○"/>
              <a:defRPr sz="6400"/>
            </a:lvl5pPr>
            <a:lvl6pPr indent="-635000" lvl="5" marL="2743200" algn="l">
              <a:lnSpc>
                <a:spcPct val="115000"/>
              </a:lnSpc>
              <a:spcBef>
                <a:spcPts val="0"/>
              </a:spcBef>
              <a:spcAft>
                <a:spcPts val="0"/>
              </a:spcAft>
              <a:buSzPts val="6400"/>
              <a:buChar char="■"/>
              <a:defRPr sz="6400"/>
            </a:lvl6pPr>
            <a:lvl7pPr indent="-635000" lvl="6" marL="3200400" algn="l">
              <a:lnSpc>
                <a:spcPct val="115000"/>
              </a:lnSpc>
              <a:spcBef>
                <a:spcPts val="0"/>
              </a:spcBef>
              <a:spcAft>
                <a:spcPts val="0"/>
              </a:spcAft>
              <a:buSzPts val="6400"/>
              <a:buChar char="●"/>
              <a:defRPr sz="6400"/>
            </a:lvl7pPr>
            <a:lvl8pPr indent="-635000" lvl="7" marL="3657600" algn="l">
              <a:lnSpc>
                <a:spcPct val="115000"/>
              </a:lnSpc>
              <a:spcBef>
                <a:spcPts val="0"/>
              </a:spcBef>
              <a:spcAft>
                <a:spcPts val="0"/>
              </a:spcAft>
              <a:buSzPts val="6400"/>
              <a:buChar char="○"/>
              <a:defRPr sz="6400"/>
            </a:lvl8pPr>
            <a:lvl9pPr indent="-635000" lvl="8" marL="4114800" algn="l">
              <a:lnSpc>
                <a:spcPct val="115000"/>
              </a:lnSpc>
              <a:spcBef>
                <a:spcPts val="0"/>
              </a:spcBef>
              <a:spcAft>
                <a:spcPts val="0"/>
              </a:spcAft>
              <a:buSzPts val="6400"/>
              <a:buChar char="■"/>
              <a:defRPr sz="6400"/>
            </a:lvl9pPr>
          </a:lstStyle>
          <a:p/>
        </p:txBody>
      </p:sp>
      <p:sp>
        <p:nvSpPr>
          <p:cNvPr id="26" name="Google Shape;26;p7"/>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8"/>
          <p:cNvSpPr txBox="1"/>
          <p:nvPr>
            <p:ph type="title"/>
          </p:nvPr>
        </p:nvSpPr>
        <p:spPr>
          <a:xfrm>
            <a:off x="1496160" y="2848160"/>
            <a:ext cx="40898700" cy="3665400"/>
          </a:xfrm>
          <a:prstGeom prst="rect">
            <a:avLst/>
          </a:prstGeom>
          <a:noFill/>
          <a:ln>
            <a:noFill/>
          </a:ln>
        </p:spPr>
        <p:txBody>
          <a:bodyPr anchorCtr="0" anchor="t" bIns="485350" lIns="485350" spcFirstLastPara="1" rIns="485350" wrap="square" tIns="48535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p:txBody>
      </p:sp>
      <p:sp>
        <p:nvSpPr>
          <p:cNvPr id="29" name="Google Shape;29;p8"/>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9"/>
          <p:cNvSpPr txBox="1"/>
          <p:nvPr>
            <p:ph type="title"/>
          </p:nvPr>
        </p:nvSpPr>
        <p:spPr>
          <a:xfrm>
            <a:off x="1496160" y="3555840"/>
            <a:ext cx="13478400" cy="4836600"/>
          </a:xfrm>
          <a:prstGeom prst="rect">
            <a:avLst/>
          </a:prstGeom>
          <a:noFill/>
          <a:ln>
            <a:noFill/>
          </a:ln>
        </p:spPr>
        <p:txBody>
          <a:bodyPr anchorCtr="0" anchor="b" bIns="485350" lIns="485350" spcFirstLastPara="1" rIns="485350" wrap="square" tIns="485350">
            <a:normAutofit/>
          </a:bodyPr>
          <a:lstStyle>
            <a:lvl1pPr lvl="0" algn="l">
              <a:lnSpc>
                <a:spcPct val="100000"/>
              </a:lnSpc>
              <a:spcBef>
                <a:spcPts val="0"/>
              </a:spcBef>
              <a:spcAft>
                <a:spcPts val="0"/>
              </a:spcAft>
              <a:buSzPts val="12800"/>
              <a:buNone/>
              <a:defRPr sz="12800"/>
            </a:lvl1pPr>
            <a:lvl2pPr lvl="1" algn="l">
              <a:lnSpc>
                <a:spcPct val="100000"/>
              </a:lnSpc>
              <a:spcBef>
                <a:spcPts val="0"/>
              </a:spcBef>
              <a:spcAft>
                <a:spcPts val="0"/>
              </a:spcAft>
              <a:buSzPts val="12800"/>
              <a:buNone/>
              <a:defRPr sz="12800"/>
            </a:lvl2pPr>
            <a:lvl3pPr lvl="2" algn="l">
              <a:lnSpc>
                <a:spcPct val="100000"/>
              </a:lnSpc>
              <a:spcBef>
                <a:spcPts val="0"/>
              </a:spcBef>
              <a:spcAft>
                <a:spcPts val="0"/>
              </a:spcAft>
              <a:buSzPts val="12800"/>
              <a:buNone/>
              <a:defRPr sz="12800"/>
            </a:lvl3pPr>
            <a:lvl4pPr lvl="3" algn="l">
              <a:lnSpc>
                <a:spcPct val="100000"/>
              </a:lnSpc>
              <a:spcBef>
                <a:spcPts val="0"/>
              </a:spcBef>
              <a:spcAft>
                <a:spcPts val="0"/>
              </a:spcAft>
              <a:buSzPts val="12800"/>
              <a:buNone/>
              <a:defRPr sz="12800"/>
            </a:lvl4pPr>
            <a:lvl5pPr lvl="4" algn="l">
              <a:lnSpc>
                <a:spcPct val="100000"/>
              </a:lnSpc>
              <a:spcBef>
                <a:spcPts val="0"/>
              </a:spcBef>
              <a:spcAft>
                <a:spcPts val="0"/>
              </a:spcAft>
              <a:buSzPts val="12800"/>
              <a:buNone/>
              <a:defRPr sz="12800"/>
            </a:lvl5pPr>
            <a:lvl6pPr lvl="5" algn="l">
              <a:lnSpc>
                <a:spcPct val="100000"/>
              </a:lnSpc>
              <a:spcBef>
                <a:spcPts val="0"/>
              </a:spcBef>
              <a:spcAft>
                <a:spcPts val="0"/>
              </a:spcAft>
              <a:buSzPts val="12800"/>
              <a:buNone/>
              <a:defRPr sz="12800"/>
            </a:lvl6pPr>
            <a:lvl7pPr lvl="6" algn="l">
              <a:lnSpc>
                <a:spcPct val="100000"/>
              </a:lnSpc>
              <a:spcBef>
                <a:spcPts val="0"/>
              </a:spcBef>
              <a:spcAft>
                <a:spcPts val="0"/>
              </a:spcAft>
              <a:buSzPts val="12800"/>
              <a:buNone/>
              <a:defRPr sz="12800"/>
            </a:lvl7pPr>
            <a:lvl8pPr lvl="7" algn="l">
              <a:lnSpc>
                <a:spcPct val="100000"/>
              </a:lnSpc>
              <a:spcBef>
                <a:spcPts val="0"/>
              </a:spcBef>
              <a:spcAft>
                <a:spcPts val="0"/>
              </a:spcAft>
              <a:buSzPts val="12800"/>
              <a:buNone/>
              <a:defRPr sz="12800"/>
            </a:lvl8pPr>
            <a:lvl9pPr lvl="8" algn="l">
              <a:lnSpc>
                <a:spcPct val="100000"/>
              </a:lnSpc>
              <a:spcBef>
                <a:spcPts val="0"/>
              </a:spcBef>
              <a:spcAft>
                <a:spcPts val="0"/>
              </a:spcAft>
              <a:buSzPts val="12800"/>
              <a:buNone/>
              <a:defRPr sz="12800"/>
            </a:lvl9pPr>
          </a:lstStyle>
          <a:p/>
        </p:txBody>
      </p:sp>
      <p:sp>
        <p:nvSpPr>
          <p:cNvPr id="32" name="Google Shape;32;p9"/>
          <p:cNvSpPr txBox="1"/>
          <p:nvPr>
            <p:ph idx="1" type="body"/>
          </p:nvPr>
        </p:nvSpPr>
        <p:spPr>
          <a:xfrm>
            <a:off x="1496160" y="8893440"/>
            <a:ext cx="13478400" cy="20348100"/>
          </a:xfrm>
          <a:prstGeom prst="rect">
            <a:avLst/>
          </a:prstGeom>
          <a:noFill/>
          <a:ln>
            <a:noFill/>
          </a:ln>
        </p:spPr>
        <p:txBody>
          <a:bodyPr anchorCtr="0" anchor="t" bIns="485350" lIns="485350" spcFirstLastPara="1" rIns="485350" wrap="square" tIns="485350">
            <a:normAutofit/>
          </a:bodyPr>
          <a:lstStyle>
            <a:lvl1pPr indent="-635000" lvl="0" marL="457200" algn="l">
              <a:lnSpc>
                <a:spcPct val="115000"/>
              </a:lnSpc>
              <a:spcBef>
                <a:spcPts val="0"/>
              </a:spcBef>
              <a:spcAft>
                <a:spcPts val="0"/>
              </a:spcAft>
              <a:buSzPts val="6400"/>
              <a:buChar char="●"/>
              <a:defRPr sz="6400"/>
            </a:lvl1pPr>
            <a:lvl2pPr indent="-635000" lvl="1" marL="914400" algn="l">
              <a:lnSpc>
                <a:spcPct val="115000"/>
              </a:lnSpc>
              <a:spcBef>
                <a:spcPts val="0"/>
              </a:spcBef>
              <a:spcAft>
                <a:spcPts val="0"/>
              </a:spcAft>
              <a:buSzPts val="6400"/>
              <a:buChar char="○"/>
              <a:defRPr sz="6400"/>
            </a:lvl2pPr>
            <a:lvl3pPr indent="-635000" lvl="2" marL="1371600" algn="l">
              <a:lnSpc>
                <a:spcPct val="115000"/>
              </a:lnSpc>
              <a:spcBef>
                <a:spcPts val="0"/>
              </a:spcBef>
              <a:spcAft>
                <a:spcPts val="0"/>
              </a:spcAft>
              <a:buSzPts val="6400"/>
              <a:buChar char="■"/>
              <a:defRPr sz="6400"/>
            </a:lvl3pPr>
            <a:lvl4pPr indent="-635000" lvl="3" marL="1828800" algn="l">
              <a:lnSpc>
                <a:spcPct val="115000"/>
              </a:lnSpc>
              <a:spcBef>
                <a:spcPts val="0"/>
              </a:spcBef>
              <a:spcAft>
                <a:spcPts val="0"/>
              </a:spcAft>
              <a:buSzPts val="6400"/>
              <a:buChar char="●"/>
              <a:defRPr sz="6400"/>
            </a:lvl4pPr>
            <a:lvl5pPr indent="-635000" lvl="4" marL="2286000" algn="l">
              <a:lnSpc>
                <a:spcPct val="115000"/>
              </a:lnSpc>
              <a:spcBef>
                <a:spcPts val="0"/>
              </a:spcBef>
              <a:spcAft>
                <a:spcPts val="0"/>
              </a:spcAft>
              <a:buSzPts val="6400"/>
              <a:buChar char="○"/>
              <a:defRPr sz="6400"/>
            </a:lvl5pPr>
            <a:lvl6pPr indent="-635000" lvl="5" marL="2743200" algn="l">
              <a:lnSpc>
                <a:spcPct val="115000"/>
              </a:lnSpc>
              <a:spcBef>
                <a:spcPts val="0"/>
              </a:spcBef>
              <a:spcAft>
                <a:spcPts val="0"/>
              </a:spcAft>
              <a:buSzPts val="6400"/>
              <a:buChar char="■"/>
              <a:defRPr sz="6400"/>
            </a:lvl6pPr>
            <a:lvl7pPr indent="-635000" lvl="6" marL="3200400" algn="l">
              <a:lnSpc>
                <a:spcPct val="115000"/>
              </a:lnSpc>
              <a:spcBef>
                <a:spcPts val="0"/>
              </a:spcBef>
              <a:spcAft>
                <a:spcPts val="0"/>
              </a:spcAft>
              <a:buSzPts val="6400"/>
              <a:buChar char="●"/>
              <a:defRPr sz="6400"/>
            </a:lvl7pPr>
            <a:lvl8pPr indent="-635000" lvl="7" marL="3657600" algn="l">
              <a:lnSpc>
                <a:spcPct val="115000"/>
              </a:lnSpc>
              <a:spcBef>
                <a:spcPts val="0"/>
              </a:spcBef>
              <a:spcAft>
                <a:spcPts val="0"/>
              </a:spcAft>
              <a:buSzPts val="6400"/>
              <a:buChar char="○"/>
              <a:defRPr sz="6400"/>
            </a:lvl8pPr>
            <a:lvl9pPr indent="-635000" lvl="8" marL="4114800" algn="l">
              <a:lnSpc>
                <a:spcPct val="115000"/>
              </a:lnSpc>
              <a:spcBef>
                <a:spcPts val="0"/>
              </a:spcBef>
              <a:spcAft>
                <a:spcPts val="0"/>
              </a:spcAft>
              <a:buSzPts val="6400"/>
              <a:buChar char="■"/>
              <a:defRPr sz="6400"/>
            </a:lvl9pPr>
          </a:lstStyle>
          <a:p/>
        </p:txBody>
      </p:sp>
      <p:sp>
        <p:nvSpPr>
          <p:cNvPr id="33" name="Google Shape;33;p9"/>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10"/>
          <p:cNvSpPr txBox="1"/>
          <p:nvPr>
            <p:ph type="title"/>
          </p:nvPr>
        </p:nvSpPr>
        <p:spPr>
          <a:xfrm>
            <a:off x="2353200" y="2880960"/>
            <a:ext cx="30565500" cy="26181000"/>
          </a:xfrm>
          <a:prstGeom prst="rect">
            <a:avLst/>
          </a:prstGeom>
          <a:noFill/>
          <a:ln>
            <a:noFill/>
          </a:ln>
        </p:spPr>
        <p:txBody>
          <a:bodyPr anchorCtr="0" anchor="ctr" bIns="485350" lIns="485350" spcFirstLastPara="1" rIns="485350" wrap="square" tIns="485350">
            <a:normAutofit/>
          </a:bodyPr>
          <a:lstStyle>
            <a:lvl1pPr lvl="0" algn="l">
              <a:lnSpc>
                <a:spcPct val="100000"/>
              </a:lnSpc>
              <a:spcBef>
                <a:spcPts val="0"/>
              </a:spcBef>
              <a:spcAft>
                <a:spcPts val="0"/>
              </a:spcAft>
              <a:buSzPts val="25400"/>
              <a:buNone/>
              <a:defRPr sz="25400"/>
            </a:lvl1pPr>
            <a:lvl2pPr lvl="1" algn="l">
              <a:lnSpc>
                <a:spcPct val="100000"/>
              </a:lnSpc>
              <a:spcBef>
                <a:spcPts val="0"/>
              </a:spcBef>
              <a:spcAft>
                <a:spcPts val="0"/>
              </a:spcAft>
              <a:buSzPts val="25400"/>
              <a:buNone/>
              <a:defRPr sz="25400"/>
            </a:lvl2pPr>
            <a:lvl3pPr lvl="2" algn="l">
              <a:lnSpc>
                <a:spcPct val="100000"/>
              </a:lnSpc>
              <a:spcBef>
                <a:spcPts val="0"/>
              </a:spcBef>
              <a:spcAft>
                <a:spcPts val="0"/>
              </a:spcAft>
              <a:buSzPts val="25400"/>
              <a:buNone/>
              <a:defRPr sz="25400"/>
            </a:lvl3pPr>
            <a:lvl4pPr lvl="3" algn="l">
              <a:lnSpc>
                <a:spcPct val="100000"/>
              </a:lnSpc>
              <a:spcBef>
                <a:spcPts val="0"/>
              </a:spcBef>
              <a:spcAft>
                <a:spcPts val="0"/>
              </a:spcAft>
              <a:buSzPts val="25400"/>
              <a:buNone/>
              <a:defRPr sz="25400"/>
            </a:lvl4pPr>
            <a:lvl5pPr lvl="4" algn="l">
              <a:lnSpc>
                <a:spcPct val="100000"/>
              </a:lnSpc>
              <a:spcBef>
                <a:spcPts val="0"/>
              </a:spcBef>
              <a:spcAft>
                <a:spcPts val="0"/>
              </a:spcAft>
              <a:buSzPts val="25400"/>
              <a:buNone/>
              <a:defRPr sz="25400"/>
            </a:lvl5pPr>
            <a:lvl6pPr lvl="5" algn="l">
              <a:lnSpc>
                <a:spcPct val="100000"/>
              </a:lnSpc>
              <a:spcBef>
                <a:spcPts val="0"/>
              </a:spcBef>
              <a:spcAft>
                <a:spcPts val="0"/>
              </a:spcAft>
              <a:buSzPts val="25400"/>
              <a:buNone/>
              <a:defRPr sz="25400"/>
            </a:lvl6pPr>
            <a:lvl7pPr lvl="6" algn="l">
              <a:lnSpc>
                <a:spcPct val="100000"/>
              </a:lnSpc>
              <a:spcBef>
                <a:spcPts val="0"/>
              </a:spcBef>
              <a:spcAft>
                <a:spcPts val="0"/>
              </a:spcAft>
              <a:buSzPts val="25400"/>
              <a:buNone/>
              <a:defRPr sz="25400"/>
            </a:lvl7pPr>
            <a:lvl8pPr lvl="7" algn="l">
              <a:lnSpc>
                <a:spcPct val="100000"/>
              </a:lnSpc>
              <a:spcBef>
                <a:spcPts val="0"/>
              </a:spcBef>
              <a:spcAft>
                <a:spcPts val="0"/>
              </a:spcAft>
              <a:buSzPts val="25400"/>
              <a:buNone/>
              <a:defRPr sz="25400"/>
            </a:lvl8pPr>
            <a:lvl9pPr lvl="8" algn="l">
              <a:lnSpc>
                <a:spcPct val="100000"/>
              </a:lnSpc>
              <a:spcBef>
                <a:spcPts val="0"/>
              </a:spcBef>
              <a:spcAft>
                <a:spcPts val="0"/>
              </a:spcAft>
              <a:buSzPts val="25400"/>
              <a:buNone/>
              <a:defRPr sz="25400"/>
            </a:lvl9pPr>
          </a:lstStyle>
          <a:p/>
        </p:txBody>
      </p:sp>
      <p:sp>
        <p:nvSpPr>
          <p:cNvPr id="36" name="Google Shape;36;p10"/>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11"/>
          <p:cNvSpPr/>
          <p:nvPr/>
        </p:nvSpPr>
        <p:spPr>
          <a:xfrm>
            <a:off x="21945600" y="-800"/>
            <a:ext cx="21945600" cy="32918400"/>
          </a:xfrm>
          <a:prstGeom prst="rect">
            <a:avLst/>
          </a:prstGeom>
          <a:solidFill>
            <a:schemeClr val="lt2"/>
          </a:solidFill>
          <a:ln>
            <a:noFill/>
          </a:ln>
        </p:spPr>
        <p:txBody>
          <a:bodyPr anchorCtr="0" anchor="ctr" bIns="485350" lIns="485350" spcFirstLastPara="1" rIns="485350" wrap="square" tIns="4853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1"/>
          <p:cNvSpPr txBox="1"/>
          <p:nvPr>
            <p:ph type="title"/>
          </p:nvPr>
        </p:nvSpPr>
        <p:spPr>
          <a:xfrm>
            <a:off x="1274400" y="7892320"/>
            <a:ext cx="19416900" cy="9486900"/>
          </a:xfrm>
          <a:prstGeom prst="rect">
            <a:avLst/>
          </a:prstGeom>
          <a:noFill/>
          <a:ln>
            <a:noFill/>
          </a:ln>
        </p:spPr>
        <p:txBody>
          <a:bodyPr anchorCtr="0" anchor="b" bIns="485350" lIns="485350" spcFirstLastPara="1" rIns="485350" wrap="square" tIns="485350">
            <a:normAutofit/>
          </a:bodyPr>
          <a:lstStyle>
            <a:lvl1pPr lvl="0" algn="ctr">
              <a:lnSpc>
                <a:spcPct val="100000"/>
              </a:lnSpc>
              <a:spcBef>
                <a:spcPts val="0"/>
              </a:spcBef>
              <a:spcAft>
                <a:spcPts val="0"/>
              </a:spcAft>
              <a:buSzPts val="22400"/>
              <a:buNone/>
              <a:defRPr sz="22400"/>
            </a:lvl1pPr>
            <a:lvl2pPr lvl="1" algn="ctr">
              <a:lnSpc>
                <a:spcPct val="100000"/>
              </a:lnSpc>
              <a:spcBef>
                <a:spcPts val="0"/>
              </a:spcBef>
              <a:spcAft>
                <a:spcPts val="0"/>
              </a:spcAft>
              <a:buSzPts val="22400"/>
              <a:buNone/>
              <a:defRPr sz="22400"/>
            </a:lvl2pPr>
            <a:lvl3pPr lvl="2" algn="ctr">
              <a:lnSpc>
                <a:spcPct val="100000"/>
              </a:lnSpc>
              <a:spcBef>
                <a:spcPts val="0"/>
              </a:spcBef>
              <a:spcAft>
                <a:spcPts val="0"/>
              </a:spcAft>
              <a:buSzPts val="22400"/>
              <a:buNone/>
              <a:defRPr sz="22400"/>
            </a:lvl3pPr>
            <a:lvl4pPr lvl="3" algn="ctr">
              <a:lnSpc>
                <a:spcPct val="100000"/>
              </a:lnSpc>
              <a:spcBef>
                <a:spcPts val="0"/>
              </a:spcBef>
              <a:spcAft>
                <a:spcPts val="0"/>
              </a:spcAft>
              <a:buSzPts val="22400"/>
              <a:buNone/>
              <a:defRPr sz="22400"/>
            </a:lvl4pPr>
            <a:lvl5pPr lvl="4" algn="ctr">
              <a:lnSpc>
                <a:spcPct val="100000"/>
              </a:lnSpc>
              <a:spcBef>
                <a:spcPts val="0"/>
              </a:spcBef>
              <a:spcAft>
                <a:spcPts val="0"/>
              </a:spcAft>
              <a:buSzPts val="22400"/>
              <a:buNone/>
              <a:defRPr sz="22400"/>
            </a:lvl5pPr>
            <a:lvl6pPr lvl="5" algn="ctr">
              <a:lnSpc>
                <a:spcPct val="100000"/>
              </a:lnSpc>
              <a:spcBef>
                <a:spcPts val="0"/>
              </a:spcBef>
              <a:spcAft>
                <a:spcPts val="0"/>
              </a:spcAft>
              <a:buSzPts val="22400"/>
              <a:buNone/>
              <a:defRPr sz="22400"/>
            </a:lvl6pPr>
            <a:lvl7pPr lvl="6" algn="ctr">
              <a:lnSpc>
                <a:spcPct val="100000"/>
              </a:lnSpc>
              <a:spcBef>
                <a:spcPts val="0"/>
              </a:spcBef>
              <a:spcAft>
                <a:spcPts val="0"/>
              </a:spcAft>
              <a:buSzPts val="22400"/>
              <a:buNone/>
              <a:defRPr sz="22400"/>
            </a:lvl7pPr>
            <a:lvl8pPr lvl="7" algn="ctr">
              <a:lnSpc>
                <a:spcPct val="100000"/>
              </a:lnSpc>
              <a:spcBef>
                <a:spcPts val="0"/>
              </a:spcBef>
              <a:spcAft>
                <a:spcPts val="0"/>
              </a:spcAft>
              <a:buSzPts val="22400"/>
              <a:buNone/>
              <a:defRPr sz="22400"/>
            </a:lvl8pPr>
            <a:lvl9pPr lvl="8" algn="ctr">
              <a:lnSpc>
                <a:spcPct val="100000"/>
              </a:lnSpc>
              <a:spcBef>
                <a:spcPts val="0"/>
              </a:spcBef>
              <a:spcAft>
                <a:spcPts val="0"/>
              </a:spcAft>
              <a:buSzPts val="22400"/>
              <a:buNone/>
              <a:defRPr sz="22400"/>
            </a:lvl9pPr>
          </a:lstStyle>
          <a:p/>
        </p:txBody>
      </p:sp>
      <p:sp>
        <p:nvSpPr>
          <p:cNvPr id="40" name="Google Shape;40;p11"/>
          <p:cNvSpPr txBox="1"/>
          <p:nvPr>
            <p:ph idx="1" type="subTitle"/>
          </p:nvPr>
        </p:nvSpPr>
        <p:spPr>
          <a:xfrm>
            <a:off x="1274400" y="17939680"/>
            <a:ext cx="19416900" cy="7904700"/>
          </a:xfrm>
          <a:prstGeom prst="rect">
            <a:avLst/>
          </a:prstGeom>
          <a:noFill/>
          <a:ln>
            <a:noFill/>
          </a:ln>
        </p:spPr>
        <p:txBody>
          <a:bodyPr anchorCtr="0" anchor="t" bIns="485350" lIns="485350" spcFirstLastPara="1" rIns="485350" wrap="square" tIns="485350">
            <a:normAutofit/>
          </a:bodyPr>
          <a:lstStyle>
            <a:lvl1pPr lvl="0" algn="ctr">
              <a:lnSpc>
                <a:spcPct val="100000"/>
              </a:lnSpc>
              <a:spcBef>
                <a:spcPts val="0"/>
              </a:spcBef>
              <a:spcAft>
                <a:spcPts val="0"/>
              </a:spcAft>
              <a:buSzPts val="11100"/>
              <a:buNone/>
              <a:defRPr sz="11100"/>
            </a:lvl1pPr>
            <a:lvl2pPr lvl="1" algn="ctr">
              <a:lnSpc>
                <a:spcPct val="100000"/>
              </a:lnSpc>
              <a:spcBef>
                <a:spcPts val="0"/>
              </a:spcBef>
              <a:spcAft>
                <a:spcPts val="0"/>
              </a:spcAft>
              <a:buSzPts val="11100"/>
              <a:buNone/>
              <a:defRPr sz="11100"/>
            </a:lvl2pPr>
            <a:lvl3pPr lvl="2" algn="ctr">
              <a:lnSpc>
                <a:spcPct val="100000"/>
              </a:lnSpc>
              <a:spcBef>
                <a:spcPts val="0"/>
              </a:spcBef>
              <a:spcAft>
                <a:spcPts val="0"/>
              </a:spcAft>
              <a:buSzPts val="11100"/>
              <a:buNone/>
              <a:defRPr sz="11100"/>
            </a:lvl3pPr>
            <a:lvl4pPr lvl="3" algn="ctr">
              <a:lnSpc>
                <a:spcPct val="100000"/>
              </a:lnSpc>
              <a:spcBef>
                <a:spcPts val="0"/>
              </a:spcBef>
              <a:spcAft>
                <a:spcPts val="0"/>
              </a:spcAft>
              <a:buSzPts val="11100"/>
              <a:buNone/>
              <a:defRPr sz="11100"/>
            </a:lvl4pPr>
            <a:lvl5pPr lvl="4" algn="ctr">
              <a:lnSpc>
                <a:spcPct val="100000"/>
              </a:lnSpc>
              <a:spcBef>
                <a:spcPts val="0"/>
              </a:spcBef>
              <a:spcAft>
                <a:spcPts val="0"/>
              </a:spcAft>
              <a:buSzPts val="11100"/>
              <a:buNone/>
              <a:defRPr sz="11100"/>
            </a:lvl5pPr>
            <a:lvl6pPr lvl="5" algn="ctr">
              <a:lnSpc>
                <a:spcPct val="100000"/>
              </a:lnSpc>
              <a:spcBef>
                <a:spcPts val="0"/>
              </a:spcBef>
              <a:spcAft>
                <a:spcPts val="0"/>
              </a:spcAft>
              <a:buSzPts val="11100"/>
              <a:buNone/>
              <a:defRPr sz="11100"/>
            </a:lvl6pPr>
            <a:lvl7pPr lvl="6" algn="ctr">
              <a:lnSpc>
                <a:spcPct val="100000"/>
              </a:lnSpc>
              <a:spcBef>
                <a:spcPts val="0"/>
              </a:spcBef>
              <a:spcAft>
                <a:spcPts val="0"/>
              </a:spcAft>
              <a:buSzPts val="11100"/>
              <a:buNone/>
              <a:defRPr sz="11100"/>
            </a:lvl7pPr>
            <a:lvl8pPr lvl="7" algn="ctr">
              <a:lnSpc>
                <a:spcPct val="100000"/>
              </a:lnSpc>
              <a:spcBef>
                <a:spcPts val="0"/>
              </a:spcBef>
              <a:spcAft>
                <a:spcPts val="0"/>
              </a:spcAft>
              <a:buSzPts val="11100"/>
              <a:buNone/>
              <a:defRPr sz="11100"/>
            </a:lvl8pPr>
            <a:lvl9pPr lvl="8" algn="ctr">
              <a:lnSpc>
                <a:spcPct val="100000"/>
              </a:lnSpc>
              <a:spcBef>
                <a:spcPts val="0"/>
              </a:spcBef>
              <a:spcAft>
                <a:spcPts val="0"/>
              </a:spcAft>
              <a:buSzPts val="11100"/>
              <a:buNone/>
              <a:defRPr sz="11100"/>
            </a:lvl9pPr>
          </a:lstStyle>
          <a:p/>
        </p:txBody>
      </p:sp>
      <p:sp>
        <p:nvSpPr>
          <p:cNvPr id="41" name="Google Shape;41;p11"/>
          <p:cNvSpPr txBox="1"/>
          <p:nvPr>
            <p:ph idx="2" type="body"/>
          </p:nvPr>
        </p:nvSpPr>
        <p:spPr>
          <a:xfrm>
            <a:off x="23709600" y="4634080"/>
            <a:ext cx="18417600" cy="23649000"/>
          </a:xfrm>
          <a:prstGeom prst="rect">
            <a:avLst/>
          </a:prstGeom>
          <a:noFill/>
          <a:ln>
            <a:noFill/>
          </a:ln>
        </p:spPr>
        <p:txBody>
          <a:bodyPr anchorCtr="0" anchor="ctr" bIns="485350" lIns="485350" spcFirstLastPara="1" rIns="485350" wrap="square" tIns="485350">
            <a:normAutofit/>
          </a:bodyPr>
          <a:lstStyle>
            <a:lvl1pPr indent="-838200" lvl="0" marL="457200" algn="l">
              <a:lnSpc>
                <a:spcPct val="115000"/>
              </a:lnSpc>
              <a:spcBef>
                <a:spcPts val="0"/>
              </a:spcBef>
              <a:spcAft>
                <a:spcPts val="0"/>
              </a:spcAft>
              <a:buSzPts val="9600"/>
              <a:buChar char="●"/>
              <a:defRPr/>
            </a:lvl1pPr>
            <a:lvl2pPr indent="-704850" lvl="1" marL="914400" algn="l">
              <a:lnSpc>
                <a:spcPct val="115000"/>
              </a:lnSpc>
              <a:spcBef>
                <a:spcPts val="0"/>
              </a:spcBef>
              <a:spcAft>
                <a:spcPts val="0"/>
              </a:spcAft>
              <a:buSzPts val="7500"/>
              <a:buChar char="○"/>
              <a:defRPr/>
            </a:lvl2pPr>
            <a:lvl3pPr indent="-704850" lvl="2" marL="1371600" algn="l">
              <a:lnSpc>
                <a:spcPct val="115000"/>
              </a:lnSpc>
              <a:spcBef>
                <a:spcPts val="0"/>
              </a:spcBef>
              <a:spcAft>
                <a:spcPts val="0"/>
              </a:spcAft>
              <a:buSzPts val="7500"/>
              <a:buChar char="■"/>
              <a:defRPr/>
            </a:lvl3pPr>
            <a:lvl4pPr indent="-704850" lvl="3" marL="1828800" algn="l">
              <a:lnSpc>
                <a:spcPct val="115000"/>
              </a:lnSpc>
              <a:spcBef>
                <a:spcPts val="0"/>
              </a:spcBef>
              <a:spcAft>
                <a:spcPts val="0"/>
              </a:spcAft>
              <a:buSzPts val="7500"/>
              <a:buChar char="●"/>
              <a:defRPr/>
            </a:lvl4pPr>
            <a:lvl5pPr indent="-704850" lvl="4" marL="2286000" algn="l">
              <a:lnSpc>
                <a:spcPct val="115000"/>
              </a:lnSpc>
              <a:spcBef>
                <a:spcPts val="0"/>
              </a:spcBef>
              <a:spcAft>
                <a:spcPts val="0"/>
              </a:spcAft>
              <a:buSzPts val="7500"/>
              <a:buChar char="○"/>
              <a:defRPr/>
            </a:lvl5pPr>
            <a:lvl6pPr indent="-704850" lvl="5" marL="2743200" algn="l">
              <a:lnSpc>
                <a:spcPct val="115000"/>
              </a:lnSpc>
              <a:spcBef>
                <a:spcPts val="0"/>
              </a:spcBef>
              <a:spcAft>
                <a:spcPts val="0"/>
              </a:spcAft>
              <a:buSzPts val="7500"/>
              <a:buChar char="■"/>
              <a:defRPr/>
            </a:lvl6pPr>
            <a:lvl7pPr indent="-704850" lvl="6" marL="3200400" algn="l">
              <a:lnSpc>
                <a:spcPct val="115000"/>
              </a:lnSpc>
              <a:spcBef>
                <a:spcPts val="0"/>
              </a:spcBef>
              <a:spcAft>
                <a:spcPts val="0"/>
              </a:spcAft>
              <a:buSzPts val="7500"/>
              <a:buChar char="●"/>
              <a:defRPr/>
            </a:lvl7pPr>
            <a:lvl8pPr indent="-704850" lvl="7" marL="3657600" algn="l">
              <a:lnSpc>
                <a:spcPct val="115000"/>
              </a:lnSpc>
              <a:spcBef>
                <a:spcPts val="0"/>
              </a:spcBef>
              <a:spcAft>
                <a:spcPts val="0"/>
              </a:spcAft>
              <a:buSzPts val="7500"/>
              <a:buChar char="○"/>
              <a:defRPr/>
            </a:lvl8pPr>
            <a:lvl9pPr indent="-704850" lvl="8" marL="4114800" algn="l">
              <a:lnSpc>
                <a:spcPct val="115000"/>
              </a:lnSpc>
              <a:spcBef>
                <a:spcPts val="0"/>
              </a:spcBef>
              <a:spcAft>
                <a:spcPts val="0"/>
              </a:spcAft>
              <a:buSzPts val="7500"/>
              <a:buChar char="■"/>
              <a:defRPr/>
            </a:lvl9pPr>
          </a:lstStyle>
          <a:p/>
        </p:txBody>
      </p:sp>
      <p:sp>
        <p:nvSpPr>
          <p:cNvPr id="42" name="Google Shape;42;p11"/>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2"/>
          <p:cNvSpPr txBox="1"/>
          <p:nvPr>
            <p:ph idx="1" type="body"/>
          </p:nvPr>
        </p:nvSpPr>
        <p:spPr>
          <a:xfrm>
            <a:off x="1496160" y="27075680"/>
            <a:ext cx="28794300" cy="3872700"/>
          </a:xfrm>
          <a:prstGeom prst="rect">
            <a:avLst/>
          </a:prstGeom>
          <a:noFill/>
          <a:ln>
            <a:noFill/>
          </a:ln>
        </p:spPr>
        <p:txBody>
          <a:bodyPr anchorCtr="0" anchor="ctr" bIns="485350" lIns="485350" spcFirstLastPara="1" rIns="485350" wrap="square" tIns="485350">
            <a:normAutofit/>
          </a:bodyPr>
          <a:lstStyle>
            <a:lvl1pPr indent="-228600" lvl="0" marL="457200" algn="l">
              <a:lnSpc>
                <a:spcPct val="100000"/>
              </a:lnSpc>
              <a:spcBef>
                <a:spcPts val="0"/>
              </a:spcBef>
              <a:spcAft>
                <a:spcPts val="0"/>
              </a:spcAft>
              <a:buSzPts val="9600"/>
              <a:buNone/>
              <a:defRPr/>
            </a:lvl1pPr>
          </a:lstStyle>
          <a:p/>
        </p:txBody>
      </p:sp>
      <p:sp>
        <p:nvSpPr>
          <p:cNvPr id="45" name="Google Shape;45;p12"/>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3"/>
          <p:cNvSpPr txBox="1"/>
          <p:nvPr>
            <p:ph hasCustomPrompt="1" type="title"/>
          </p:nvPr>
        </p:nvSpPr>
        <p:spPr>
          <a:xfrm>
            <a:off x="1496160" y="7079200"/>
            <a:ext cx="40898700" cy="12566400"/>
          </a:xfrm>
          <a:prstGeom prst="rect">
            <a:avLst/>
          </a:prstGeom>
          <a:noFill/>
          <a:ln>
            <a:noFill/>
          </a:ln>
        </p:spPr>
        <p:txBody>
          <a:bodyPr anchorCtr="0" anchor="b" bIns="485350" lIns="485350" spcFirstLastPara="1" rIns="485350" wrap="square" tIns="485350">
            <a:normAutofit/>
          </a:bodyPr>
          <a:lstStyle>
            <a:lvl1pPr lvl="0" algn="ctr">
              <a:lnSpc>
                <a:spcPct val="100000"/>
              </a:lnSpc>
              <a:spcBef>
                <a:spcPts val="0"/>
              </a:spcBef>
              <a:spcAft>
                <a:spcPts val="0"/>
              </a:spcAft>
              <a:buSzPts val="63800"/>
              <a:buNone/>
              <a:defRPr sz="63800"/>
            </a:lvl1pPr>
            <a:lvl2pPr lvl="1" algn="ctr">
              <a:lnSpc>
                <a:spcPct val="100000"/>
              </a:lnSpc>
              <a:spcBef>
                <a:spcPts val="0"/>
              </a:spcBef>
              <a:spcAft>
                <a:spcPts val="0"/>
              </a:spcAft>
              <a:buSzPts val="63800"/>
              <a:buNone/>
              <a:defRPr sz="63800"/>
            </a:lvl2pPr>
            <a:lvl3pPr lvl="2" algn="ctr">
              <a:lnSpc>
                <a:spcPct val="100000"/>
              </a:lnSpc>
              <a:spcBef>
                <a:spcPts val="0"/>
              </a:spcBef>
              <a:spcAft>
                <a:spcPts val="0"/>
              </a:spcAft>
              <a:buSzPts val="63800"/>
              <a:buNone/>
              <a:defRPr sz="63800"/>
            </a:lvl3pPr>
            <a:lvl4pPr lvl="3" algn="ctr">
              <a:lnSpc>
                <a:spcPct val="100000"/>
              </a:lnSpc>
              <a:spcBef>
                <a:spcPts val="0"/>
              </a:spcBef>
              <a:spcAft>
                <a:spcPts val="0"/>
              </a:spcAft>
              <a:buSzPts val="63800"/>
              <a:buNone/>
              <a:defRPr sz="63800"/>
            </a:lvl4pPr>
            <a:lvl5pPr lvl="4" algn="ctr">
              <a:lnSpc>
                <a:spcPct val="100000"/>
              </a:lnSpc>
              <a:spcBef>
                <a:spcPts val="0"/>
              </a:spcBef>
              <a:spcAft>
                <a:spcPts val="0"/>
              </a:spcAft>
              <a:buSzPts val="63800"/>
              <a:buNone/>
              <a:defRPr sz="63800"/>
            </a:lvl5pPr>
            <a:lvl6pPr lvl="5" algn="ctr">
              <a:lnSpc>
                <a:spcPct val="100000"/>
              </a:lnSpc>
              <a:spcBef>
                <a:spcPts val="0"/>
              </a:spcBef>
              <a:spcAft>
                <a:spcPts val="0"/>
              </a:spcAft>
              <a:buSzPts val="63800"/>
              <a:buNone/>
              <a:defRPr sz="63800"/>
            </a:lvl6pPr>
            <a:lvl7pPr lvl="6" algn="ctr">
              <a:lnSpc>
                <a:spcPct val="100000"/>
              </a:lnSpc>
              <a:spcBef>
                <a:spcPts val="0"/>
              </a:spcBef>
              <a:spcAft>
                <a:spcPts val="0"/>
              </a:spcAft>
              <a:buSzPts val="63800"/>
              <a:buNone/>
              <a:defRPr sz="63800"/>
            </a:lvl7pPr>
            <a:lvl8pPr lvl="7" algn="ctr">
              <a:lnSpc>
                <a:spcPct val="100000"/>
              </a:lnSpc>
              <a:spcBef>
                <a:spcPts val="0"/>
              </a:spcBef>
              <a:spcAft>
                <a:spcPts val="0"/>
              </a:spcAft>
              <a:buSzPts val="63800"/>
              <a:buNone/>
              <a:defRPr sz="63800"/>
            </a:lvl8pPr>
            <a:lvl9pPr lvl="8" algn="ctr">
              <a:lnSpc>
                <a:spcPct val="100000"/>
              </a:lnSpc>
              <a:spcBef>
                <a:spcPts val="0"/>
              </a:spcBef>
              <a:spcAft>
                <a:spcPts val="0"/>
              </a:spcAft>
              <a:buSzPts val="63800"/>
              <a:buNone/>
              <a:defRPr sz="63800"/>
            </a:lvl9pPr>
          </a:lstStyle>
          <a:p>
            <a:r>
              <a:t>xx%</a:t>
            </a:r>
          </a:p>
        </p:txBody>
      </p:sp>
      <p:sp>
        <p:nvSpPr>
          <p:cNvPr id="48" name="Google Shape;48;p13"/>
          <p:cNvSpPr txBox="1"/>
          <p:nvPr>
            <p:ph idx="1" type="body"/>
          </p:nvPr>
        </p:nvSpPr>
        <p:spPr>
          <a:xfrm>
            <a:off x="1496160" y="20174240"/>
            <a:ext cx="40898700" cy="8325000"/>
          </a:xfrm>
          <a:prstGeom prst="rect">
            <a:avLst/>
          </a:prstGeom>
          <a:noFill/>
          <a:ln>
            <a:noFill/>
          </a:ln>
        </p:spPr>
        <p:txBody>
          <a:bodyPr anchorCtr="0" anchor="t" bIns="485350" lIns="485350" spcFirstLastPara="1" rIns="485350" wrap="square" tIns="485350">
            <a:normAutofit/>
          </a:bodyPr>
          <a:lstStyle>
            <a:lvl1pPr indent="-838200" lvl="0" marL="457200" algn="ctr">
              <a:lnSpc>
                <a:spcPct val="115000"/>
              </a:lnSpc>
              <a:spcBef>
                <a:spcPts val="0"/>
              </a:spcBef>
              <a:spcAft>
                <a:spcPts val="0"/>
              </a:spcAft>
              <a:buSzPts val="9600"/>
              <a:buChar char="●"/>
              <a:defRPr/>
            </a:lvl1pPr>
            <a:lvl2pPr indent="-704850" lvl="1" marL="914400" algn="ctr">
              <a:lnSpc>
                <a:spcPct val="115000"/>
              </a:lnSpc>
              <a:spcBef>
                <a:spcPts val="0"/>
              </a:spcBef>
              <a:spcAft>
                <a:spcPts val="0"/>
              </a:spcAft>
              <a:buSzPts val="7500"/>
              <a:buChar char="○"/>
              <a:defRPr/>
            </a:lvl2pPr>
            <a:lvl3pPr indent="-704850" lvl="2" marL="1371600" algn="ctr">
              <a:lnSpc>
                <a:spcPct val="115000"/>
              </a:lnSpc>
              <a:spcBef>
                <a:spcPts val="0"/>
              </a:spcBef>
              <a:spcAft>
                <a:spcPts val="0"/>
              </a:spcAft>
              <a:buSzPts val="7500"/>
              <a:buChar char="■"/>
              <a:defRPr/>
            </a:lvl3pPr>
            <a:lvl4pPr indent="-704850" lvl="3" marL="1828800" algn="ctr">
              <a:lnSpc>
                <a:spcPct val="115000"/>
              </a:lnSpc>
              <a:spcBef>
                <a:spcPts val="0"/>
              </a:spcBef>
              <a:spcAft>
                <a:spcPts val="0"/>
              </a:spcAft>
              <a:buSzPts val="7500"/>
              <a:buChar char="●"/>
              <a:defRPr/>
            </a:lvl4pPr>
            <a:lvl5pPr indent="-704850" lvl="4" marL="2286000" algn="ctr">
              <a:lnSpc>
                <a:spcPct val="115000"/>
              </a:lnSpc>
              <a:spcBef>
                <a:spcPts val="0"/>
              </a:spcBef>
              <a:spcAft>
                <a:spcPts val="0"/>
              </a:spcAft>
              <a:buSzPts val="7500"/>
              <a:buChar char="○"/>
              <a:defRPr/>
            </a:lvl5pPr>
            <a:lvl6pPr indent="-704850" lvl="5" marL="2743200" algn="ctr">
              <a:lnSpc>
                <a:spcPct val="115000"/>
              </a:lnSpc>
              <a:spcBef>
                <a:spcPts val="0"/>
              </a:spcBef>
              <a:spcAft>
                <a:spcPts val="0"/>
              </a:spcAft>
              <a:buSzPts val="7500"/>
              <a:buChar char="■"/>
              <a:defRPr/>
            </a:lvl6pPr>
            <a:lvl7pPr indent="-704850" lvl="6" marL="3200400" algn="ctr">
              <a:lnSpc>
                <a:spcPct val="115000"/>
              </a:lnSpc>
              <a:spcBef>
                <a:spcPts val="0"/>
              </a:spcBef>
              <a:spcAft>
                <a:spcPts val="0"/>
              </a:spcAft>
              <a:buSzPts val="7500"/>
              <a:buChar char="●"/>
              <a:defRPr/>
            </a:lvl7pPr>
            <a:lvl8pPr indent="-704850" lvl="7" marL="3657600" algn="ctr">
              <a:lnSpc>
                <a:spcPct val="115000"/>
              </a:lnSpc>
              <a:spcBef>
                <a:spcPts val="0"/>
              </a:spcBef>
              <a:spcAft>
                <a:spcPts val="0"/>
              </a:spcAft>
              <a:buSzPts val="7500"/>
              <a:buChar char="○"/>
              <a:defRPr/>
            </a:lvl8pPr>
            <a:lvl9pPr indent="-704850" lvl="8" marL="4114800" algn="ctr">
              <a:lnSpc>
                <a:spcPct val="115000"/>
              </a:lnSpc>
              <a:spcBef>
                <a:spcPts val="0"/>
              </a:spcBef>
              <a:spcAft>
                <a:spcPts val="0"/>
              </a:spcAft>
              <a:buSzPts val="7500"/>
              <a:buChar char="■"/>
              <a:defRPr/>
            </a:lvl9pPr>
          </a:lstStyle>
          <a:p/>
        </p:txBody>
      </p:sp>
      <p:sp>
        <p:nvSpPr>
          <p:cNvPr id="49" name="Google Shape;49;p13"/>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2"/>
          <p:cNvSpPr txBox="1"/>
          <p:nvPr>
            <p:ph type="title"/>
          </p:nvPr>
        </p:nvSpPr>
        <p:spPr>
          <a:xfrm>
            <a:off x="1496160" y="2848160"/>
            <a:ext cx="40898700" cy="3665400"/>
          </a:xfrm>
          <a:prstGeom prst="rect">
            <a:avLst/>
          </a:prstGeom>
          <a:noFill/>
          <a:ln>
            <a:noFill/>
          </a:ln>
        </p:spPr>
        <p:txBody>
          <a:bodyPr anchorCtr="0" anchor="t" bIns="485350" lIns="485350" spcFirstLastPara="1" rIns="485350" wrap="square" tIns="485350">
            <a:normAutofit/>
          </a:bodyPr>
          <a:lstStyle>
            <a:lvl1pPr lvl="0"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14900"/>
              <a:buFont typeface="Arial"/>
              <a:buNone/>
              <a:defRPr b="0" i="0" sz="14900" u="none" cap="none" strike="noStrike">
                <a:solidFill>
                  <a:schemeClr val="dk1"/>
                </a:solidFill>
                <a:latin typeface="Arial"/>
                <a:ea typeface="Arial"/>
                <a:cs typeface="Arial"/>
                <a:sym typeface="Arial"/>
              </a:defRPr>
            </a:lvl9pPr>
          </a:lstStyle>
          <a:p/>
        </p:txBody>
      </p:sp>
      <p:sp>
        <p:nvSpPr>
          <p:cNvPr id="7" name="Google Shape;7;p2"/>
          <p:cNvSpPr txBox="1"/>
          <p:nvPr>
            <p:ph idx="1" type="body"/>
          </p:nvPr>
        </p:nvSpPr>
        <p:spPr>
          <a:xfrm>
            <a:off x="1496160" y="7375840"/>
            <a:ext cx="40898700" cy="21865200"/>
          </a:xfrm>
          <a:prstGeom prst="rect">
            <a:avLst/>
          </a:prstGeom>
          <a:noFill/>
          <a:ln>
            <a:noFill/>
          </a:ln>
        </p:spPr>
        <p:txBody>
          <a:bodyPr anchorCtr="0" anchor="t" bIns="485350" lIns="485350" spcFirstLastPara="1" rIns="485350" wrap="square" tIns="485350">
            <a:normAutofit/>
          </a:bodyPr>
          <a:lstStyle>
            <a:lvl1pPr indent="-838200" lvl="0" marL="457200" marR="0" rtl="0" algn="l">
              <a:lnSpc>
                <a:spcPct val="115000"/>
              </a:lnSpc>
              <a:spcBef>
                <a:spcPts val="0"/>
              </a:spcBef>
              <a:spcAft>
                <a:spcPts val="0"/>
              </a:spcAft>
              <a:buClr>
                <a:schemeClr val="dk2"/>
              </a:buClr>
              <a:buSzPts val="9600"/>
              <a:buFont typeface="Arial"/>
              <a:buChar char="●"/>
              <a:defRPr b="0" i="0" sz="9600" u="none" cap="none" strike="noStrike">
                <a:solidFill>
                  <a:schemeClr val="dk2"/>
                </a:solidFill>
                <a:latin typeface="Arial"/>
                <a:ea typeface="Arial"/>
                <a:cs typeface="Arial"/>
                <a:sym typeface="Arial"/>
              </a:defRPr>
            </a:lvl1pPr>
            <a:lvl2pPr indent="-704850" lvl="1" marL="9144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2pPr>
            <a:lvl3pPr indent="-704850" lvl="2" marL="13716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3pPr>
            <a:lvl4pPr indent="-704850" lvl="3" marL="18288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4pPr>
            <a:lvl5pPr indent="-704850" lvl="4" marL="22860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5pPr>
            <a:lvl6pPr indent="-704850" lvl="5" marL="27432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6pPr>
            <a:lvl7pPr indent="-704850" lvl="6" marL="32004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7pPr>
            <a:lvl8pPr indent="-704850" lvl="7" marL="36576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8pPr>
            <a:lvl9pPr indent="-704850" lvl="8" marL="4114800" marR="0" rtl="0" algn="l">
              <a:lnSpc>
                <a:spcPct val="115000"/>
              </a:lnSpc>
              <a:spcBef>
                <a:spcPts val="0"/>
              </a:spcBef>
              <a:spcAft>
                <a:spcPts val="0"/>
              </a:spcAft>
              <a:buClr>
                <a:schemeClr val="dk2"/>
              </a:buClr>
              <a:buSzPts val="7500"/>
              <a:buFont typeface="Arial"/>
              <a:buChar char="■"/>
              <a:defRPr b="0" i="0" sz="7500" u="none" cap="none" strike="noStrike">
                <a:solidFill>
                  <a:schemeClr val="dk2"/>
                </a:solidFill>
                <a:latin typeface="Arial"/>
                <a:ea typeface="Arial"/>
                <a:cs typeface="Arial"/>
                <a:sym typeface="Arial"/>
              </a:defRPr>
            </a:lvl9pPr>
          </a:lstStyle>
          <a:p/>
        </p:txBody>
      </p:sp>
      <p:sp>
        <p:nvSpPr>
          <p:cNvPr id="8" name="Google Shape;8;p2"/>
          <p:cNvSpPr txBox="1"/>
          <p:nvPr>
            <p:ph idx="12" type="sldNum"/>
          </p:nvPr>
        </p:nvSpPr>
        <p:spPr>
          <a:xfrm>
            <a:off x="40667798" y="29844588"/>
            <a:ext cx="2633700" cy="2519100"/>
          </a:xfrm>
          <a:prstGeom prst="rect">
            <a:avLst/>
          </a:prstGeom>
          <a:noFill/>
          <a:ln>
            <a:noFill/>
          </a:ln>
        </p:spPr>
        <p:txBody>
          <a:bodyPr anchorCtr="0" anchor="ctr" bIns="485350" lIns="485350" spcFirstLastPara="1" rIns="485350" wrap="square" tIns="485350">
            <a:normAutofit/>
          </a:bodyPr>
          <a:lstStyle>
            <a:lvl1pPr indent="0" lvl="0"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5300"/>
              <a:buFont typeface="Arial"/>
              <a:buNone/>
              <a:defRPr b="0" i="0" sz="5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10.jpg"/><Relationship Id="rId10" Type="http://schemas.openxmlformats.org/officeDocument/2006/relationships/image" Target="../media/image4.png"/><Relationship Id="rId13" Type="http://schemas.openxmlformats.org/officeDocument/2006/relationships/image" Target="../media/image7.jpg"/><Relationship Id="rId12" Type="http://schemas.openxmlformats.org/officeDocument/2006/relationships/image" Target="../media/image11.png"/><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 Id="rId4" Type="http://schemas.openxmlformats.org/officeDocument/2006/relationships/image" Target="../media/image1.png"/><Relationship Id="rId9" Type="http://schemas.openxmlformats.org/officeDocument/2006/relationships/image" Target="../media/image6.png"/><Relationship Id="rId5" Type="http://schemas.openxmlformats.org/officeDocument/2006/relationships/image" Target="../media/image2.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386D"/>
        </a:solidFill>
      </p:bgPr>
    </p:bg>
    <p:spTree>
      <p:nvGrpSpPr>
        <p:cNvPr id="53" name="Shape 53"/>
        <p:cNvGrpSpPr/>
        <p:nvPr/>
      </p:nvGrpSpPr>
      <p:grpSpPr>
        <a:xfrm>
          <a:off x="0" y="0"/>
          <a:ext cx="0" cy="0"/>
          <a:chOff x="0" y="0"/>
          <a:chExt cx="0" cy="0"/>
        </a:xfrm>
      </p:grpSpPr>
      <p:sp>
        <p:nvSpPr>
          <p:cNvPr id="54" name="Google Shape;54;p1"/>
          <p:cNvSpPr txBox="1"/>
          <p:nvPr/>
        </p:nvSpPr>
        <p:spPr>
          <a:xfrm>
            <a:off x="16491867" y="28340850"/>
            <a:ext cx="15722100" cy="40275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Table 1:</a:t>
            </a:r>
            <a:r>
              <a:rPr b="0" i="0" lang="en" sz="2100" u="none" cap="none" strike="noStrike">
                <a:solidFill>
                  <a:schemeClr val="dk1"/>
                </a:solidFill>
                <a:latin typeface="Roboto"/>
                <a:ea typeface="Roboto"/>
                <a:cs typeface="Roboto"/>
                <a:sym typeface="Roboto"/>
              </a:rPr>
              <a:t>  Design Criteria and Validation Plan</a:t>
            </a:r>
            <a:endParaRPr b="0" i="0" sz="2100" u="none" cap="none" strike="noStrike">
              <a:solidFill>
                <a:schemeClr val="dk1"/>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2800"/>
              <a:buFont typeface="Arial"/>
              <a:buNone/>
            </a:pPr>
            <a:br>
              <a:rPr b="0" i="0" lang="en" sz="2800" u="none" cap="none" strike="noStrike">
                <a:solidFill>
                  <a:schemeClr val="dk1"/>
                </a:solidFill>
                <a:latin typeface="Roboto"/>
                <a:ea typeface="Roboto"/>
                <a:cs typeface="Roboto"/>
                <a:sym typeface="Roboto"/>
              </a:rPr>
            </a:br>
            <a:r>
              <a:rPr b="0" i="0" lang="en" sz="2800" u="none" cap="none" strike="noStrike">
                <a:solidFill>
                  <a:schemeClr val="dk1"/>
                </a:solidFill>
                <a:latin typeface="Roboto"/>
                <a:ea typeface="Roboto"/>
                <a:cs typeface="Roboto"/>
                <a:sym typeface="Roboto"/>
              </a:rPr>
              <a:t>The table outlines our project’s key criteria, detailing the planned implementation of hardware and software components alongside their validation methods to ensure practical functionality. The particle detection and measurement system must accurately identify and size metal particles, classifying them based on a predefined threshold. To ensure reliability, the system’s results will be compared against a technician’s assessments. These criteria will enable a streamlined execution of the process, reducing overall time and improving consistency in particulate counting.</a:t>
            </a:r>
            <a:endParaRPr b="0" i="0" sz="2800" u="none" cap="none" strike="noStrike">
              <a:solidFill>
                <a:schemeClr val="dk1"/>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Roboto"/>
              <a:ea typeface="Roboto"/>
              <a:cs typeface="Roboto"/>
              <a:sym typeface="Roboto"/>
            </a:endParaRPr>
          </a:p>
        </p:txBody>
      </p:sp>
      <p:sp>
        <p:nvSpPr>
          <p:cNvPr id="55" name="Google Shape;55;p1"/>
          <p:cNvSpPr/>
          <p:nvPr/>
        </p:nvSpPr>
        <p:spPr>
          <a:xfrm>
            <a:off x="-26333" y="6496050"/>
            <a:ext cx="43891200" cy="26346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6" name="Google Shape;56;p1"/>
          <p:cNvSpPr txBox="1"/>
          <p:nvPr/>
        </p:nvSpPr>
        <p:spPr>
          <a:xfrm>
            <a:off x="7270600" y="971963"/>
            <a:ext cx="29349900" cy="1903500"/>
          </a:xfrm>
          <a:prstGeom prst="rect">
            <a:avLst/>
          </a:prstGeom>
          <a:noFill/>
          <a:ln>
            <a:noFill/>
          </a:ln>
        </p:spPr>
        <p:txBody>
          <a:bodyPr anchorCtr="0" anchor="t" bIns="126975" lIns="126975" spcFirstLastPara="1" rIns="126975" wrap="square" tIns="126975">
            <a:spAutoFit/>
          </a:bodyPr>
          <a:lstStyle/>
          <a:p>
            <a:pPr indent="0" lvl="0" marL="0" marR="0" rtl="0" algn="ctr">
              <a:lnSpc>
                <a:spcPct val="100000"/>
              </a:lnSpc>
              <a:spcBef>
                <a:spcPts val="0"/>
              </a:spcBef>
              <a:spcAft>
                <a:spcPts val="0"/>
              </a:spcAft>
              <a:buClr>
                <a:srgbClr val="000000"/>
              </a:buClr>
              <a:buSzPts val="10700"/>
              <a:buFont typeface="Arial"/>
              <a:buNone/>
            </a:pPr>
            <a:r>
              <a:rPr b="1" i="0" lang="en" sz="10700" u="none" cap="none" strike="noStrike">
                <a:solidFill>
                  <a:schemeClr val="lt1"/>
                </a:solidFill>
                <a:latin typeface="Roboto"/>
                <a:ea typeface="Roboto"/>
                <a:cs typeface="Roboto"/>
                <a:sym typeface="Roboto"/>
              </a:rPr>
              <a:t>Automated Metal Particulate Counting</a:t>
            </a:r>
            <a:endParaRPr b="1" i="0" sz="10700" u="none" cap="none" strike="noStrike">
              <a:solidFill>
                <a:schemeClr val="lt1"/>
              </a:solidFill>
              <a:latin typeface="Roboto"/>
              <a:ea typeface="Roboto"/>
              <a:cs typeface="Roboto"/>
              <a:sym typeface="Roboto"/>
            </a:endParaRPr>
          </a:p>
        </p:txBody>
      </p:sp>
      <p:sp>
        <p:nvSpPr>
          <p:cNvPr id="57" name="Google Shape;57;p1"/>
          <p:cNvSpPr txBox="1"/>
          <p:nvPr/>
        </p:nvSpPr>
        <p:spPr>
          <a:xfrm>
            <a:off x="6153150" y="2875475"/>
            <a:ext cx="31584900" cy="2426700"/>
          </a:xfrm>
          <a:prstGeom prst="rect">
            <a:avLst/>
          </a:prstGeom>
          <a:noFill/>
          <a:ln>
            <a:noFill/>
          </a:ln>
        </p:spPr>
        <p:txBody>
          <a:bodyPr anchorCtr="0" anchor="t" bIns="126975" lIns="126975" spcFirstLastPara="1" rIns="126975" wrap="square" tIns="126975">
            <a:spAutoFit/>
          </a:bodyPr>
          <a:lstStyle/>
          <a:p>
            <a:pPr indent="0" lvl="0" marL="0" marR="0" rtl="0" algn="ctr">
              <a:lnSpc>
                <a:spcPct val="100000"/>
              </a:lnSpc>
              <a:spcBef>
                <a:spcPts val="0"/>
              </a:spcBef>
              <a:spcAft>
                <a:spcPts val="0"/>
              </a:spcAft>
              <a:buClr>
                <a:srgbClr val="000000"/>
              </a:buClr>
              <a:buSzPts val="4700"/>
              <a:buFont typeface="Arial"/>
              <a:buNone/>
            </a:pPr>
            <a:r>
              <a:rPr b="1" i="0" lang="en" sz="4700" u="none" cap="none" strike="noStrike">
                <a:solidFill>
                  <a:schemeClr val="lt1"/>
                </a:solidFill>
                <a:latin typeface="Roboto"/>
                <a:ea typeface="Roboto"/>
                <a:cs typeface="Roboto"/>
                <a:sym typeface="Roboto"/>
              </a:rPr>
              <a:t>Team Members: </a:t>
            </a:r>
            <a:r>
              <a:rPr b="0" i="0" lang="en" sz="4700" u="none" cap="none" strike="noStrike">
                <a:solidFill>
                  <a:schemeClr val="lt1"/>
                </a:solidFill>
                <a:latin typeface="Roboto"/>
                <a:ea typeface="Roboto"/>
                <a:cs typeface="Roboto"/>
                <a:sym typeface="Roboto"/>
              </a:rPr>
              <a:t>Isaac Hoyt</a:t>
            </a:r>
            <a:r>
              <a:rPr b="0" baseline="30000" i="0" lang="en" sz="4700" u="none" cap="none" strike="noStrike">
                <a:solidFill>
                  <a:schemeClr val="lt1"/>
                </a:solidFill>
                <a:latin typeface="Roboto"/>
                <a:ea typeface="Roboto"/>
                <a:cs typeface="Roboto"/>
                <a:sym typeface="Roboto"/>
              </a:rPr>
              <a:t>1</a:t>
            </a:r>
            <a:r>
              <a:rPr b="0" i="0" lang="en" sz="4700" u="none" cap="none" strike="noStrike">
                <a:solidFill>
                  <a:schemeClr val="lt1"/>
                </a:solidFill>
                <a:latin typeface="Roboto"/>
                <a:ea typeface="Roboto"/>
                <a:cs typeface="Roboto"/>
                <a:sym typeface="Roboto"/>
              </a:rPr>
              <a:t>, Brian Ngo</a:t>
            </a:r>
            <a:r>
              <a:rPr b="0" baseline="30000" i="0" lang="en" sz="4700" u="none" cap="none" strike="noStrike">
                <a:solidFill>
                  <a:schemeClr val="lt1"/>
                </a:solidFill>
                <a:latin typeface="Roboto"/>
                <a:ea typeface="Roboto"/>
                <a:cs typeface="Roboto"/>
                <a:sym typeface="Roboto"/>
              </a:rPr>
              <a:t>1</a:t>
            </a:r>
            <a:r>
              <a:rPr b="0" i="0" lang="en" sz="4700" u="none" cap="none" strike="noStrike">
                <a:solidFill>
                  <a:schemeClr val="lt1"/>
                </a:solidFill>
                <a:latin typeface="Roboto"/>
                <a:ea typeface="Roboto"/>
                <a:cs typeface="Roboto"/>
                <a:sym typeface="Roboto"/>
              </a:rPr>
              <a:t>, Matthew Luong</a:t>
            </a:r>
            <a:r>
              <a:rPr b="0" baseline="30000" i="0" lang="en" sz="4700" u="none" cap="none" strike="noStrike">
                <a:solidFill>
                  <a:schemeClr val="lt1"/>
                </a:solidFill>
                <a:latin typeface="Roboto"/>
                <a:ea typeface="Roboto"/>
                <a:cs typeface="Roboto"/>
                <a:sym typeface="Roboto"/>
              </a:rPr>
              <a:t>1</a:t>
            </a:r>
            <a:r>
              <a:rPr b="0" i="0" lang="en" sz="4700" u="none" cap="none" strike="noStrike">
                <a:solidFill>
                  <a:schemeClr val="lt1"/>
                </a:solidFill>
                <a:latin typeface="Roboto"/>
                <a:ea typeface="Roboto"/>
                <a:cs typeface="Roboto"/>
                <a:sym typeface="Roboto"/>
              </a:rPr>
              <a:t>, Yolanda Gomez</a:t>
            </a:r>
            <a:r>
              <a:rPr b="0" baseline="30000" i="0" lang="en" sz="4700" u="none" cap="none" strike="noStrike">
                <a:solidFill>
                  <a:schemeClr val="lt1"/>
                </a:solidFill>
                <a:latin typeface="Roboto"/>
                <a:ea typeface="Roboto"/>
                <a:cs typeface="Roboto"/>
                <a:sym typeface="Roboto"/>
              </a:rPr>
              <a:t>1</a:t>
            </a:r>
            <a:r>
              <a:rPr b="0" i="0" lang="en" sz="4700" u="none" cap="none" strike="noStrike">
                <a:solidFill>
                  <a:schemeClr val="lt1"/>
                </a:solidFill>
                <a:latin typeface="Roboto"/>
                <a:ea typeface="Roboto"/>
                <a:cs typeface="Roboto"/>
                <a:sym typeface="Roboto"/>
              </a:rPr>
              <a:t>, Tandol Jerthsattayanukul</a:t>
            </a:r>
            <a:r>
              <a:rPr b="0" baseline="30000" i="0" lang="en" sz="4700" u="none" cap="none" strike="noStrike">
                <a:solidFill>
                  <a:schemeClr val="lt1"/>
                </a:solidFill>
                <a:latin typeface="Roboto"/>
                <a:ea typeface="Roboto"/>
                <a:cs typeface="Roboto"/>
                <a:sym typeface="Roboto"/>
              </a:rPr>
              <a:t>1</a:t>
            </a:r>
            <a:r>
              <a:rPr b="0" i="0" lang="en" sz="4700" u="none" cap="none" strike="noStrike">
                <a:solidFill>
                  <a:schemeClr val="lt1"/>
                </a:solidFill>
                <a:latin typeface="Roboto"/>
                <a:ea typeface="Roboto"/>
                <a:cs typeface="Roboto"/>
                <a:sym typeface="Roboto"/>
              </a:rPr>
              <a:t>, Landon Stein</a:t>
            </a:r>
            <a:r>
              <a:rPr b="0" baseline="30000" i="0" lang="en" sz="4700" u="none" cap="none" strike="noStrike">
                <a:solidFill>
                  <a:schemeClr val="lt1"/>
                </a:solidFill>
                <a:latin typeface="Roboto"/>
                <a:ea typeface="Roboto"/>
                <a:cs typeface="Roboto"/>
                <a:sym typeface="Roboto"/>
              </a:rPr>
              <a:t>1</a:t>
            </a:r>
            <a:endParaRPr b="0" i="0" sz="4700" u="none" cap="none" strike="noStrike">
              <a:solidFill>
                <a:schemeClr val="lt1"/>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4700"/>
              <a:buFont typeface="Arial"/>
              <a:buNone/>
            </a:pPr>
            <a:r>
              <a:rPr b="1" i="0" lang="en" sz="4700" u="none" cap="none" strike="noStrike">
                <a:solidFill>
                  <a:schemeClr val="lt1"/>
                </a:solidFill>
                <a:latin typeface="Roboto"/>
                <a:ea typeface="Roboto"/>
                <a:cs typeface="Roboto"/>
                <a:sym typeface="Roboto"/>
              </a:rPr>
              <a:t>Mentors: </a:t>
            </a:r>
            <a:r>
              <a:rPr b="0" i="0" lang="en" sz="4700" u="none" cap="none" strike="noStrike">
                <a:solidFill>
                  <a:schemeClr val="lt1"/>
                </a:solidFill>
                <a:latin typeface="Roboto"/>
                <a:ea typeface="Roboto"/>
                <a:cs typeface="Roboto"/>
                <a:sym typeface="Roboto"/>
              </a:rPr>
              <a:t>Camille Lo Porciuncula, Daj Rasberry, Tom Schacht, Diego Cueto, Christine King</a:t>
            </a:r>
            <a:r>
              <a:rPr b="0" baseline="30000" i="0" lang="en" sz="4700" u="none" cap="none" strike="noStrike">
                <a:solidFill>
                  <a:schemeClr val="lt1"/>
                </a:solidFill>
                <a:latin typeface="Roboto"/>
                <a:ea typeface="Roboto"/>
                <a:cs typeface="Roboto"/>
                <a:sym typeface="Roboto"/>
              </a:rPr>
              <a:t>1</a:t>
            </a:r>
            <a:endParaRPr b="0" baseline="30000" i="0" sz="4700" u="none" cap="none" strike="noStrike">
              <a:solidFill>
                <a:schemeClr val="lt1"/>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4700"/>
              <a:buFont typeface="Arial"/>
              <a:buNone/>
            </a:pPr>
            <a:r>
              <a:rPr b="0" baseline="30000" i="0" lang="en" sz="4700" u="none" cap="none" strike="noStrike">
                <a:solidFill>
                  <a:schemeClr val="lt1"/>
                </a:solidFill>
                <a:latin typeface="Roboto"/>
                <a:ea typeface="Roboto"/>
                <a:cs typeface="Roboto"/>
                <a:sym typeface="Roboto"/>
              </a:rPr>
              <a:t>1</a:t>
            </a:r>
            <a:r>
              <a:rPr b="1" i="0" lang="en" sz="4700" u="none" cap="none" strike="noStrike">
                <a:solidFill>
                  <a:schemeClr val="lt1"/>
                </a:solidFill>
                <a:latin typeface="Roboto"/>
                <a:ea typeface="Roboto"/>
                <a:cs typeface="Roboto"/>
                <a:sym typeface="Roboto"/>
              </a:rPr>
              <a:t>Department of Biomedical Engineering, University of California, Irvine</a:t>
            </a:r>
            <a:endParaRPr b="1" i="0" sz="4700" u="none" cap="none" strike="noStrike">
              <a:solidFill>
                <a:schemeClr val="lt1"/>
              </a:solidFill>
              <a:latin typeface="Roboto"/>
              <a:ea typeface="Roboto"/>
              <a:cs typeface="Roboto"/>
              <a:sym typeface="Roboto"/>
            </a:endParaRPr>
          </a:p>
        </p:txBody>
      </p:sp>
      <p:pic>
        <p:nvPicPr>
          <p:cNvPr id="58" name="Google Shape;58;p1"/>
          <p:cNvPicPr preferRelativeResize="0"/>
          <p:nvPr/>
        </p:nvPicPr>
        <p:blipFill rotWithShape="1">
          <a:blip r:embed="rId3">
            <a:alphaModFix/>
          </a:blip>
          <a:srcRect b="0" l="0" r="0" t="0"/>
          <a:stretch/>
        </p:blipFill>
        <p:spPr>
          <a:xfrm>
            <a:off x="209400" y="300263"/>
            <a:ext cx="5435601" cy="5435601"/>
          </a:xfrm>
          <a:prstGeom prst="rect">
            <a:avLst/>
          </a:prstGeom>
          <a:noFill/>
          <a:ln>
            <a:noFill/>
          </a:ln>
        </p:spPr>
      </p:pic>
      <p:sp>
        <p:nvSpPr>
          <p:cNvPr id="59" name="Google Shape;59;p1"/>
          <p:cNvSpPr/>
          <p:nvPr/>
        </p:nvSpPr>
        <p:spPr>
          <a:xfrm>
            <a:off x="295800" y="6914475"/>
            <a:ext cx="9557100" cy="1800600"/>
          </a:xfrm>
          <a:prstGeom prst="rect">
            <a:avLst/>
          </a:prstGeom>
          <a:solidFill>
            <a:srgbClr val="00386D"/>
          </a:solidFill>
          <a:ln cap="flat" cmpd="sng" w="9525">
            <a:solidFill>
              <a:srgbClr val="00386D"/>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6400"/>
              <a:buFont typeface="Arial"/>
              <a:buNone/>
            </a:pPr>
            <a:r>
              <a:rPr b="1" i="0" lang="en" sz="6400" u="none" cap="none" strike="noStrike">
                <a:solidFill>
                  <a:schemeClr val="lt1"/>
                </a:solidFill>
                <a:latin typeface="Arial"/>
                <a:ea typeface="Arial"/>
                <a:cs typeface="Arial"/>
                <a:sym typeface="Arial"/>
              </a:rPr>
              <a:t>BACKGROUND</a:t>
            </a:r>
            <a:endParaRPr b="1" i="0" sz="6400" u="none" cap="none" strike="noStrike">
              <a:solidFill>
                <a:schemeClr val="lt1"/>
              </a:solidFill>
              <a:latin typeface="Arial"/>
              <a:ea typeface="Arial"/>
              <a:cs typeface="Arial"/>
              <a:sym typeface="Arial"/>
            </a:endParaRPr>
          </a:p>
        </p:txBody>
      </p:sp>
      <p:sp>
        <p:nvSpPr>
          <p:cNvPr id="60" name="Google Shape;60;p1"/>
          <p:cNvSpPr/>
          <p:nvPr/>
        </p:nvSpPr>
        <p:spPr>
          <a:xfrm>
            <a:off x="10129200" y="6914475"/>
            <a:ext cx="23194500" cy="1800600"/>
          </a:xfrm>
          <a:prstGeom prst="rect">
            <a:avLst/>
          </a:prstGeom>
          <a:solidFill>
            <a:srgbClr val="00386D"/>
          </a:solidFill>
          <a:ln cap="flat" cmpd="sng" w="9525">
            <a:solidFill>
              <a:srgbClr val="00386D"/>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6400"/>
              <a:buFont typeface="Arial"/>
              <a:buNone/>
            </a:pPr>
            <a:r>
              <a:rPr b="1" i="0" lang="en" sz="6400" u="none" cap="none" strike="noStrike">
                <a:solidFill>
                  <a:schemeClr val="lt1"/>
                </a:solidFill>
                <a:latin typeface="Arial"/>
                <a:ea typeface="Arial"/>
                <a:cs typeface="Arial"/>
                <a:sym typeface="Arial"/>
              </a:rPr>
              <a:t>PROJECT DESIGN</a:t>
            </a:r>
            <a:endParaRPr b="1" i="0" sz="6400" u="none" cap="none" strike="noStrike">
              <a:solidFill>
                <a:schemeClr val="lt1"/>
              </a:solidFill>
              <a:latin typeface="Arial"/>
              <a:ea typeface="Arial"/>
              <a:cs typeface="Arial"/>
              <a:sym typeface="Arial"/>
            </a:endParaRPr>
          </a:p>
        </p:txBody>
      </p:sp>
      <p:sp>
        <p:nvSpPr>
          <p:cNvPr id="61" name="Google Shape;61;p1"/>
          <p:cNvSpPr/>
          <p:nvPr/>
        </p:nvSpPr>
        <p:spPr>
          <a:xfrm>
            <a:off x="10149975" y="8714550"/>
            <a:ext cx="23194500" cy="23934600"/>
          </a:xfrm>
          <a:prstGeom prst="rect">
            <a:avLst/>
          </a:prstGeom>
          <a:solidFill>
            <a:schemeClr val="lt2"/>
          </a:solidFill>
          <a:ln>
            <a:noFill/>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2" name="Google Shape;62;p1"/>
          <p:cNvSpPr/>
          <p:nvPr/>
        </p:nvSpPr>
        <p:spPr>
          <a:xfrm>
            <a:off x="33627617" y="26986031"/>
            <a:ext cx="10024500" cy="1800600"/>
          </a:xfrm>
          <a:prstGeom prst="rect">
            <a:avLst/>
          </a:prstGeom>
          <a:solidFill>
            <a:srgbClr val="00386D"/>
          </a:solidFill>
          <a:ln cap="flat" cmpd="sng" w="9525">
            <a:solidFill>
              <a:srgbClr val="00386D"/>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6400"/>
              <a:buFont typeface="Arial"/>
              <a:buNone/>
            </a:pPr>
            <a:r>
              <a:rPr b="1" i="0" lang="en" sz="6400" u="none" cap="none" strike="noStrike">
                <a:solidFill>
                  <a:schemeClr val="lt1"/>
                </a:solidFill>
                <a:latin typeface="Arial"/>
                <a:ea typeface="Arial"/>
                <a:cs typeface="Arial"/>
                <a:sym typeface="Arial"/>
              </a:rPr>
              <a:t>REFERENCES</a:t>
            </a:r>
            <a:endParaRPr b="1" i="0" sz="6400" u="none" cap="none" strike="noStrike">
              <a:solidFill>
                <a:schemeClr val="lt1"/>
              </a:solidFill>
              <a:latin typeface="Arial"/>
              <a:ea typeface="Arial"/>
              <a:cs typeface="Arial"/>
              <a:sym typeface="Arial"/>
            </a:endParaRPr>
          </a:p>
        </p:txBody>
      </p:sp>
      <p:sp>
        <p:nvSpPr>
          <p:cNvPr id="63" name="Google Shape;63;p1"/>
          <p:cNvSpPr/>
          <p:nvPr/>
        </p:nvSpPr>
        <p:spPr>
          <a:xfrm>
            <a:off x="309733" y="8714550"/>
            <a:ext cx="9557100" cy="23870700"/>
          </a:xfrm>
          <a:prstGeom prst="rect">
            <a:avLst/>
          </a:prstGeom>
          <a:solidFill>
            <a:schemeClr val="lt2"/>
          </a:solidFill>
          <a:ln cap="flat" cmpd="sng" w="9525">
            <a:solidFill>
              <a:schemeClr val="lt2"/>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4" name="Google Shape;64;p1"/>
          <p:cNvSpPr/>
          <p:nvPr/>
        </p:nvSpPr>
        <p:spPr>
          <a:xfrm>
            <a:off x="33627275" y="28786626"/>
            <a:ext cx="10024500" cy="3862500"/>
          </a:xfrm>
          <a:prstGeom prst="rect">
            <a:avLst/>
          </a:prstGeom>
          <a:solidFill>
            <a:schemeClr val="lt2"/>
          </a:solidFill>
          <a:ln cap="flat" cmpd="sng" w="9525">
            <a:solidFill>
              <a:schemeClr val="lt2"/>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5" name="Google Shape;65;p1"/>
          <p:cNvSpPr txBox="1"/>
          <p:nvPr/>
        </p:nvSpPr>
        <p:spPr>
          <a:xfrm>
            <a:off x="33687425" y="28786625"/>
            <a:ext cx="10024500" cy="3806100"/>
          </a:xfrm>
          <a:prstGeom prst="rect">
            <a:avLst/>
          </a:prstGeom>
          <a:noFill/>
          <a:ln>
            <a:noFill/>
          </a:ln>
        </p:spPr>
        <p:txBody>
          <a:bodyPr anchorCtr="0" anchor="t" bIns="126975" lIns="126975" spcFirstLastPara="1" rIns="126975" wrap="square" tIns="126975">
            <a:noAutofit/>
          </a:bodyPr>
          <a:lstStyle/>
          <a:p>
            <a:pPr indent="-635000" lvl="0" marL="635000" marR="0" rtl="0" algn="l">
              <a:lnSpc>
                <a:spcPct val="100000"/>
              </a:lnSpc>
              <a:spcBef>
                <a:spcPts val="100"/>
              </a:spcBef>
              <a:spcAft>
                <a:spcPts val="0"/>
              </a:spcAft>
              <a:buClr>
                <a:srgbClr val="000000"/>
              </a:buClr>
              <a:buSzPts val="2000"/>
              <a:buFont typeface="Arial"/>
              <a:buNone/>
            </a:pPr>
            <a:r>
              <a:rPr b="0" i="0" lang="en" sz="2000" u="none" cap="none" strike="noStrike">
                <a:solidFill>
                  <a:schemeClr val="dk1"/>
                </a:solidFill>
                <a:latin typeface="Roboto"/>
                <a:ea typeface="Roboto"/>
                <a:cs typeface="Roboto"/>
                <a:sym typeface="Roboto"/>
              </a:rPr>
              <a:t>[1] A. P. Brezin, “Surgical Performance of CENTURION Vision System with Active Sentry,” Cataract &amp; Refractive Surgery Today. https://crstoday.com/articles/surgical-performance-of-centurion-vision-system-with-active-sentry/surgical-performance-of-centurion-vision-system-with-active-sentry. 	</a:t>
            </a:r>
            <a:endParaRPr b="0" i="0" sz="2000" u="none" cap="none" strike="noStrike">
              <a:solidFill>
                <a:schemeClr val="dk1"/>
              </a:solidFill>
              <a:latin typeface="Roboto"/>
              <a:ea typeface="Roboto"/>
              <a:cs typeface="Roboto"/>
              <a:sym typeface="Roboto"/>
            </a:endParaRPr>
          </a:p>
          <a:p>
            <a:pPr indent="-635000" lvl="0" marL="635000" marR="0" rtl="0" algn="l">
              <a:lnSpc>
                <a:spcPct val="100000"/>
              </a:lnSpc>
              <a:spcBef>
                <a:spcPts val="100"/>
              </a:spcBef>
              <a:spcAft>
                <a:spcPts val="0"/>
              </a:spcAft>
              <a:buClr>
                <a:srgbClr val="000000"/>
              </a:buClr>
              <a:buSzPts val="2000"/>
              <a:buFont typeface="Arial"/>
              <a:buNone/>
            </a:pPr>
            <a:r>
              <a:rPr b="0" i="0" lang="en" sz="2000" u="none" cap="none" strike="noStrike">
                <a:solidFill>
                  <a:schemeClr val="dk1"/>
                </a:solidFill>
                <a:latin typeface="Roboto"/>
                <a:ea typeface="Roboto"/>
                <a:cs typeface="Roboto"/>
                <a:sym typeface="Roboto"/>
              </a:rPr>
              <a:t>[2] </a:t>
            </a:r>
            <a:r>
              <a:rPr b="0" i="1" lang="en" sz="2000" u="none" cap="none" strike="noStrike">
                <a:solidFill>
                  <a:schemeClr val="dk1"/>
                </a:solidFill>
                <a:latin typeface="Roboto"/>
                <a:ea typeface="Roboto"/>
                <a:cs typeface="Roboto"/>
                <a:sym typeface="Roboto"/>
              </a:rPr>
              <a:t>Standard Guide for Validating Cleaning Processes Used During the Manufacture of Medical Devices</a:t>
            </a:r>
            <a:r>
              <a:rPr b="0" i="0" lang="en" sz="2000" u="none" cap="none" strike="noStrike">
                <a:solidFill>
                  <a:schemeClr val="dk1"/>
                </a:solidFill>
                <a:latin typeface="Roboto"/>
                <a:ea typeface="Roboto"/>
                <a:cs typeface="Roboto"/>
                <a:sym typeface="Roboto"/>
              </a:rPr>
              <a:t>. West Conshohocken, PA: ASTM International, 2022.</a:t>
            </a:r>
            <a:endParaRPr b="0" i="0" sz="2000" u="none" cap="none" strike="noStrike">
              <a:solidFill>
                <a:schemeClr val="dk1"/>
              </a:solidFill>
              <a:latin typeface="Roboto"/>
              <a:ea typeface="Roboto"/>
              <a:cs typeface="Roboto"/>
              <a:sym typeface="Roboto"/>
            </a:endParaRPr>
          </a:p>
          <a:p>
            <a:pPr indent="-635000" lvl="0" marL="635000" marR="0" rtl="0" algn="l">
              <a:lnSpc>
                <a:spcPct val="100000"/>
              </a:lnSpc>
              <a:spcBef>
                <a:spcPts val="100"/>
              </a:spcBef>
              <a:spcAft>
                <a:spcPts val="0"/>
              </a:spcAft>
              <a:buClr>
                <a:srgbClr val="000000"/>
              </a:buClr>
              <a:buSzPts val="2000"/>
              <a:buFont typeface="Arial"/>
              <a:buNone/>
            </a:pPr>
            <a:r>
              <a:rPr b="0" i="0" lang="en" sz="2000" u="none" cap="none" strike="noStrike">
                <a:solidFill>
                  <a:schemeClr val="dk1"/>
                </a:solidFill>
                <a:latin typeface="Roboto"/>
                <a:ea typeface="Roboto"/>
                <a:cs typeface="Roboto"/>
                <a:sym typeface="Roboto"/>
              </a:rPr>
              <a:t>[3] United States Pharmacopeia , “&lt;788&gt; Particulate Matter in Injections,” Jun. 29, 2012. </a:t>
            </a:r>
            <a:endParaRPr b="0" i="0" sz="2000" u="none" cap="none" strike="noStrike">
              <a:solidFill>
                <a:schemeClr val="dk1"/>
              </a:solidFill>
              <a:latin typeface="Roboto"/>
              <a:ea typeface="Roboto"/>
              <a:cs typeface="Roboto"/>
              <a:sym typeface="Roboto"/>
            </a:endParaRPr>
          </a:p>
          <a:p>
            <a:pPr indent="-635000" lvl="0" marL="635000" marR="0" rtl="0" algn="l">
              <a:lnSpc>
                <a:spcPct val="100000"/>
              </a:lnSpc>
              <a:spcBef>
                <a:spcPts val="100"/>
              </a:spcBef>
              <a:spcAft>
                <a:spcPts val="0"/>
              </a:spcAft>
              <a:buClr>
                <a:schemeClr val="dk1"/>
              </a:buClr>
              <a:buSzPts val="1500"/>
              <a:buFont typeface="Arial"/>
              <a:buNone/>
            </a:pPr>
            <a:r>
              <a:rPr b="0" i="0" lang="en" sz="2000" u="none" cap="none" strike="noStrike">
                <a:solidFill>
                  <a:schemeClr val="dk1"/>
                </a:solidFill>
                <a:latin typeface="Roboto"/>
                <a:ea typeface="Roboto"/>
                <a:cs typeface="Roboto"/>
                <a:sym typeface="Roboto"/>
              </a:rPr>
              <a:t>[4] “Alcon Centurion® Vision System | Alcon Professional,” </a:t>
            </a:r>
            <a:r>
              <a:rPr b="0" i="1" lang="en" sz="2000" u="none" cap="none" strike="noStrike">
                <a:solidFill>
                  <a:schemeClr val="dk1"/>
                </a:solidFill>
                <a:latin typeface="Roboto"/>
                <a:ea typeface="Roboto"/>
                <a:cs typeface="Roboto"/>
                <a:sym typeface="Roboto"/>
              </a:rPr>
              <a:t>MyAlcon</a:t>
            </a:r>
            <a:r>
              <a:rPr b="0" i="0" lang="en" sz="2000" u="none" cap="none" strike="noStrike">
                <a:solidFill>
                  <a:schemeClr val="dk1"/>
                </a:solidFill>
                <a:latin typeface="Roboto"/>
                <a:ea typeface="Roboto"/>
                <a:cs typeface="Roboto"/>
                <a:sym typeface="Roboto"/>
              </a:rPr>
              <a:t>. https://www.myalcon.com/professional/cataract-surgery/surgical-equipment/centurion/</a:t>
            </a:r>
            <a:endParaRPr b="0" i="0" sz="2000" u="none" cap="none" strike="noStrike">
              <a:solidFill>
                <a:schemeClr val="dk1"/>
              </a:solidFill>
              <a:latin typeface="Roboto"/>
              <a:ea typeface="Roboto"/>
              <a:cs typeface="Roboto"/>
              <a:sym typeface="Roboto"/>
            </a:endParaRPr>
          </a:p>
          <a:p>
            <a:pPr indent="0" lvl="0" marL="0" marR="0" rtl="0" algn="l">
              <a:lnSpc>
                <a:spcPct val="100000"/>
              </a:lnSpc>
              <a:spcBef>
                <a:spcPts val="100"/>
              </a:spcBef>
              <a:spcAft>
                <a:spcPts val="100"/>
              </a:spcAft>
              <a:buClr>
                <a:srgbClr val="000000"/>
              </a:buClr>
              <a:buSzPts val="1900"/>
              <a:buFont typeface="Arial"/>
              <a:buNone/>
            </a:pPr>
            <a:r>
              <a:t/>
            </a:r>
            <a:endParaRPr b="0" i="0" sz="1900" u="none" cap="none" strike="noStrike">
              <a:solidFill>
                <a:schemeClr val="dk1"/>
              </a:solidFill>
              <a:latin typeface="Roboto"/>
              <a:ea typeface="Roboto"/>
              <a:cs typeface="Roboto"/>
              <a:sym typeface="Roboto"/>
            </a:endParaRPr>
          </a:p>
        </p:txBody>
      </p:sp>
      <p:pic>
        <p:nvPicPr>
          <p:cNvPr id="66" name="Google Shape;66;p1"/>
          <p:cNvPicPr preferRelativeResize="0"/>
          <p:nvPr/>
        </p:nvPicPr>
        <p:blipFill rotWithShape="1">
          <a:blip r:embed="rId4">
            <a:alphaModFix/>
          </a:blip>
          <a:srcRect b="16935" l="0" r="0" t="18473"/>
          <a:stretch/>
        </p:blipFill>
        <p:spPr>
          <a:xfrm>
            <a:off x="633283" y="13982288"/>
            <a:ext cx="8870800" cy="3146767"/>
          </a:xfrm>
          <a:prstGeom prst="rect">
            <a:avLst/>
          </a:prstGeom>
          <a:noFill/>
          <a:ln>
            <a:noFill/>
          </a:ln>
        </p:spPr>
      </p:pic>
      <p:sp>
        <p:nvSpPr>
          <p:cNvPr id="67" name="Google Shape;67;p1"/>
          <p:cNvSpPr txBox="1"/>
          <p:nvPr/>
        </p:nvSpPr>
        <p:spPr>
          <a:xfrm>
            <a:off x="708000" y="17129050"/>
            <a:ext cx="8870700" cy="5796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Figure 1:</a:t>
            </a:r>
            <a:r>
              <a:rPr b="0" i="0" lang="en" sz="2100" u="none" cap="none" strike="noStrike">
                <a:solidFill>
                  <a:schemeClr val="dk1"/>
                </a:solidFill>
                <a:latin typeface="Roboto"/>
                <a:ea typeface="Roboto"/>
                <a:cs typeface="Roboto"/>
                <a:sym typeface="Roboto"/>
              </a:rPr>
              <a:t> ACTIVE SENTRY Handpiece</a:t>
            </a:r>
            <a:endParaRPr b="0" i="0" sz="2100" u="none" cap="none" strike="noStrike">
              <a:solidFill>
                <a:schemeClr val="dk1"/>
              </a:solidFill>
              <a:latin typeface="Roboto"/>
              <a:ea typeface="Roboto"/>
              <a:cs typeface="Roboto"/>
              <a:sym typeface="Roboto"/>
            </a:endParaRPr>
          </a:p>
        </p:txBody>
      </p:sp>
      <p:sp>
        <p:nvSpPr>
          <p:cNvPr id="68" name="Google Shape;68;p1"/>
          <p:cNvSpPr txBox="1"/>
          <p:nvPr/>
        </p:nvSpPr>
        <p:spPr>
          <a:xfrm>
            <a:off x="485133" y="8822138"/>
            <a:ext cx="9167100" cy="4076100"/>
          </a:xfrm>
          <a:prstGeom prst="rect">
            <a:avLst/>
          </a:prstGeom>
          <a:noFill/>
          <a:ln>
            <a:noFill/>
          </a:ln>
        </p:spPr>
        <p:txBody>
          <a:bodyPr anchorCtr="0" anchor="t" bIns="126975" lIns="126975" spcFirstLastPara="1" rIns="126975" wrap="square" tIns="126975">
            <a:noAutofit/>
          </a:bodyPr>
          <a:lstStyle/>
          <a:p>
            <a:pPr indent="635000" lvl="0" marL="0" marR="0" rtl="0" algn="l">
              <a:lnSpc>
                <a:spcPct val="115000"/>
              </a:lnSpc>
              <a:spcBef>
                <a:spcPts val="1700"/>
              </a:spcBef>
              <a:spcAft>
                <a:spcPts val="0"/>
              </a:spcAft>
              <a:buClr>
                <a:schemeClr val="dk1"/>
              </a:buClr>
              <a:buSzPts val="1500"/>
              <a:buFont typeface="Arial"/>
              <a:buNone/>
            </a:pPr>
            <a:r>
              <a:rPr b="0" i="0" lang="en" sz="2800" u="none" cap="none" strike="noStrike">
                <a:solidFill>
                  <a:schemeClr val="dk1"/>
                </a:solidFill>
                <a:latin typeface="Roboto"/>
                <a:ea typeface="Roboto"/>
                <a:cs typeface="Roboto"/>
                <a:sym typeface="Roboto"/>
              </a:rPr>
              <a:t>The Active Sentry handpiece is a component of Alcon’s Centurion eye surgery system, and features a titanium housing. Titanium particles leftover from the machining process can irritate the eye’s tissues during a procedure, leading to damage or even retinal detachment [1]. Therefore, it is necessary to comply with standards such as USP 788 [2], which defines allowable particle limits, and ASTM F3127-22 [3], which validates cleaning processes used in medical device manufacturing. </a:t>
            </a:r>
            <a:endParaRPr b="0" i="0" sz="2800" u="none" cap="none" strike="noStrike">
              <a:solidFill>
                <a:schemeClr val="dk1"/>
              </a:solidFill>
              <a:latin typeface="Roboto"/>
              <a:ea typeface="Roboto"/>
              <a:cs typeface="Roboto"/>
              <a:sym typeface="Roboto"/>
            </a:endParaRPr>
          </a:p>
          <a:p>
            <a:pPr indent="0" lvl="0" marL="0" marR="0" rtl="0" algn="l">
              <a:lnSpc>
                <a:spcPct val="115000"/>
              </a:lnSpc>
              <a:spcBef>
                <a:spcPts val="1700"/>
              </a:spcBef>
              <a:spcAft>
                <a:spcPts val="0"/>
              </a:spcAft>
              <a:buClr>
                <a:srgbClr val="000000"/>
              </a:buClr>
              <a:buSzPts val="3300"/>
              <a:buFont typeface="Arial"/>
              <a:buNone/>
            </a:pPr>
            <a:r>
              <a:t/>
            </a:r>
            <a:endParaRPr b="0" i="0" sz="3300" u="none" cap="none" strike="noStrike">
              <a:solidFill>
                <a:schemeClr val="dk1"/>
              </a:solidFill>
              <a:latin typeface="Roboto"/>
              <a:ea typeface="Roboto"/>
              <a:cs typeface="Roboto"/>
              <a:sym typeface="Roboto"/>
            </a:endParaRPr>
          </a:p>
        </p:txBody>
      </p:sp>
      <p:sp>
        <p:nvSpPr>
          <p:cNvPr id="69" name="Google Shape;69;p1"/>
          <p:cNvSpPr txBox="1"/>
          <p:nvPr/>
        </p:nvSpPr>
        <p:spPr>
          <a:xfrm>
            <a:off x="10733608" y="12417263"/>
            <a:ext cx="4891500" cy="5796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Figure 2:</a:t>
            </a:r>
            <a:r>
              <a:rPr b="0" i="0" lang="en" sz="2100" u="none" cap="none" strike="noStrike">
                <a:solidFill>
                  <a:schemeClr val="dk1"/>
                </a:solidFill>
                <a:latin typeface="Roboto"/>
                <a:ea typeface="Roboto"/>
                <a:cs typeface="Roboto"/>
                <a:sym typeface="Roboto"/>
              </a:rPr>
              <a:t> Completed Microscope Setup</a:t>
            </a:r>
            <a:endParaRPr b="0" i="0" sz="2100" u="none" cap="none" strike="noStrike">
              <a:solidFill>
                <a:schemeClr val="dk1"/>
              </a:solidFill>
              <a:latin typeface="Roboto"/>
              <a:ea typeface="Roboto"/>
              <a:cs typeface="Roboto"/>
              <a:sym typeface="Roboto"/>
            </a:endParaRPr>
          </a:p>
        </p:txBody>
      </p:sp>
      <p:sp>
        <p:nvSpPr>
          <p:cNvPr id="70" name="Google Shape;70;p1"/>
          <p:cNvSpPr txBox="1"/>
          <p:nvPr/>
        </p:nvSpPr>
        <p:spPr>
          <a:xfrm>
            <a:off x="10841033" y="22586513"/>
            <a:ext cx="4891500" cy="5796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Figure 3:</a:t>
            </a:r>
            <a:r>
              <a:rPr b="0" i="0" lang="en" sz="2100" u="none" cap="none" strike="noStrike">
                <a:solidFill>
                  <a:schemeClr val="dk1"/>
                </a:solidFill>
                <a:latin typeface="Roboto"/>
                <a:ea typeface="Roboto"/>
                <a:cs typeface="Roboto"/>
                <a:sym typeface="Roboto"/>
              </a:rPr>
              <a:t> Assembly of Stage Controller </a:t>
            </a:r>
            <a:endParaRPr b="0" i="0" sz="2100" u="none" cap="none" strike="noStrike">
              <a:solidFill>
                <a:schemeClr val="dk1"/>
              </a:solidFill>
              <a:latin typeface="Roboto"/>
              <a:ea typeface="Roboto"/>
              <a:cs typeface="Roboto"/>
              <a:sym typeface="Roboto"/>
            </a:endParaRPr>
          </a:p>
        </p:txBody>
      </p:sp>
      <p:graphicFrame>
        <p:nvGraphicFramePr>
          <p:cNvPr id="71" name="Google Shape;71;p1"/>
          <p:cNvGraphicFramePr/>
          <p:nvPr/>
        </p:nvGraphicFramePr>
        <p:xfrm>
          <a:off x="16491996" y="20623425"/>
          <a:ext cx="3000000" cy="3000000"/>
        </p:xfrm>
        <a:graphic>
          <a:graphicData uri="http://schemas.openxmlformats.org/drawingml/2006/table">
            <a:tbl>
              <a:tblPr>
                <a:noFill/>
                <a:tableStyleId>{11683371-0E46-4339-B71A-D2BA40B9806F}</a:tableStyleId>
              </a:tblPr>
              <a:tblGrid>
                <a:gridCol w="5240625"/>
                <a:gridCol w="5240625"/>
                <a:gridCol w="5240625"/>
              </a:tblGrid>
              <a:tr h="342450">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Criteria</a:t>
                      </a:r>
                      <a:endParaRPr b="1" sz="2100" u="none" cap="none" strike="noStrike">
                        <a:latin typeface="Roboto"/>
                        <a:ea typeface="Roboto"/>
                        <a:cs typeface="Roboto"/>
                        <a:sym typeface="Roboto"/>
                      </a:endParaRPr>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Project Design</a:t>
                      </a:r>
                      <a:endParaRPr b="1" sz="2100" u="none" cap="none" strike="noStrike">
                        <a:latin typeface="Roboto"/>
                        <a:ea typeface="Roboto"/>
                        <a:cs typeface="Roboto"/>
                        <a:sym typeface="Roboto"/>
                      </a:endParaRPr>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Validation</a:t>
                      </a:r>
                      <a:endParaRPr b="1" sz="2100" u="none" cap="none" strike="noStrike">
                        <a:latin typeface="Roboto"/>
                        <a:ea typeface="Roboto"/>
                        <a:cs typeface="Roboto"/>
                        <a:sym typeface="Roboto"/>
                      </a:endParaRPr>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r>
              <a:tr h="53457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Stage Precision and Accuracy</a:t>
                      </a:r>
                      <a:endParaRPr b="1" sz="2100" u="none" cap="none" strike="noStrike">
                        <a:latin typeface="Roboto"/>
                        <a:ea typeface="Roboto"/>
                        <a:cs typeface="Roboto"/>
                        <a:sym typeface="Roboto"/>
                      </a:endParaRPr>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Stepper Motor Control Through Python and Arduino.</a:t>
                      </a:r>
                      <a:endParaRPr sz="2100" u="none" cap="none" strike="noStrike">
                        <a:latin typeface="Roboto"/>
                        <a:ea typeface="Roboto"/>
                        <a:cs typeface="Roboto"/>
                        <a:sym typeface="Roboto"/>
                      </a:endParaRPr>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solidFill>
                            <a:schemeClr val="dk1"/>
                          </a:solidFill>
                          <a:latin typeface="Roboto"/>
                          <a:ea typeface="Roboto"/>
                          <a:cs typeface="Roboto"/>
                          <a:sym typeface="Roboto"/>
                        </a:rPr>
                        <a:t>Measurement of Displacement vs. Calculated Displacement.</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r>
              <a:tr h="53457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Automation &amp; Integration Capability</a:t>
                      </a:r>
                      <a:endParaRPr b="1" sz="2100" u="none" cap="none" strike="noStrike">
                        <a:latin typeface="Roboto"/>
                        <a:ea typeface="Roboto"/>
                        <a:cs typeface="Roboto"/>
                        <a:sym typeface="Roboto"/>
                      </a:endParaRPr>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solidFill>
                            <a:schemeClr val="dk1"/>
                          </a:solidFill>
                          <a:latin typeface="Roboto"/>
                          <a:ea typeface="Roboto"/>
                          <a:cs typeface="Roboto"/>
                          <a:sym typeface="Roboto"/>
                        </a:rPr>
                        <a:t>Development of Python-Based System for Complete Automation.</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solidFill>
                            <a:schemeClr val="dk1"/>
                          </a:solidFill>
                          <a:latin typeface="Roboto"/>
                          <a:ea typeface="Roboto"/>
                          <a:cs typeface="Roboto"/>
                          <a:sym typeface="Roboto"/>
                        </a:rPr>
                        <a:t>Seamless Transitions Between Steps Within Code.</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r>
              <a:tr h="72667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solidFill>
                            <a:schemeClr val="dk1"/>
                          </a:solidFill>
                          <a:latin typeface="Roboto"/>
                          <a:ea typeface="Roboto"/>
                          <a:cs typeface="Roboto"/>
                          <a:sym typeface="Roboto"/>
                        </a:rPr>
                        <a:t>Particle Detection &amp; Measurement</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solidFill>
                            <a:schemeClr val="dk1"/>
                          </a:solidFill>
                          <a:latin typeface="Roboto"/>
                          <a:ea typeface="Roboto"/>
                          <a:cs typeface="Roboto"/>
                          <a:sym typeface="Roboto"/>
                        </a:rPr>
                        <a:t>Capture Discrete Images of Filter. YOLO AI for Detection and Quantification. </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solidFill>
                            <a:schemeClr val="dk1"/>
                          </a:solidFill>
                          <a:latin typeface="Roboto"/>
                          <a:ea typeface="Roboto"/>
                          <a:cs typeface="Roboto"/>
                          <a:sym typeface="Roboto"/>
                        </a:rPr>
                        <a:t>Images are Clear and Saved Correctly. YOLO AI Compared Against Technician Measurements.</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r>
              <a:tr h="72667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solidFill>
                            <a:schemeClr val="dk1"/>
                          </a:solidFill>
                          <a:latin typeface="Roboto"/>
                          <a:ea typeface="Roboto"/>
                          <a:cs typeface="Roboto"/>
                          <a:sym typeface="Roboto"/>
                        </a:rPr>
                        <a:t>Data Accessibility</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solidFill>
                            <a:schemeClr val="dk1"/>
                          </a:solidFill>
                          <a:latin typeface="Roboto"/>
                          <a:ea typeface="Roboto"/>
                          <a:cs typeface="Roboto"/>
                          <a:sym typeface="Roboto"/>
                        </a:rPr>
                        <a:t>Simple GUI for Easy Starting, Monitoring, and Reviewing. Simple File Storage Structure.</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solidFill>
                            <a:schemeClr val="dk1"/>
                          </a:solidFill>
                          <a:latin typeface="Roboto"/>
                          <a:ea typeface="Roboto"/>
                          <a:cs typeface="Roboto"/>
                          <a:sym typeface="Roboto"/>
                        </a:rPr>
                        <a:t>Intuitive Navigability, Verification that All Processed Data is Easily Accessible. </a:t>
                      </a:r>
                      <a:endParaRPr sz="2100" u="none" cap="none" strike="noStrike"/>
                    </a:p>
                  </a:txBody>
                  <a:tcPr marT="137150" marB="137150" marR="121900" marL="121900">
                    <a:lnL cap="flat" cmpd="sng" w="19050">
                      <a:solidFill>
                        <a:srgbClr val="000000"/>
                      </a:solidFill>
                      <a:prstDash val="solid"/>
                      <a:round/>
                      <a:headEnd len="sm" w="sm" type="none"/>
                      <a:tailEnd len="sm" w="sm" type="none"/>
                    </a:lnL>
                    <a:lnR cap="flat" cmpd="sng" w="19050">
                      <a:solidFill>
                        <a:srgbClr val="000000"/>
                      </a:solidFill>
                      <a:prstDash val="solid"/>
                      <a:round/>
                      <a:headEnd len="sm" w="sm" type="none"/>
                      <a:tailEnd len="sm" w="sm" type="none"/>
                    </a:lnR>
                    <a:lnT cap="flat" cmpd="sng" w="19050">
                      <a:solidFill>
                        <a:srgbClr val="000000"/>
                      </a:solidFill>
                      <a:prstDash val="solid"/>
                      <a:round/>
                      <a:headEnd len="sm" w="sm" type="none"/>
                      <a:tailEnd len="sm" w="sm" type="none"/>
                    </a:lnT>
                    <a:lnB cap="flat" cmpd="sng" w="19050">
                      <a:solidFill>
                        <a:srgbClr val="000000"/>
                      </a:solidFill>
                      <a:prstDash val="solid"/>
                      <a:round/>
                      <a:headEnd len="sm" w="sm" type="none"/>
                      <a:tailEnd len="sm" w="sm" type="none"/>
                    </a:lnB>
                    <a:solidFill>
                      <a:schemeClr val="lt1"/>
                    </a:solidFill>
                  </a:tcPr>
                </a:tc>
              </a:tr>
            </a:tbl>
          </a:graphicData>
        </a:graphic>
      </p:graphicFrame>
      <p:sp>
        <p:nvSpPr>
          <p:cNvPr id="72" name="Google Shape;72;p1"/>
          <p:cNvSpPr txBox="1"/>
          <p:nvPr/>
        </p:nvSpPr>
        <p:spPr>
          <a:xfrm>
            <a:off x="10598567" y="23504888"/>
            <a:ext cx="5640000" cy="8498700"/>
          </a:xfrm>
          <a:prstGeom prst="rect">
            <a:avLst/>
          </a:prstGeom>
          <a:noFill/>
          <a:ln>
            <a:noFill/>
          </a:ln>
        </p:spPr>
        <p:txBody>
          <a:bodyPr anchorCtr="0" anchor="t" bIns="126975" lIns="126975" spcFirstLastPara="1" rIns="126975" wrap="square" tIns="126975">
            <a:spAutoFit/>
          </a:bodyPr>
          <a:lstStyle/>
          <a:p>
            <a:pPr indent="0" lvl="0" marL="0" marR="0" rtl="0" algn="l">
              <a:lnSpc>
                <a:spcPct val="115000"/>
              </a:lnSpc>
              <a:spcBef>
                <a:spcPts val="1700"/>
              </a:spcBef>
              <a:spcAft>
                <a:spcPts val="0"/>
              </a:spcAft>
              <a:buClr>
                <a:schemeClr val="dk1"/>
              </a:buClr>
              <a:buSzPts val="1500"/>
              <a:buFont typeface="Arial"/>
              <a:buNone/>
            </a:pPr>
            <a:r>
              <a:rPr b="0" i="0" lang="en" sz="2800" u="none" cap="none" strike="noStrike">
                <a:solidFill>
                  <a:schemeClr val="dk1"/>
                </a:solidFill>
                <a:latin typeface="Roboto"/>
                <a:ea typeface="Roboto"/>
                <a:cs typeface="Roboto"/>
                <a:sym typeface="Roboto"/>
              </a:rPr>
              <a:t>Rails (A), stage top (B), stepper motor holders (C), knobs (D).</a:t>
            </a:r>
            <a:endParaRPr b="0" i="0" sz="2800" u="none" cap="none" strike="noStrike">
              <a:solidFill>
                <a:schemeClr val="dk1"/>
              </a:solidFill>
              <a:latin typeface="Roboto"/>
              <a:ea typeface="Roboto"/>
              <a:cs typeface="Roboto"/>
              <a:sym typeface="Roboto"/>
            </a:endParaRPr>
          </a:p>
          <a:p>
            <a:pPr indent="0" lvl="0" marL="0" marR="0" rtl="0" algn="l">
              <a:lnSpc>
                <a:spcPct val="115000"/>
              </a:lnSpc>
              <a:spcBef>
                <a:spcPts val="1700"/>
              </a:spcBef>
              <a:spcAft>
                <a:spcPts val="0"/>
              </a:spcAft>
              <a:buClr>
                <a:schemeClr val="dk1"/>
              </a:buClr>
              <a:buSzPts val="1500"/>
              <a:buFont typeface="Arial"/>
              <a:buNone/>
            </a:pPr>
            <a:r>
              <a:rPr b="0" i="0" lang="en" sz="2800" u="none" cap="none" strike="noStrike">
                <a:solidFill>
                  <a:schemeClr val="dk1"/>
                </a:solidFill>
                <a:latin typeface="Roboto"/>
                <a:ea typeface="Roboto"/>
                <a:cs typeface="Roboto"/>
                <a:sym typeface="Roboto"/>
              </a:rPr>
              <a:t>A. The railing facilitates removal of the stage top, ensuring easy maintenance.</a:t>
            </a:r>
            <a:endParaRPr b="0" i="0" sz="2800" u="none" cap="none" strike="noStrike">
              <a:solidFill>
                <a:schemeClr val="dk1"/>
              </a:solidFill>
              <a:latin typeface="Roboto"/>
              <a:ea typeface="Roboto"/>
              <a:cs typeface="Roboto"/>
              <a:sym typeface="Roboto"/>
            </a:endParaRPr>
          </a:p>
          <a:p>
            <a:pPr indent="0" lvl="0" marL="0" marR="0" rtl="0" algn="l">
              <a:lnSpc>
                <a:spcPct val="115000"/>
              </a:lnSpc>
              <a:spcBef>
                <a:spcPts val="1700"/>
              </a:spcBef>
              <a:spcAft>
                <a:spcPts val="0"/>
              </a:spcAft>
              <a:buClr>
                <a:schemeClr val="dk1"/>
              </a:buClr>
              <a:buSzPts val="1500"/>
              <a:buFont typeface="Arial"/>
              <a:buNone/>
            </a:pPr>
            <a:r>
              <a:rPr b="0" i="0" lang="en" sz="2800" u="none" cap="none" strike="noStrike">
                <a:solidFill>
                  <a:schemeClr val="dk1"/>
                </a:solidFill>
                <a:latin typeface="Roboto"/>
                <a:ea typeface="Roboto"/>
                <a:cs typeface="Roboto"/>
                <a:sym typeface="Roboto"/>
              </a:rPr>
              <a:t>B. The stage top securely holds the filter membrane and its casing while incorporating a slot for quick removal.</a:t>
            </a:r>
            <a:endParaRPr b="0" i="0" sz="2800" u="none" cap="none" strike="noStrike">
              <a:solidFill>
                <a:schemeClr val="dk1"/>
              </a:solidFill>
              <a:latin typeface="Roboto"/>
              <a:ea typeface="Roboto"/>
              <a:cs typeface="Roboto"/>
              <a:sym typeface="Roboto"/>
            </a:endParaRPr>
          </a:p>
          <a:p>
            <a:pPr indent="0" lvl="0" marL="0" marR="0" rtl="0" algn="l">
              <a:lnSpc>
                <a:spcPct val="115000"/>
              </a:lnSpc>
              <a:spcBef>
                <a:spcPts val="1700"/>
              </a:spcBef>
              <a:spcAft>
                <a:spcPts val="0"/>
              </a:spcAft>
              <a:buClr>
                <a:schemeClr val="dk1"/>
              </a:buClr>
              <a:buSzPts val="1500"/>
              <a:buFont typeface="Arial"/>
              <a:buNone/>
            </a:pPr>
            <a:r>
              <a:rPr b="0" i="0" lang="en" sz="2800" u="none" cap="none" strike="noStrike">
                <a:solidFill>
                  <a:schemeClr val="dk1"/>
                </a:solidFill>
                <a:latin typeface="Roboto"/>
                <a:ea typeface="Roboto"/>
                <a:cs typeface="Roboto"/>
                <a:sym typeface="Roboto"/>
              </a:rPr>
              <a:t>C. Stepper motor holders pass through the knob and fixate motors position.</a:t>
            </a:r>
            <a:endParaRPr b="0" i="0" sz="2800" u="none" cap="none" strike="noStrike">
              <a:solidFill>
                <a:schemeClr val="dk1"/>
              </a:solidFill>
              <a:latin typeface="Roboto"/>
              <a:ea typeface="Roboto"/>
              <a:cs typeface="Roboto"/>
              <a:sym typeface="Roboto"/>
            </a:endParaRPr>
          </a:p>
          <a:p>
            <a:pPr indent="0" lvl="0" marL="0" marR="0" rtl="0" algn="l">
              <a:lnSpc>
                <a:spcPct val="115000"/>
              </a:lnSpc>
              <a:spcBef>
                <a:spcPts val="1700"/>
              </a:spcBef>
              <a:spcAft>
                <a:spcPts val="1700"/>
              </a:spcAft>
              <a:buClr>
                <a:schemeClr val="dk1"/>
              </a:buClr>
              <a:buSzPts val="1500"/>
              <a:buFont typeface="Arial"/>
              <a:buNone/>
            </a:pPr>
            <a:r>
              <a:rPr b="0" i="0" lang="en" sz="2800" u="none" cap="none" strike="noStrike">
                <a:solidFill>
                  <a:schemeClr val="dk1"/>
                </a:solidFill>
                <a:latin typeface="Roboto"/>
                <a:ea typeface="Roboto"/>
                <a:cs typeface="Roboto"/>
                <a:sym typeface="Roboto"/>
              </a:rPr>
              <a:t>D. Knobs connect the motors to the microscope stage, enabling controlled gear movement.</a:t>
            </a:r>
            <a:endParaRPr b="0" i="0" sz="2800" u="none" cap="none" strike="noStrike">
              <a:solidFill>
                <a:schemeClr val="dk2"/>
              </a:solidFill>
              <a:latin typeface="Roboto"/>
              <a:ea typeface="Roboto"/>
              <a:cs typeface="Roboto"/>
              <a:sym typeface="Roboto"/>
            </a:endParaRPr>
          </a:p>
        </p:txBody>
      </p:sp>
      <p:sp>
        <p:nvSpPr>
          <p:cNvPr id="73" name="Google Shape;73;p1"/>
          <p:cNvSpPr/>
          <p:nvPr/>
        </p:nvSpPr>
        <p:spPr>
          <a:xfrm>
            <a:off x="33627625" y="16086125"/>
            <a:ext cx="10024500" cy="6204900"/>
          </a:xfrm>
          <a:prstGeom prst="rect">
            <a:avLst/>
          </a:prstGeom>
          <a:solidFill>
            <a:schemeClr val="lt2"/>
          </a:solidFill>
          <a:ln cap="flat" cmpd="sng" w="9525">
            <a:solidFill>
              <a:schemeClr val="lt2"/>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4" name="Google Shape;74;p1"/>
          <p:cNvSpPr txBox="1"/>
          <p:nvPr/>
        </p:nvSpPr>
        <p:spPr>
          <a:xfrm>
            <a:off x="33711133" y="8802900"/>
            <a:ext cx="9977100" cy="6414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500"/>
              <a:buFont typeface="Arial"/>
              <a:buNone/>
            </a:pPr>
            <a:r>
              <a:t/>
            </a:r>
            <a:endParaRPr b="0" i="0" sz="2500" u="none" cap="none" strike="noStrike">
              <a:solidFill>
                <a:schemeClr val="dk1"/>
              </a:solidFill>
              <a:latin typeface="Roboto"/>
              <a:ea typeface="Roboto"/>
              <a:cs typeface="Roboto"/>
              <a:sym typeface="Roboto"/>
            </a:endParaRPr>
          </a:p>
        </p:txBody>
      </p:sp>
      <p:sp>
        <p:nvSpPr>
          <p:cNvPr id="75" name="Google Shape;75;p1"/>
          <p:cNvSpPr txBox="1"/>
          <p:nvPr/>
        </p:nvSpPr>
        <p:spPr>
          <a:xfrm>
            <a:off x="504733" y="17761838"/>
            <a:ext cx="9167100" cy="14595000"/>
          </a:xfrm>
          <a:prstGeom prst="rect">
            <a:avLst/>
          </a:prstGeom>
          <a:noFill/>
          <a:ln>
            <a:noFill/>
          </a:ln>
        </p:spPr>
        <p:txBody>
          <a:bodyPr anchorCtr="0" anchor="t" bIns="126975" lIns="126975" spcFirstLastPara="1" rIns="126975" wrap="square" tIns="126975">
            <a:noAutofit/>
          </a:bodyPr>
          <a:lstStyle/>
          <a:p>
            <a:pPr indent="0" lvl="0" marL="0" marR="0" rtl="0" algn="l">
              <a:lnSpc>
                <a:spcPct val="115000"/>
              </a:lnSpc>
              <a:spcBef>
                <a:spcPts val="400"/>
              </a:spcBef>
              <a:spcAft>
                <a:spcPts val="0"/>
              </a:spcAft>
              <a:buClr>
                <a:schemeClr val="dk1"/>
              </a:buClr>
              <a:buSzPts val="1500"/>
              <a:buFont typeface="Arial"/>
              <a:buNone/>
            </a:pPr>
            <a:r>
              <a:rPr b="0" i="0" lang="en" sz="3300" u="none" cap="none" strike="noStrike">
                <a:solidFill>
                  <a:schemeClr val="dk1"/>
                </a:solidFill>
                <a:latin typeface="Roboto"/>
                <a:ea typeface="Roboto"/>
                <a:cs typeface="Roboto"/>
                <a:sym typeface="Roboto"/>
              </a:rPr>
              <a:t>	</a:t>
            </a:r>
            <a:r>
              <a:rPr b="0" i="0" lang="en" sz="2800" u="none" cap="none" strike="noStrike">
                <a:solidFill>
                  <a:schemeClr val="dk1"/>
                </a:solidFill>
                <a:latin typeface="Roboto"/>
                <a:ea typeface="Roboto"/>
                <a:cs typeface="Roboto"/>
                <a:sym typeface="Roboto"/>
              </a:rPr>
              <a:t>After assembly, the handpieces undergo testing that concludes with a fluid flush of the device where the residual particles are captured by a membrane filter [4]. Currently, a technician manually inspects the filter with a microscope to count and measure the size of any titanium particles that they find. 	</a:t>
            </a:r>
            <a:endParaRPr b="1" i="0" sz="2800" u="none" cap="none" strike="noStrike">
              <a:solidFill>
                <a:schemeClr val="dk1"/>
              </a:solidFill>
              <a:latin typeface="Roboto"/>
              <a:ea typeface="Roboto"/>
              <a:cs typeface="Roboto"/>
              <a:sym typeface="Roboto"/>
            </a:endParaRPr>
          </a:p>
          <a:p>
            <a:pPr indent="0" lvl="0" marL="0" marR="0" rtl="0" algn="l">
              <a:lnSpc>
                <a:spcPct val="115000"/>
              </a:lnSpc>
              <a:spcBef>
                <a:spcPts val="400"/>
              </a:spcBef>
              <a:spcAft>
                <a:spcPts val="0"/>
              </a:spcAft>
              <a:buClr>
                <a:schemeClr val="dk1"/>
              </a:buClr>
              <a:buSzPts val="1500"/>
              <a:buFont typeface="Arial"/>
              <a:buNone/>
            </a:pPr>
            <a:r>
              <a:rPr b="1" i="0" lang="en" sz="2800" u="none" cap="none" strike="noStrike">
                <a:solidFill>
                  <a:schemeClr val="dk1"/>
                </a:solidFill>
                <a:latin typeface="Roboto"/>
                <a:ea typeface="Roboto"/>
                <a:cs typeface="Roboto"/>
                <a:sym typeface="Roboto"/>
              </a:rPr>
              <a:t>To improve the efficiency and scalability of this quality control process, we aim to:</a:t>
            </a:r>
            <a:endParaRPr b="1" i="0" sz="2800" u="none" cap="none" strike="noStrike">
              <a:solidFill>
                <a:schemeClr val="dk1"/>
              </a:solidFill>
              <a:latin typeface="Roboto"/>
              <a:ea typeface="Roboto"/>
              <a:cs typeface="Roboto"/>
              <a:sym typeface="Roboto"/>
            </a:endParaRPr>
          </a:p>
          <a:p>
            <a:pPr indent="-495300" lvl="0" marL="635000" marR="0" rtl="0" algn="l">
              <a:lnSpc>
                <a:spcPct val="115000"/>
              </a:lnSpc>
              <a:spcBef>
                <a:spcPts val="400"/>
              </a:spcBef>
              <a:spcAft>
                <a:spcPts val="0"/>
              </a:spcAft>
              <a:buClr>
                <a:schemeClr val="dk1"/>
              </a:buClr>
              <a:buSzPts val="2800"/>
              <a:buFont typeface="Arial"/>
              <a:buChar char="●"/>
            </a:pPr>
            <a:r>
              <a:rPr b="0" i="0" lang="en" sz="2800" u="none" cap="none" strike="noStrike">
                <a:solidFill>
                  <a:schemeClr val="dk1"/>
                </a:solidFill>
                <a:latin typeface="Roboto"/>
                <a:ea typeface="Roboto"/>
                <a:cs typeface="Roboto"/>
                <a:sym typeface="Roboto"/>
              </a:rPr>
              <a:t>Develop a more efficient process for executing the metal particulate test on the Alcon’s manufacturing line.</a:t>
            </a:r>
            <a:endParaRPr b="0" i="0" sz="2800" u="none" cap="none" strike="noStrike">
              <a:solidFill>
                <a:schemeClr val="dk1"/>
              </a:solidFill>
              <a:latin typeface="Roboto"/>
              <a:ea typeface="Roboto"/>
              <a:cs typeface="Roboto"/>
              <a:sym typeface="Roboto"/>
            </a:endParaRPr>
          </a:p>
          <a:p>
            <a:pPr indent="-495300" lvl="0" marL="635000" marR="0" rtl="0" algn="l">
              <a:lnSpc>
                <a:spcPct val="115000"/>
              </a:lnSpc>
              <a:spcBef>
                <a:spcPts val="400"/>
              </a:spcBef>
              <a:spcAft>
                <a:spcPts val="0"/>
              </a:spcAft>
              <a:buClr>
                <a:schemeClr val="dk1"/>
              </a:buClr>
              <a:buSzPts val="2800"/>
              <a:buFont typeface="Arial"/>
              <a:buChar char="●"/>
            </a:pPr>
            <a:r>
              <a:rPr b="0" i="0" lang="en" sz="2800" u="none" cap="none" strike="noStrike">
                <a:solidFill>
                  <a:schemeClr val="dk1"/>
                </a:solidFill>
                <a:latin typeface="Roboto"/>
                <a:ea typeface="Roboto"/>
                <a:cs typeface="Roboto"/>
                <a:sym typeface="Roboto"/>
              </a:rPr>
              <a:t>Implement design changes and automated components to existing processes that comply with Alcon’s manufacturing standards.</a:t>
            </a:r>
            <a:endParaRPr b="0" i="0" sz="2800" u="none" cap="none" strike="noStrike">
              <a:solidFill>
                <a:schemeClr val="dk1"/>
              </a:solidFill>
              <a:latin typeface="Roboto"/>
              <a:ea typeface="Roboto"/>
              <a:cs typeface="Roboto"/>
              <a:sym typeface="Roboto"/>
            </a:endParaRPr>
          </a:p>
          <a:p>
            <a:pPr indent="0" lvl="0" marL="0" marR="0" rtl="0" algn="l">
              <a:lnSpc>
                <a:spcPct val="115000"/>
              </a:lnSpc>
              <a:spcBef>
                <a:spcPts val="400"/>
              </a:spcBef>
              <a:spcAft>
                <a:spcPts val="400"/>
              </a:spcAft>
              <a:buClr>
                <a:srgbClr val="000000"/>
              </a:buClr>
              <a:buSzPts val="2800"/>
              <a:buFont typeface="Arial"/>
              <a:buNone/>
            </a:pPr>
            <a:r>
              <a:rPr b="1" i="0" lang="en" sz="2800" u="none" cap="none" strike="noStrike">
                <a:solidFill>
                  <a:schemeClr val="dk1"/>
                </a:solidFill>
                <a:latin typeface="Roboto"/>
                <a:ea typeface="Roboto"/>
                <a:cs typeface="Roboto"/>
                <a:sym typeface="Roboto"/>
              </a:rPr>
              <a:t>Proposed Solution:</a:t>
            </a:r>
            <a:br>
              <a:rPr b="1" i="0" lang="en" sz="2800" u="none" cap="none" strike="noStrike">
                <a:solidFill>
                  <a:schemeClr val="dk1"/>
                </a:solidFill>
                <a:latin typeface="Roboto"/>
                <a:ea typeface="Roboto"/>
                <a:cs typeface="Roboto"/>
                <a:sym typeface="Roboto"/>
              </a:rPr>
            </a:br>
            <a:r>
              <a:rPr b="1" i="0" lang="en" sz="2800" u="none" cap="none" strike="noStrike">
                <a:solidFill>
                  <a:schemeClr val="dk1"/>
                </a:solidFill>
                <a:latin typeface="Roboto"/>
                <a:ea typeface="Roboto"/>
                <a:cs typeface="Roboto"/>
                <a:sym typeface="Roboto"/>
              </a:rPr>
              <a:t>	</a:t>
            </a:r>
            <a:r>
              <a:rPr b="0" i="0" lang="en" sz="2800" u="none" cap="none" strike="noStrike">
                <a:solidFill>
                  <a:schemeClr val="dk1"/>
                </a:solidFill>
                <a:latin typeface="Roboto"/>
                <a:ea typeface="Roboto"/>
                <a:cs typeface="Roboto"/>
                <a:sym typeface="Roboto"/>
              </a:rPr>
              <a:t>A system that integrates an automatic stage controller with image analysis software powered by a convolutional neural network (CNN) to enhance the metal particulate test. The stage controller enables the microscope to capture images of the entire filter membrane, while the software processes these images to detect, measure, and track metal particles by analyzing metrics such as size and shape. The system will streamline the quality control process by generating a report with pass/fail assessments based on predefined quality standards.</a:t>
            </a:r>
            <a:endParaRPr b="0" i="0" sz="4000" u="none" cap="none" strike="noStrike">
              <a:solidFill>
                <a:schemeClr val="dk1"/>
              </a:solidFill>
              <a:latin typeface="Roboto"/>
              <a:ea typeface="Roboto"/>
              <a:cs typeface="Roboto"/>
              <a:sym typeface="Roboto"/>
            </a:endParaRPr>
          </a:p>
        </p:txBody>
      </p:sp>
      <p:sp>
        <p:nvSpPr>
          <p:cNvPr id="76" name="Google Shape;76;p1"/>
          <p:cNvSpPr txBox="1"/>
          <p:nvPr/>
        </p:nvSpPr>
        <p:spPr>
          <a:xfrm>
            <a:off x="16644267" y="14453475"/>
            <a:ext cx="4891500" cy="5796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Figure 4:</a:t>
            </a:r>
            <a:r>
              <a:rPr b="0" i="0" lang="en" sz="2100" u="none" cap="none" strike="noStrike">
                <a:solidFill>
                  <a:schemeClr val="dk1"/>
                </a:solidFill>
                <a:latin typeface="Roboto"/>
                <a:ea typeface="Roboto"/>
                <a:cs typeface="Roboto"/>
                <a:sym typeface="Roboto"/>
              </a:rPr>
              <a:t> Image Analysis Flow Chart </a:t>
            </a:r>
            <a:endParaRPr b="0" i="0" sz="2100" u="none" cap="none" strike="noStrike">
              <a:solidFill>
                <a:schemeClr val="dk1"/>
              </a:solidFill>
              <a:latin typeface="Roboto"/>
              <a:ea typeface="Roboto"/>
              <a:cs typeface="Roboto"/>
              <a:sym typeface="Roboto"/>
            </a:endParaRPr>
          </a:p>
        </p:txBody>
      </p:sp>
      <p:pic>
        <p:nvPicPr>
          <p:cNvPr id="77" name="Google Shape;77;p1"/>
          <p:cNvPicPr preferRelativeResize="0"/>
          <p:nvPr/>
        </p:nvPicPr>
        <p:blipFill rotWithShape="1">
          <a:blip r:embed="rId5">
            <a:alphaModFix/>
          </a:blip>
          <a:srcRect b="0" l="0" r="0" t="0"/>
          <a:stretch/>
        </p:blipFill>
        <p:spPr>
          <a:xfrm>
            <a:off x="16491867" y="8721900"/>
            <a:ext cx="15125601" cy="5856717"/>
          </a:xfrm>
          <a:prstGeom prst="rect">
            <a:avLst/>
          </a:prstGeom>
          <a:solidFill>
            <a:schemeClr val="lt2"/>
          </a:solidFill>
          <a:ln cap="flat" cmpd="sng" w="9525">
            <a:solidFill>
              <a:schemeClr val="lt2"/>
            </a:solidFill>
            <a:prstDash val="solid"/>
            <a:round/>
            <a:headEnd len="sm" w="sm" type="none"/>
            <a:tailEnd len="sm" w="sm" type="none"/>
          </a:ln>
        </p:spPr>
      </p:pic>
      <p:sp>
        <p:nvSpPr>
          <p:cNvPr id="78" name="Google Shape;78;p1"/>
          <p:cNvSpPr/>
          <p:nvPr/>
        </p:nvSpPr>
        <p:spPr>
          <a:xfrm>
            <a:off x="33633475" y="8444700"/>
            <a:ext cx="9977100" cy="6472500"/>
          </a:xfrm>
          <a:prstGeom prst="rect">
            <a:avLst/>
          </a:prstGeom>
          <a:solidFill>
            <a:schemeClr val="lt2"/>
          </a:solidFill>
          <a:ln cap="flat" cmpd="sng" w="9525">
            <a:solidFill>
              <a:schemeClr val="lt2"/>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9" name="Google Shape;79;p1"/>
          <p:cNvSpPr/>
          <p:nvPr/>
        </p:nvSpPr>
        <p:spPr>
          <a:xfrm>
            <a:off x="33633475" y="6914475"/>
            <a:ext cx="9977100" cy="1800600"/>
          </a:xfrm>
          <a:prstGeom prst="rect">
            <a:avLst/>
          </a:prstGeom>
          <a:solidFill>
            <a:srgbClr val="00386D"/>
          </a:solidFill>
          <a:ln cap="flat" cmpd="sng" w="9525">
            <a:solidFill>
              <a:srgbClr val="00386D"/>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6400"/>
              <a:buFont typeface="Arial"/>
              <a:buNone/>
            </a:pPr>
            <a:r>
              <a:rPr b="1" i="0" lang="en" sz="6400" u="none" cap="none" strike="noStrike">
                <a:solidFill>
                  <a:schemeClr val="lt1"/>
                </a:solidFill>
                <a:latin typeface="Arial"/>
                <a:ea typeface="Arial"/>
                <a:cs typeface="Arial"/>
                <a:sym typeface="Arial"/>
              </a:rPr>
              <a:t>FAILURE MODES</a:t>
            </a:r>
            <a:endParaRPr b="1" i="0" sz="6400" u="none" cap="none" strike="noStrike">
              <a:solidFill>
                <a:schemeClr val="lt1"/>
              </a:solidFill>
              <a:latin typeface="Arial"/>
              <a:ea typeface="Arial"/>
              <a:cs typeface="Arial"/>
              <a:sym typeface="Arial"/>
            </a:endParaRPr>
          </a:p>
        </p:txBody>
      </p:sp>
      <p:pic>
        <p:nvPicPr>
          <p:cNvPr id="80" name="Google Shape;80;p1"/>
          <p:cNvPicPr preferRelativeResize="0"/>
          <p:nvPr/>
        </p:nvPicPr>
        <p:blipFill rotWithShape="1">
          <a:blip r:embed="rId6">
            <a:alphaModFix/>
          </a:blip>
          <a:srcRect b="8979" l="27366" r="24563" t="10414"/>
          <a:stretch/>
        </p:blipFill>
        <p:spPr>
          <a:xfrm flipH="1">
            <a:off x="10962266" y="13246960"/>
            <a:ext cx="4386766" cy="4321489"/>
          </a:xfrm>
          <a:prstGeom prst="rect">
            <a:avLst/>
          </a:prstGeom>
          <a:noFill/>
          <a:ln>
            <a:noFill/>
          </a:ln>
        </p:spPr>
      </p:pic>
      <p:pic>
        <p:nvPicPr>
          <p:cNvPr id="81" name="Google Shape;81;p1"/>
          <p:cNvPicPr preferRelativeResize="0"/>
          <p:nvPr/>
        </p:nvPicPr>
        <p:blipFill rotWithShape="1">
          <a:blip r:embed="rId7">
            <a:alphaModFix/>
          </a:blip>
          <a:srcRect b="0" l="21920" r="21773" t="0"/>
          <a:stretch/>
        </p:blipFill>
        <p:spPr>
          <a:xfrm>
            <a:off x="10962266" y="17956837"/>
            <a:ext cx="4386766" cy="4577252"/>
          </a:xfrm>
          <a:prstGeom prst="rect">
            <a:avLst/>
          </a:prstGeom>
          <a:noFill/>
          <a:ln>
            <a:noFill/>
          </a:ln>
        </p:spPr>
      </p:pic>
      <p:sp>
        <p:nvSpPr>
          <p:cNvPr id="82" name="Google Shape;82;p1"/>
          <p:cNvSpPr txBox="1"/>
          <p:nvPr/>
        </p:nvSpPr>
        <p:spPr>
          <a:xfrm>
            <a:off x="14340700" y="20028263"/>
            <a:ext cx="8870700" cy="579600"/>
          </a:xfrm>
          <a:prstGeom prst="rect">
            <a:avLst/>
          </a:prstGeom>
          <a:noFill/>
          <a:ln>
            <a:noFill/>
          </a:ln>
        </p:spPr>
        <p:txBody>
          <a:bodyPr anchorCtr="0" anchor="t" bIns="126975" lIns="126975" spcFirstLastPara="1" rIns="126975" wrap="square" tIns="126975">
            <a:spAutoFit/>
          </a:bodyPr>
          <a:lstStyle/>
          <a:p>
            <a:pPr indent="0" lvl="0" marL="0" marR="0" rtl="0" algn="ctr">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Figure 5:</a:t>
            </a:r>
            <a:r>
              <a:rPr b="0" i="0" lang="en" sz="2100" u="none" cap="none" strike="noStrike">
                <a:solidFill>
                  <a:schemeClr val="dk1"/>
                </a:solidFill>
                <a:latin typeface="Roboto"/>
                <a:ea typeface="Roboto"/>
                <a:cs typeface="Roboto"/>
                <a:sym typeface="Roboto"/>
              </a:rPr>
              <a:t> Stage Controller Workflow </a:t>
            </a:r>
            <a:endParaRPr b="0" i="0" sz="2100" u="none" cap="none" strike="noStrike">
              <a:solidFill>
                <a:schemeClr val="dk1"/>
              </a:solidFill>
              <a:latin typeface="Roboto"/>
              <a:ea typeface="Roboto"/>
              <a:cs typeface="Roboto"/>
              <a:sym typeface="Roboto"/>
            </a:endParaRPr>
          </a:p>
        </p:txBody>
      </p:sp>
      <p:pic>
        <p:nvPicPr>
          <p:cNvPr id="83" name="Google Shape;83;p1"/>
          <p:cNvPicPr preferRelativeResize="0"/>
          <p:nvPr/>
        </p:nvPicPr>
        <p:blipFill rotWithShape="1">
          <a:blip r:embed="rId8">
            <a:alphaModFix/>
          </a:blip>
          <a:srcRect b="0" l="0" r="0" t="0"/>
          <a:stretch/>
        </p:blipFill>
        <p:spPr>
          <a:xfrm>
            <a:off x="35884670" y="71663"/>
            <a:ext cx="10024530" cy="5638801"/>
          </a:xfrm>
          <a:prstGeom prst="rect">
            <a:avLst/>
          </a:prstGeom>
          <a:noFill/>
          <a:ln>
            <a:noFill/>
          </a:ln>
          <a:effectLst>
            <a:outerShdw blurRad="57150" rotWithShape="0" algn="bl" dir="5400000" dist="28575">
              <a:schemeClr val="lt1"/>
            </a:outerShdw>
          </a:effectLst>
        </p:spPr>
      </p:pic>
      <p:pic>
        <p:nvPicPr>
          <p:cNvPr id="84" name="Google Shape;84;p1"/>
          <p:cNvPicPr preferRelativeResize="0"/>
          <p:nvPr/>
        </p:nvPicPr>
        <p:blipFill rotWithShape="1">
          <a:blip r:embed="rId9">
            <a:alphaModFix/>
          </a:blip>
          <a:srcRect b="0" l="0" r="0" t="0"/>
          <a:stretch/>
        </p:blipFill>
        <p:spPr>
          <a:xfrm>
            <a:off x="16444353" y="14917237"/>
            <a:ext cx="16710917" cy="5418001"/>
          </a:xfrm>
          <a:prstGeom prst="rect">
            <a:avLst/>
          </a:prstGeom>
          <a:noFill/>
          <a:ln>
            <a:noFill/>
          </a:ln>
        </p:spPr>
      </p:pic>
      <p:pic>
        <p:nvPicPr>
          <p:cNvPr id="85" name="Google Shape;85;p1"/>
          <p:cNvPicPr preferRelativeResize="0"/>
          <p:nvPr/>
        </p:nvPicPr>
        <p:blipFill rotWithShape="1">
          <a:blip r:embed="rId10">
            <a:alphaModFix/>
          </a:blip>
          <a:srcRect b="0" l="0" r="0" t="0"/>
          <a:stretch/>
        </p:blipFill>
        <p:spPr>
          <a:xfrm>
            <a:off x="34068146" y="17062913"/>
            <a:ext cx="9167200" cy="5228092"/>
          </a:xfrm>
          <a:prstGeom prst="rect">
            <a:avLst/>
          </a:prstGeom>
          <a:solidFill>
            <a:schemeClr val="lt2"/>
          </a:solidFill>
          <a:ln cap="flat" cmpd="sng" w="9525">
            <a:solidFill>
              <a:schemeClr val="lt2"/>
            </a:solidFill>
            <a:prstDash val="solid"/>
            <a:round/>
            <a:headEnd len="sm" w="sm" type="none"/>
            <a:tailEnd len="sm" w="sm" type="none"/>
          </a:ln>
        </p:spPr>
      </p:pic>
      <p:sp>
        <p:nvSpPr>
          <p:cNvPr id="86" name="Google Shape;86;p1"/>
          <p:cNvSpPr/>
          <p:nvPr/>
        </p:nvSpPr>
        <p:spPr>
          <a:xfrm>
            <a:off x="33627633" y="15091063"/>
            <a:ext cx="10024500" cy="1800600"/>
          </a:xfrm>
          <a:prstGeom prst="rect">
            <a:avLst/>
          </a:prstGeom>
          <a:solidFill>
            <a:srgbClr val="00386D"/>
          </a:solidFill>
          <a:ln cap="flat" cmpd="sng" w="9525">
            <a:solidFill>
              <a:srgbClr val="00386D"/>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6400"/>
              <a:buFont typeface="Arial"/>
              <a:buNone/>
            </a:pPr>
            <a:r>
              <a:rPr b="1" i="0" lang="en" sz="6400" u="none" cap="none" strike="noStrike">
                <a:solidFill>
                  <a:schemeClr val="lt1"/>
                </a:solidFill>
                <a:latin typeface="Arial"/>
                <a:ea typeface="Arial"/>
                <a:cs typeface="Arial"/>
                <a:sym typeface="Arial"/>
              </a:rPr>
              <a:t>PROJECT TIMELINE</a:t>
            </a:r>
            <a:endParaRPr b="1" i="0" sz="6400" u="none" cap="none" strike="noStrike">
              <a:solidFill>
                <a:schemeClr val="lt1"/>
              </a:solidFill>
              <a:latin typeface="Arial"/>
              <a:ea typeface="Arial"/>
              <a:cs typeface="Arial"/>
              <a:sym typeface="Arial"/>
            </a:endParaRPr>
          </a:p>
        </p:txBody>
      </p:sp>
      <p:graphicFrame>
        <p:nvGraphicFramePr>
          <p:cNvPr id="87" name="Google Shape;87;p1"/>
          <p:cNvGraphicFramePr/>
          <p:nvPr/>
        </p:nvGraphicFramePr>
        <p:xfrm>
          <a:off x="33744488" y="9193238"/>
          <a:ext cx="3000000" cy="3000000"/>
        </p:xfrm>
        <a:graphic>
          <a:graphicData uri="http://schemas.openxmlformats.org/drawingml/2006/table">
            <a:tbl>
              <a:tblPr>
                <a:noFill/>
                <a:tableStyleId>{11683371-0E46-4339-B71A-D2BA40B9806F}</a:tableStyleId>
              </a:tblPr>
              <a:tblGrid>
                <a:gridCol w="3315775"/>
                <a:gridCol w="3315775"/>
                <a:gridCol w="3111800"/>
              </a:tblGrid>
              <a:tr h="381000">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Potential Failure Modes</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Potential Failure Effects</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Actions Recommended</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381000">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Image analysis software incorrectly sizes particle</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Generates inaccurate measurement, increases false positive tests</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chemeClr val="dk1"/>
                        </a:buClr>
                        <a:buSzPts val="1100"/>
                        <a:buFont typeface="Arial"/>
                        <a:buNone/>
                      </a:pPr>
                      <a:r>
                        <a:rPr lang="en" sz="2100" u="none" cap="none" strike="noStrike">
                          <a:solidFill>
                            <a:schemeClr val="dk1"/>
                          </a:solidFill>
                          <a:latin typeface="Roboto"/>
                          <a:ea typeface="Roboto"/>
                          <a:cs typeface="Roboto"/>
                          <a:sym typeface="Roboto"/>
                        </a:rPr>
                        <a:t>Perform quality assessment before each shift begins</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381000">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Image analysis fails to identify particle</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Generates inaccurate particle count, increases false positive tests</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Perform quality assessment before each shift begins</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381000">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Acquired image is too unfocused</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Image will be harder to analyze leading to Failure Modes 1 and 2</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Routine check, clean station before morning shift begins</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381000">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Stage controller does not move intended distance</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Filter cannot be fully scanned</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Calibration, follow the qualification test procedure</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bl>
          </a:graphicData>
        </a:graphic>
      </p:graphicFrame>
      <p:pic>
        <p:nvPicPr>
          <p:cNvPr id="88" name="Google Shape;88;p1" title="216.jpeg"/>
          <p:cNvPicPr preferRelativeResize="0"/>
          <p:nvPr/>
        </p:nvPicPr>
        <p:blipFill rotWithShape="1">
          <a:blip r:embed="rId11">
            <a:alphaModFix/>
          </a:blip>
          <a:srcRect b="0" l="0" r="0" t="0"/>
          <a:stretch/>
        </p:blipFill>
        <p:spPr>
          <a:xfrm>
            <a:off x="25123366" y="26126001"/>
            <a:ext cx="7090509" cy="5435599"/>
          </a:xfrm>
          <a:prstGeom prst="rect">
            <a:avLst/>
          </a:prstGeom>
          <a:solidFill>
            <a:schemeClr val="lt2"/>
          </a:solidFill>
          <a:ln cap="flat" cmpd="sng" w="9525">
            <a:solidFill>
              <a:srgbClr val="000000"/>
            </a:solidFill>
            <a:prstDash val="solid"/>
            <a:round/>
            <a:headEnd len="sm" w="sm" type="none"/>
            <a:tailEnd len="sm" w="sm" type="none"/>
          </a:ln>
        </p:spPr>
      </p:pic>
      <p:sp>
        <p:nvSpPr>
          <p:cNvPr id="89" name="Google Shape;89;p1"/>
          <p:cNvSpPr/>
          <p:nvPr/>
        </p:nvSpPr>
        <p:spPr>
          <a:xfrm>
            <a:off x="33627625" y="22538450"/>
            <a:ext cx="9977100" cy="1800600"/>
          </a:xfrm>
          <a:prstGeom prst="rect">
            <a:avLst/>
          </a:prstGeom>
          <a:solidFill>
            <a:srgbClr val="00386D"/>
          </a:solidFill>
          <a:ln cap="flat" cmpd="sng" w="9525">
            <a:solidFill>
              <a:srgbClr val="00386D"/>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6400"/>
              <a:buFont typeface="Arial"/>
              <a:buNone/>
            </a:pPr>
            <a:r>
              <a:rPr b="1" i="0" lang="en" sz="6400" u="none" cap="none" strike="noStrike">
                <a:solidFill>
                  <a:schemeClr val="lt1"/>
                </a:solidFill>
                <a:latin typeface="Arial"/>
                <a:ea typeface="Arial"/>
                <a:cs typeface="Arial"/>
                <a:sym typeface="Arial"/>
              </a:rPr>
              <a:t>CONTACT INFO</a:t>
            </a:r>
            <a:endParaRPr b="1" i="0" sz="6400" u="none" cap="none" strike="noStrike">
              <a:solidFill>
                <a:schemeClr val="lt1"/>
              </a:solidFill>
              <a:latin typeface="Arial"/>
              <a:ea typeface="Arial"/>
              <a:cs typeface="Arial"/>
              <a:sym typeface="Arial"/>
            </a:endParaRPr>
          </a:p>
        </p:txBody>
      </p:sp>
      <p:sp>
        <p:nvSpPr>
          <p:cNvPr id="90" name="Google Shape;90;p1"/>
          <p:cNvSpPr/>
          <p:nvPr/>
        </p:nvSpPr>
        <p:spPr>
          <a:xfrm>
            <a:off x="33627625" y="24339050"/>
            <a:ext cx="9977100" cy="2426700"/>
          </a:xfrm>
          <a:prstGeom prst="rect">
            <a:avLst/>
          </a:prstGeom>
          <a:solidFill>
            <a:schemeClr val="lt2"/>
          </a:solidFill>
          <a:ln cap="flat" cmpd="sng" w="9525">
            <a:solidFill>
              <a:schemeClr val="lt2"/>
            </a:solidFill>
            <a:prstDash val="solid"/>
            <a:round/>
            <a:headEnd len="sm" w="sm" type="none"/>
            <a:tailEnd len="sm" w="sm" type="none"/>
          </a:ln>
        </p:spPr>
        <p:txBody>
          <a:bodyPr anchorCtr="0" anchor="ctr" bIns="126975" lIns="126975" spcFirstLastPara="1" rIns="126975" wrap="square" tIns="126975">
            <a:noAutofit/>
          </a:bodyPr>
          <a:lstStyle/>
          <a:p>
            <a:pPr indent="0" lvl="0" marL="0" marR="0" rtl="0" algn="ctr">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91" name="Google Shape;91;p1"/>
          <p:cNvSpPr txBox="1"/>
          <p:nvPr/>
        </p:nvSpPr>
        <p:spPr>
          <a:xfrm>
            <a:off x="16491875" y="25530850"/>
            <a:ext cx="8870700" cy="5796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Table 1:</a:t>
            </a:r>
            <a:r>
              <a:rPr b="0" i="0" lang="en" sz="2100" u="none" cap="none" strike="noStrike">
                <a:solidFill>
                  <a:schemeClr val="dk1"/>
                </a:solidFill>
                <a:latin typeface="Roboto"/>
                <a:ea typeface="Roboto"/>
                <a:cs typeface="Roboto"/>
                <a:sym typeface="Roboto"/>
              </a:rPr>
              <a:t> Design and Validation Criteria</a:t>
            </a:r>
            <a:endParaRPr b="0" i="0" sz="2100" u="none" cap="none" strike="noStrike">
              <a:solidFill>
                <a:schemeClr val="dk1"/>
              </a:solidFill>
              <a:latin typeface="Roboto"/>
              <a:ea typeface="Roboto"/>
              <a:cs typeface="Roboto"/>
              <a:sym typeface="Roboto"/>
            </a:endParaRPr>
          </a:p>
        </p:txBody>
      </p:sp>
      <p:sp>
        <p:nvSpPr>
          <p:cNvPr id="92" name="Google Shape;92;p1"/>
          <p:cNvSpPr txBox="1"/>
          <p:nvPr/>
        </p:nvSpPr>
        <p:spPr>
          <a:xfrm>
            <a:off x="32077200" y="14227050"/>
            <a:ext cx="8870700" cy="579600"/>
          </a:xfrm>
          <a:prstGeom prst="rect">
            <a:avLst/>
          </a:prstGeom>
          <a:noFill/>
          <a:ln>
            <a:noFill/>
          </a:ln>
        </p:spPr>
        <p:txBody>
          <a:bodyPr anchorCtr="0" anchor="t" bIns="126975" lIns="126975" spcFirstLastPara="1" rIns="126975" wrap="square" tIns="126975">
            <a:spAutoFit/>
          </a:bodyPr>
          <a:lstStyle/>
          <a:p>
            <a:pPr indent="0" lvl="0" marL="0" marR="0" rtl="0" algn="ctr">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Table 3:</a:t>
            </a:r>
            <a:r>
              <a:rPr b="0" i="0" lang="en" sz="2100" u="none" cap="none" strike="noStrike">
                <a:solidFill>
                  <a:schemeClr val="dk1"/>
                </a:solidFill>
                <a:latin typeface="Roboto"/>
                <a:ea typeface="Roboto"/>
                <a:cs typeface="Roboto"/>
                <a:sym typeface="Roboto"/>
              </a:rPr>
              <a:t> Major Failure Modes and Mitigation</a:t>
            </a:r>
            <a:endParaRPr b="0" i="0" sz="2100" u="none" cap="none" strike="noStrike">
              <a:solidFill>
                <a:schemeClr val="dk1"/>
              </a:solidFill>
              <a:latin typeface="Roboto"/>
              <a:ea typeface="Roboto"/>
              <a:cs typeface="Roboto"/>
              <a:sym typeface="Roboto"/>
            </a:endParaRPr>
          </a:p>
        </p:txBody>
      </p:sp>
      <p:sp>
        <p:nvSpPr>
          <p:cNvPr id="93" name="Google Shape;93;p1"/>
          <p:cNvSpPr txBox="1"/>
          <p:nvPr/>
        </p:nvSpPr>
        <p:spPr>
          <a:xfrm>
            <a:off x="33992225" y="24589513"/>
            <a:ext cx="9414900" cy="2107500"/>
          </a:xfrm>
          <a:prstGeom prst="rect">
            <a:avLst/>
          </a:prstGeom>
          <a:noFill/>
          <a:ln>
            <a:noFill/>
          </a:ln>
        </p:spPr>
        <p:txBody>
          <a:bodyPr anchorCtr="0" anchor="t" bIns="91425" lIns="91425" spcFirstLastPara="1" rIns="91425" wrap="square" tIns="91425">
            <a:noAutofit/>
          </a:bodyPr>
          <a:lstStyle/>
          <a:p>
            <a:pPr indent="0" lvl="0" marL="0" marR="0" rtl="0" algn="ctr">
              <a:lnSpc>
                <a:spcPct val="30000"/>
              </a:lnSpc>
              <a:spcBef>
                <a:spcPts val="1800"/>
              </a:spcBef>
              <a:spcAft>
                <a:spcPts val="0"/>
              </a:spcAft>
              <a:buClr>
                <a:srgbClr val="000000"/>
              </a:buClr>
              <a:buSzPts val="2100"/>
              <a:buFont typeface="Arial"/>
              <a:buNone/>
            </a:pPr>
            <a:r>
              <a:rPr b="1" i="0" lang="en" sz="2100" u="none" cap="none" strike="noStrike">
                <a:solidFill>
                  <a:srgbClr val="000000"/>
                </a:solidFill>
                <a:latin typeface="Roboto"/>
                <a:ea typeface="Roboto"/>
                <a:cs typeface="Roboto"/>
                <a:sym typeface="Roboto"/>
              </a:rPr>
              <a:t>Isaac Hoyt: </a:t>
            </a:r>
            <a:r>
              <a:rPr b="0" i="0" lang="en" sz="2100" u="none" cap="none" strike="noStrike">
                <a:solidFill>
                  <a:srgbClr val="000000"/>
                </a:solidFill>
                <a:latin typeface="Roboto"/>
                <a:ea typeface="Roboto"/>
                <a:cs typeface="Roboto"/>
                <a:sym typeface="Roboto"/>
              </a:rPr>
              <a:t>hoyti@uci.edu</a:t>
            </a:r>
            <a:endParaRPr b="1" i="0" sz="2100" u="none" cap="none" strike="noStrike">
              <a:solidFill>
                <a:srgbClr val="000000"/>
              </a:solidFill>
              <a:latin typeface="Roboto"/>
              <a:ea typeface="Roboto"/>
              <a:cs typeface="Roboto"/>
              <a:sym typeface="Roboto"/>
            </a:endParaRPr>
          </a:p>
          <a:p>
            <a:pPr indent="0" lvl="0" marL="0" marR="0" rtl="0" algn="ctr">
              <a:lnSpc>
                <a:spcPct val="30000"/>
              </a:lnSpc>
              <a:spcBef>
                <a:spcPts val="1800"/>
              </a:spcBef>
              <a:spcAft>
                <a:spcPts val="0"/>
              </a:spcAft>
              <a:buClr>
                <a:srgbClr val="000000"/>
              </a:buClr>
              <a:buSzPts val="2100"/>
              <a:buFont typeface="Arial"/>
              <a:buNone/>
            </a:pPr>
            <a:r>
              <a:rPr b="1" i="0" lang="en" sz="2100" u="none" cap="none" strike="noStrike">
                <a:solidFill>
                  <a:srgbClr val="000000"/>
                </a:solidFill>
                <a:latin typeface="Roboto"/>
                <a:ea typeface="Roboto"/>
                <a:cs typeface="Roboto"/>
                <a:sym typeface="Roboto"/>
              </a:rPr>
              <a:t>Yolanda Gomez: </a:t>
            </a:r>
            <a:r>
              <a:rPr b="0" i="0" lang="en" sz="2100" u="none" cap="none" strike="noStrike">
                <a:solidFill>
                  <a:srgbClr val="000000"/>
                </a:solidFill>
                <a:latin typeface="Roboto"/>
                <a:ea typeface="Roboto"/>
                <a:cs typeface="Roboto"/>
                <a:sym typeface="Roboto"/>
              </a:rPr>
              <a:t>yagomez1@uci.edu </a:t>
            </a:r>
            <a:endParaRPr b="0" i="0" sz="2100" u="none" cap="none" strike="noStrike">
              <a:solidFill>
                <a:srgbClr val="000000"/>
              </a:solidFill>
              <a:latin typeface="Roboto"/>
              <a:ea typeface="Roboto"/>
              <a:cs typeface="Roboto"/>
              <a:sym typeface="Roboto"/>
            </a:endParaRPr>
          </a:p>
          <a:p>
            <a:pPr indent="0" lvl="0" marL="0" marR="0" rtl="0" algn="ctr">
              <a:lnSpc>
                <a:spcPct val="30000"/>
              </a:lnSpc>
              <a:spcBef>
                <a:spcPts val="1800"/>
              </a:spcBef>
              <a:spcAft>
                <a:spcPts val="0"/>
              </a:spcAft>
              <a:buClr>
                <a:srgbClr val="000000"/>
              </a:buClr>
              <a:buSzPts val="2100"/>
              <a:buFont typeface="Arial"/>
              <a:buNone/>
            </a:pPr>
            <a:r>
              <a:rPr b="1" i="0" lang="en" sz="2100" u="none" cap="none" strike="noStrike">
                <a:solidFill>
                  <a:srgbClr val="000000"/>
                </a:solidFill>
                <a:latin typeface="Roboto"/>
                <a:ea typeface="Roboto"/>
                <a:cs typeface="Roboto"/>
                <a:sym typeface="Roboto"/>
              </a:rPr>
              <a:t>Matthew Luong: </a:t>
            </a:r>
            <a:r>
              <a:rPr b="0" i="0" lang="en" sz="2100" u="none" cap="none" strike="noStrike">
                <a:solidFill>
                  <a:srgbClr val="000000"/>
                </a:solidFill>
                <a:latin typeface="Roboto"/>
                <a:ea typeface="Roboto"/>
                <a:cs typeface="Roboto"/>
                <a:sym typeface="Roboto"/>
              </a:rPr>
              <a:t>luongmt2@uci.edu</a:t>
            </a:r>
            <a:endParaRPr b="1" i="0" sz="2100" u="none" cap="none" strike="noStrike">
              <a:solidFill>
                <a:srgbClr val="000000"/>
              </a:solidFill>
              <a:latin typeface="Roboto"/>
              <a:ea typeface="Roboto"/>
              <a:cs typeface="Roboto"/>
              <a:sym typeface="Roboto"/>
            </a:endParaRPr>
          </a:p>
          <a:p>
            <a:pPr indent="0" lvl="0" marL="0" marR="0" rtl="0" algn="ctr">
              <a:lnSpc>
                <a:spcPct val="30000"/>
              </a:lnSpc>
              <a:spcBef>
                <a:spcPts val="1800"/>
              </a:spcBef>
              <a:spcAft>
                <a:spcPts val="0"/>
              </a:spcAft>
              <a:buClr>
                <a:srgbClr val="000000"/>
              </a:buClr>
              <a:buSzPts val="2100"/>
              <a:buFont typeface="Arial"/>
              <a:buNone/>
            </a:pPr>
            <a:r>
              <a:rPr b="1" i="0" lang="en" sz="2100" u="none" cap="none" strike="noStrike">
                <a:solidFill>
                  <a:srgbClr val="000000"/>
                </a:solidFill>
                <a:latin typeface="Roboto"/>
                <a:ea typeface="Roboto"/>
                <a:cs typeface="Roboto"/>
                <a:sym typeface="Roboto"/>
              </a:rPr>
              <a:t>Tandol Jerthsattayanukul: </a:t>
            </a:r>
            <a:r>
              <a:rPr b="0" i="0" lang="en" sz="2100" u="none" cap="none" strike="noStrike">
                <a:solidFill>
                  <a:srgbClr val="000000"/>
                </a:solidFill>
                <a:latin typeface="Roboto"/>
                <a:ea typeface="Roboto"/>
                <a:cs typeface="Roboto"/>
                <a:sym typeface="Roboto"/>
              </a:rPr>
              <a:t>tjerthsa@uci.edu</a:t>
            </a:r>
            <a:endParaRPr b="0" i="0" sz="2100" u="none" cap="none" strike="noStrike">
              <a:solidFill>
                <a:srgbClr val="000000"/>
              </a:solidFill>
              <a:latin typeface="Roboto"/>
              <a:ea typeface="Roboto"/>
              <a:cs typeface="Roboto"/>
              <a:sym typeface="Roboto"/>
            </a:endParaRPr>
          </a:p>
          <a:p>
            <a:pPr indent="0" lvl="0" marL="0" marR="0" rtl="0" algn="ctr">
              <a:lnSpc>
                <a:spcPct val="30000"/>
              </a:lnSpc>
              <a:spcBef>
                <a:spcPts val="1800"/>
              </a:spcBef>
              <a:spcAft>
                <a:spcPts val="0"/>
              </a:spcAft>
              <a:buClr>
                <a:srgbClr val="000000"/>
              </a:buClr>
              <a:buSzPts val="1100"/>
              <a:buFont typeface="Arial"/>
              <a:buNone/>
            </a:pPr>
            <a:r>
              <a:rPr b="1" i="0" lang="en" sz="2100" u="none" cap="none" strike="noStrike">
                <a:solidFill>
                  <a:srgbClr val="000000"/>
                </a:solidFill>
                <a:latin typeface="Roboto"/>
                <a:ea typeface="Roboto"/>
                <a:cs typeface="Roboto"/>
                <a:sym typeface="Roboto"/>
              </a:rPr>
              <a:t>Landon Stein: </a:t>
            </a:r>
            <a:r>
              <a:rPr b="0" i="0" lang="en" sz="2100" u="none" cap="none" strike="noStrike">
                <a:solidFill>
                  <a:srgbClr val="000000"/>
                </a:solidFill>
                <a:latin typeface="Roboto"/>
                <a:ea typeface="Roboto"/>
                <a:cs typeface="Roboto"/>
                <a:sym typeface="Roboto"/>
              </a:rPr>
              <a:t>lnstein@uci.edu</a:t>
            </a:r>
            <a:endParaRPr b="0" i="0" sz="2100" u="none" cap="none" strike="noStrike">
              <a:solidFill>
                <a:srgbClr val="000000"/>
              </a:solidFill>
              <a:latin typeface="Roboto"/>
              <a:ea typeface="Roboto"/>
              <a:cs typeface="Roboto"/>
              <a:sym typeface="Roboto"/>
            </a:endParaRPr>
          </a:p>
          <a:p>
            <a:pPr indent="0" lvl="0" marL="0" marR="0" rtl="0" algn="ctr">
              <a:lnSpc>
                <a:spcPct val="30000"/>
              </a:lnSpc>
              <a:spcBef>
                <a:spcPts val="1800"/>
              </a:spcBef>
              <a:spcAft>
                <a:spcPts val="0"/>
              </a:spcAft>
              <a:buClr>
                <a:srgbClr val="000000"/>
              </a:buClr>
              <a:buSzPts val="1100"/>
              <a:buFont typeface="Arial"/>
              <a:buNone/>
            </a:pPr>
            <a:r>
              <a:rPr b="1" i="0" lang="en" sz="2100" u="none" cap="none" strike="noStrike">
                <a:solidFill>
                  <a:srgbClr val="000000"/>
                </a:solidFill>
                <a:latin typeface="Roboto"/>
                <a:ea typeface="Roboto"/>
                <a:cs typeface="Roboto"/>
                <a:sym typeface="Roboto"/>
              </a:rPr>
              <a:t>Brian Ngo: </a:t>
            </a:r>
            <a:r>
              <a:rPr b="0" i="0" lang="en" sz="2100" u="none" cap="none" strike="noStrike">
                <a:solidFill>
                  <a:srgbClr val="000000"/>
                </a:solidFill>
                <a:latin typeface="Roboto"/>
                <a:ea typeface="Roboto"/>
                <a:cs typeface="Roboto"/>
                <a:sym typeface="Roboto"/>
              </a:rPr>
              <a:t>bpngo2@uci.edu</a:t>
            </a:r>
            <a:endParaRPr b="0" i="0" sz="2100" u="none" cap="none" strike="noStrike">
              <a:solidFill>
                <a:srgbClr val="000000"/>
              </a:solidFill>
              <a:latin typeface="Roboto"/>
              <a:ea typeface="Roboto"/>
              <a:cs typeface="Roboto"/>
              <a:sym typeface="Roboto"/>
            </a:endParaRPr>
          </a:p>
          <a:p>
            <a:pPr indent="0" lvl="0" marL="0" marR="0" rtl="0" algn="ctr">
              <a:lnSpc>
                <a:spcPct val="30000"/>
              </a:lnSpc>
              <a:spcBef>
                <a:spcPts val="1800"/>
              </a:spcBef>
              <a:spcAft>
                <a:spcPts val="0"/>
              </a:spcAft>
              <a:buClr>
                <a:srgbClr val="000000"/>
              </a:buClr>
              <a:buSzPts val="1100"/>
              <a:buFont typeface="Arial"/>
              <a:buNone/>
            </a:pPr>
            <a:r>
              <a:t/>
            </a:r>
            <a:endParaRPr b="0" i="0" sz="1800" u="none" cap="none" strike="noStrike">
              <a:solidFill>
                <a:srgbClr val="000000"/>
              </a:solidFill>
              <a:latin typeface="Roboto"/>
              <a:ea typeface="Roboto"/>
              <a:cs typeface="Roboto"/>
              <a:sym typeface="Roboto"/>
            </a:endParaRPr>
          </a:p>
          <a:p>
            <a:pPr indent="0" lvl="0" marL="0" marR="0" rtl="0" algn="ctr">
              <a:lnSpc>
                <a:spcPct val="30000"/>
              </a:lnSpc>
              <a:spcBef>
                <a:spcPts val="1800"/>
              </a:spcBef>
              <a:spcAft>
                <a:spcPts val="1800"/>
              </a:spcAft>
              <a:buClr>
                <a:srgbClr val="000000"/>
              </a:buClr>
              <a:buSzPts val="1800"/>
              <a:buFont typeface="Arial"/>
              <a:buNone/>
            </a:pPr>
            <a:r>
              <a:t/>
            </a:r>
            <a:endParaRPr b="0" i="0" sz="1800" u="none" cap="none" strike="noStrike">
              <a:solidFill>
                <a:srgbClr val="000000"/>
              </a:solidFill>
              <a:latin typeface="Roboto"/>
              <a:ea typeface="Roboto"/>
              <a:cs typeface="Roboto"/>
              <a:sym typeface="Roboto"/>
            </a:endParaRPr>
          </a:p>
        </p:txBody>
      </p:sp>
      <p:sp>
        <p:nvSpPr>
          <p:cNvPr id="94" name="Google Shape;94;p1"/>
          <p:cNvSpPr txBox="1"/>
          <p:nvPr/>
        </p:nvSpPr>
        <p:spPr>
          <a:xfrm>
            <a:off x="25123371" y="31577150"/>
            <a:ext cx="7090500" cy="5796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Figure 6:</a:t>
            </a:r>
            <a:r>
              <a:rPr b="0" i="0" lang="en" sz="2100" u="none" cap="none" strike="noStrike">
                <a:solidFill>
                  <a:schemeClr val="dk1"/>
                </a:solidFill>
                <a:latin typeface="Roboto"/>
                <a:ea typeface="Roboto"/>
                <a:cs typeface="Roboto"/>
                <a:sym typeface="Roboto"/>
              </a:rPr>
              <a:t> Image of Filter Containing Metal Particulate</a:t>
            </a:r>
            <a:endParaRPr b="0" i="0" sz="2100" u="none" cap="none" strike="noStrike">
              <a:solidFill>
                <a:schemeClr val="dk1"/>
              </a:solidFill>
              <a:latin typeface="Roboto"/>
              <a:ea typeface="Roboto"/>
              <a:cs typeface="Roboto"/>
              <a:sym typeface="Roboto"/>
            </a:endParaRPr>
          </a:p>
        </p:txBody>
      </p:sp>
      <p:graphicFrame>
        <p:nvGraphicFramePr>
          <p:cNvPr id="95" name="Google Shape;95;p1"/>
          <p:cNvGraphicFramePr/>
          <p:nvPr/>
        </p:nvGraphicFramePr>
        <p:xfrm>
          <a:off x="16492000" y="26126000"/>
          <a:ext cx="3000000" cy="3000000"/>
        </p:xfrm>
        <a:graphic>
          <a:graphicData uri="http://schemas.openxmlformats.org/drawingml/2006/table">
            <a:tbl>
              <a:tblPr>
                <a:noFill/>
                <a:tableStyleId>{11683371-0E46-4339-B71A-D2BA40B9806F}</a:tableStyleId>
              </a:tblPr>
              <a:tblGrid>
                <a:gridCol w="2690475"/>
                <a:gridCol w="2690475"/>
                <a:gridCol w="2690475"/>
              </a:tblGrid>
              <a:tr h="88197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Customer Requirement</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Acceptance Criteria</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Test</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113857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Automation Capability</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Yes/No</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Functional Test</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113857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Speed of Operation</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&lt;20-30 minutes per quantity 10 work order</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Time comparison</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1138525">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Accuracy</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Matches technician accuracy</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Functional Test</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r h="1120350">
                <a:tc>
                  <a:txBody>
                    <a:bodyPr/>
                    <a:lstStyle/>
                    <a:p>
                      <a:pPr indent="0" lvl="0" marL="0" marR="0" rtl="0" algn="l">
                        <a:lnSpc>
                          <a:spcPct val="100000"/>
                        </a:lnSpc>
                        <a:spcBef>
                          <a:spcPts val="0"/>
                        </a:spcBef>
                        <a:spcAft>
                          <a:spcPts val="0"/>
                        </a:spcAft>
                        <a:buClr>
                          <a:srgbClr val="000000"/>
                        </a:buClr>
                        <a:buSzPts val="2100"/>
                        <a:buFont typeface="Arial"/>
                        <a:buNone/>
                      </a:pPr>
                      <a:r>
                        <a:rPr b="1" lang="en" sz="2100" u="none" cap="none" strike="noStrike">
                          <a:latin typeface="Roboto"/>
                          <a:ea typeface="Roboto"/>
                          <a:cs typeface="Roboto"/>
                          <a:sym typeface="Roboto"/>
                        </a:rPr>
                        <a:t>Cost-Effectiveness</a:t>
                      </a:r>
                      <a:endParaRPr b="1"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Equivalent to or cheaper than current process</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rgbClr val="000000"/>
                        </a:buClr>
                        <a:buSzPts val="2100"/>
                        <a:buFont typeface="Arial"/>
                        <a:buNone/>
                      </a:pPr>
                      <a:r>
                        <a:rPr lang="en" sz="2100" u="none" cap="none" strike="noStrike">
                          <a:latin typeface="Roboto"/>
                          <a:ea typeface="Roboto"/>
                          <a:cs typeface="Roboto"/>
                          <a:sym typeface="Roboto"/>
                        </a:rPr>
                        <a:t>Functional Test</a:t>
                      </a:r>
                      <a:endParaRPr sz="2100" u="none" cap="none" strike="noStrike">
                        <a:latin typeface="Roboto"/>
                        <a:ea typeface="Roboto"/>
                        <a:cs typeface="Roboto"/>
                        <a:sym typeface="Roboto"/>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chemeClr val="lt1"/>
                    </a:solidFill>
                  </a:tcPr>
                </a:tc>
              </a:tr>
            </a:tbl>
          </a:graphicData>
        </a:graphic>
      </p:graphicFrame>
      <p:sp>
        <p:nvSpPr>
          <p:cNvPr id="96" name="Google Shape;96;p1"/>
          <p:cNvSpPr txBox="1"/>
          <p:nvPr/>
        </p:nvSpPr>
        <p:spPr>
          <a:xfrm>
            <a:off x="16467071" y="31586525"/>
            <a:ext cx="7090500" cy="579600"/>
          </a:xfrm>
          <a:prstGeom prst="rect">
            <a:avLst/>
          </a:prstGeom>
          <a:noFill/>
          <a:ln>
            <a:noFill/>
          </a:ln>
        </p:spPr>
        <p:txBody>
          <a:bodyPr anchorCtr="0" anchor="t" bIns="126975" lIns="126975" spcFirstLastPara="1" rIns="126975" wrap="square" tIns="126975">
            <a:spAutoFit/>
          </a:bodyPr>
          <a:lstStyle/>
          <a:p>
            <a:pPr indent="0" lvl="0" marL="0" marR="0" rtl="0" algn="l">
              <a:lnSpc>
                <a:spcPct val="100000"/>
              </a:lnSpc>
              <a:spcBef>
                <a:spcPts val="0"/>
              </a:spcBef>
              <a:spcAft>
                <a:spcPts val="0"/>
              </a:spcAft>
              <a:buClr>
                <a:srgbClr val="000000"/>
              </a:buClr>
              <a:buSzPts val="2100"/>
              <a:buFont typeface="Arial"/>
              <a:buNone/>
            </a:pPr>
            <a:r>
              <a:rPr b="1" i="0" lang="en" sz="2100" u="none" cap="none" strike="noStrike">
                <a:solidFill>
                  <a:schemeClr val="dk1"/>
                </a:solidFill>
                <a:latin typeface="Roboto"/>
                <a:ea typeface="Roboto"/>
                <a:cs typeface="Roboto"/>
                <a:sym typeface="Roboto"/>
              </a:rPr>
              <a:t>Table 2:</a:t>
            </a:r>
            <a:r>
              <a:rPr b="0" i="0" lang="en" sz="2100" u="none" cap="none" strike="noStrike">
                <a:solidFill>
                  <a:schemeClr val="dk1"/>
                </a:solidFill>
                <a:latin typeface="Roboto"/>
                <a:ea typeface="Roboto"/>
                <a:cs typeface="Roboto"/>
                <a:sym typeface="Roboto"/>
              </a:rPr>
              <a:t> Testing Requirement Criteria</a:t>
            </a:r>
            <a:endParaRPr b="0" i="0" sz="2100" u="none" cap="none" strike="noStrike">
              <a:solidFill>
                <a:schemeClr val="dk1"/>
              </a:solidFill>
              <a:latin typeface="Roboto"/>
              <a:ea typeface="Roboto"/>
              <a:cs typeface="Roboto"/>
              <a:sym typeface="Roboto"/>
            </a:endParaRPr>
          </a:p>
        </p:txBody>
      </p:sp>
      <p:pic>
        <p:nvPicPr>
          <p:cNvPr id="97" name="Google Shape;97;p1" title="ti_particles_measured.png"/>
          <p:cNvPicPr preferRelativeResize="0"/>
          <p:nvPr/>
        </p:nvPicPr>
        <p:blipFill rotWithShape="1">
          <a:blip r:embed="rId12">
            <a:alphaModFix/>
          </a:blip>
          <a:srcRect b="0" l="0" r="0" t="0"/>
          <a:stretch/>
        </p:blipFill>
        <p:spPr>
          <a:xfrm>
            <a:off x="25077250" y="26126000"/>
            <a:ext cx="7090500" cy="5388797"/>
          </a:xfrm>
          <a:prstGeom prst="rect">
            <a:avLst/>
          </a:prstGeom>
          <a:noFill/>
          <a:ln>
            <a:noFill/>
          </a:ln>
        </p:spPr>
      </p:pic>
      <p:pic>
        <p:nvPicPr>
          <p:cNvPr id="98" name="Google Shape;98;p1"/>
          <p:cNvPicPr preferRelativeResize="0"/>
          <p:nvPr/>
        </p:nvPicPr>
        <p:blipFill rotWithShape="1">
          <a:blip r:embed="rId13">
            <a:alphaModFix/>
          </a:blip>
          <a:srcRect b="0" l="0" r="0" t="0"/>
          <a:stretch/>
        </p:blipFill>
        <p:spPr>
          <a:xfrm>
            <a:off x="10962275" y="8795354"/>
            <a:ext cx="4386751" cy="368787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