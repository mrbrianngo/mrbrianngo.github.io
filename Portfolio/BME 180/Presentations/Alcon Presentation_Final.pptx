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Raleway"/>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asanhealthcare.lk/vasan-blogs/clearing-the-mist-on-your-eye-what-is-cataract-surgery/" TargetMode="External"/><Relationship Id="rId3" Type="http://schemas.openxmlformats.org/officeDocument/2006/relationships/hyperlink" Target="https://www.dotmed.com/listing/phacoemulsifier/alcon/centurion-ozil-handpiece-8065751761/4385298" TargetMode="External"/><Relationship Id="rId4" Type="http://schemas.openxmlformats.org/officeDocument/2006/relationships/hyperlink" Target="https://ckgroup.co.uk/candidate/job-profiles/microbiologist-job-profile/"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ettyimages.com/illustrations/face-blindness?family=creative" TargetMode="External"/><Relationship Id="rId3" Type="http://schemas.openxmlformats.org/officeDocument/2006/relationships/hyperlink" Target="https://www.vecteezy.com/vector-art/2637746-blind-disabled-man" TargetMode="External"/><Relationship Id="rId4" Type="http://schemas.openxmlformats.org/officeDocument/2006/relationships/hyperlink" Target="https://insighteye.com.au/different-types-cataract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192f58b75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192f58b75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matthew</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19989ca779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19989ca779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Yolanda</a:t>
            </a:r>
            <a:br>
              <a:rPr lang="en"/>
            </a:br>
            <a:br>
              <a:rPr lang="en"/>
            </a:br>
            <a:r>
              <a:rPr lang="en"/>
              <a:t>Cite:</a:t>
            </a:r>
            <a:endParaRPr/>
          </a:p>
          <a:p>
            <a:pPr indent="0" lvl="0" marL="0" rtl="0" algn="l">
              <a:spcBef>
                <a:spcPts val="0"/>
              </a:spcBef>
              <a:spcAft>
                <a:spcPts val="0"/>
              </a:spcAft>
              <a:buNone/>
            </a:pPr>
            <a:r>
              <a:rPr lang="en"/>
              <a:t>[1] </a:t>
            </a:r>
            <a:r>
              <a:rPr lang="en" u="sng">
                <a:solidFill>
                  <a:schemeClr val="hlink"/>
                </a:solidFill>
                <a:hlinkClick r:id="rId2"/>
              </a:rPr>
              <a:t>https://www.vasanhealthcare.lk/vasan-blogs/clearing-the-mist-on-your-eye-what-is-cataract-surgery/</a:t>
            </a:r>
            <a:endParaRPr/>
          </a:p>
          <a:p>
            <a:pPr indent="0" lvl="0" marL="0" rtl="0" algn="l">
              <a:spcBef>
                <a:spcPts val="0"/>
              </a:spcBef>
              <a:spcAft>
                <a:spcPts val="0"/>
              </a:spcAft>
              <a:buNone/>
            </a:pPr>
            <a:r>
              <a:rPr lang="en"/>
              <a:t>[2] </a:t>
            </a:r>
            <a:r>
              <a:rPr lang="en" u="sng">
                <a:solidFill>
                  <a:schemeClr val="hlink"/>
                </a:solidFill>
                <a:hlinkClick r:id="rId3"/>
              </a:rPr>
              <a:t>https://www.dotmed.com/listing/phacoemulsifier/alcon/centurion-ozil-handpiece-8065751761/4385298</a:t>
            </a:r>
            <a:endParaRPr/>
          </a:p>
          <a:p>
            <a:pPr indent="0" lvl="0" marL="0" rtl="0" algn="l">
              <a:spcBef>
                <a:spcPts val="0"/>
              </a:spcBef>
              <a:spcAft>
                <a:spcPts val="0"/>
              </a:spcAft>
              <a:buNone/>
            </a:pPr>
            <a:r>
              <a:rPr lang="en"/>
              <a:t>[3] </a:t>
            </a:r>
            <a:r>
              <a:rPr lang="en" u="sng">
                <a:solidFill>
                  <a:schemeClr val="hlink"/>
                </a:solidFill>
                <a:hlinkClick r:id="rId4"/>
              </a:rPr>
              <a:t>https://ckgroup.co.uk/candidate/job-profiles/microbiologist-job-profile/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8ceba84788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8ceba84788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Yolanda</a:t>
            </a:r>
            <a:br>
              <a:rPr lang="en"/>
            </a:br>
            <a:br>
              <a:rPr lang="en"/>
            </a:br>
            <a:r>
              <a:rPr lang="en"/>
              <a:t>Cite:</a:t>
            </a:r>
            <a:br>
              <a:rPr lang="en"/>
            </a:br>
            <a:r>
              <a:rPr lang="en"/>
              <a:t>[4] </a:t>
            </a:r>
            <a:r>
              <a:rPr lang="en" u="sng">
                <a:solidFill>
                  <a:schemeClr val="hlink"/>
                </a:solidFill>
                <a:hlinkClick r:id="rId2"/>
              </a:rPr>
              <a:t>https://www.gettyimages.com/illustrations/face-blindness?family=creative</a:t>
            </a:r>
            <a:endParaRPr/>
          </a:p>
          <a:p>
            <a:pPr indent="0" lvl="0" marL="0" rtl="0" algn="l">
              <a:spcBef>
                <a:spcPts val="0"/>
              </a:spcBef>
              <a:spcAft>
                <a:spcPts val="0"/>
              </a:spcAft>
              <a:buNone/>
            </a:pPr>
            <a:r>
              <a:rPr lang="en"/>
              <a:t>[5] </a:t>
            </a:r>
            <a:r>
              <a:rPr lang="en" u="sng">
                <a:solidFill>
                  <a:schemeClr val="hlink"/>
                </a:solidFill>
                <a:hlinkClick r:id="rId3"/>
              </a:rPr>
              <a:t>https://www.vecteezy.com/vector-art/2637746-blind-disabled-man</a:t>
            </a:r>
            <a:endParaRPr/>
          </a:p>
          <a:p>
            <a:pPr indent="0" lvl="0" marL="0" rtl="0" algn="l">
              <a:spcBef>
                <a:spcPts val="0"/>
              </a:spcBef>
              <a:spcAft>
                <a:spcPts val="0"/>
              </a:spcAft>
              <a:buNone/>
            </a:pPr>
            <a:r>
              <a:rPr lang="en"/>
              <a:t>[6] </a:t>
            </a:r>
            <a:r>
              <a:rPr lang="en" u="sng">
                <a:solidFill>
                  <a:schemeClr val="hlink"/>
                </a:solidFill>
                <a:hlinkClick r:id="rId4"/>
              </a:rPr>
              <a:t>https://insighteye.com.au/different-types-cataracts/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19989ca779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19989ca779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Yolanda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Cite:</a:t>
            </a:r>
            <a:endParaRPr/>
          </a:p>
          <a:p>
            <a:pPr indent="0" lvl="0" marL="0" rtl="0" algn="l">
              <a:spcBef>
                <a:spcPts val="0"/>
              </a:spcBef>
              <a:spcAft>
                <a:spcPts val="0"/>
              </a:spcAft>
              <a:buNone/>
            </a:pPr>
            <a:r>
              <a:rPr lang="en"/>
              <a:t>[7] https://www.istockphoto.com/photos/slow-progress</a:t>
            </a:r>
            <a:endParaRPr/>
          </a:p>
          <a:p>
            <a:pPr indent="0" lvl="0" marL="0" rtl="0" algn="l">
              <a:spcBef>
                <a:spcPts val="0"/>
              </a:spcBef>
              <a:spcAft>
                <a:spcPts val="0"/>
              </a:spcAft>
              <a:buNone/>
            </a:pPr>
            <a:r>
              <a:rPr lang="en"/>
              <a:t>[8] https://www.pekoprecision.com/blog/medical-device-manufacturing-critical-processes/</a:t>
            </a:r>
            <a:endParaRPr/>
          </a:p>
          <a:p>
            <a:pPr indent="0" lvl="0" marL="0" rtl="0" algn="l">
              <a:spcBef>
                <a:spcPts val="0"/>
              </a:spcBef>
              <a:spcAft>
                <a:spcPts val="0"/>
              </a:spcAft>
              <a:buNone/>
            </a:pPr>
            <a:r>
              <a:rPr lang="en"/>
              <a:t>[9] https://www.istockphoto.com/photos/eye-doctor-and-patient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8ceba84788_0_1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8ceba84788_0_1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Criteria</a:t>
            </a:r>
            <a:r>
              <a:rPr lang="en">
                <a:solidFill>
                  <a:schemeClr val="dk1"/>
                </a:solidFill>
              </a:rPr>
              <a:t> are based on engineering mentor input, existing product specifications, and background research.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788 – particulate matter in injections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62304 – software life cycles processes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16232 - Cleanliness of components and systems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10993 – Identification and quantification of</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degradation products from metals and alloys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19989ca779_5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19989ca779_5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8c835154f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8c835154f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Tandol Mathew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192f58b75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192f58b75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Tandol Mathew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19c77e7beb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19c77e7beb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19c77e7be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19c77e7b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19c77e7beb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19c77e7beb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8ceba84788_0_2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8ceba84788_0_2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192f58b757_1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192f58b757_1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192f58b757_1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192f58b757_1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263238"/>
                </a:solidFill>
              </a:rPr>
              <a:t>Brian</a:t>
            </a:r>
            <a:endParaRPr sz="1200">
              <a:solidFill>
                <a:srgbClr val="263238"/>
              </a:solidFill>
            </a:endParaRPr>
          </a:p>
          <a:p>
            <a:pPr indent="0" lvl="0" marL="457200" rtl="0" algn="l">
              <a:lnSpc>
                <a:spcPct val="115000"/>
              </a:lnSpc>
              <a:spcBef>
                <a:spcPts val="0"/>
              </a:spcBef>
              <a:spcAft>
                <a:spcPts val="0"/>
              </a:spcAft>
              <a:buNone/>
            </a:pPr>
            <a:r>
              <a:t/>
            </a:r>
            <a:endParaRPr sz="1200">
              <a:solidFill>
                <a:srgbClr val="263238"/>
              </a:solidFill>
            </a:endParaRPr>
          </a:p>
          <a:p>
            <a:pPr indent="-304800" lvl="0" marL="457200" rtl="0" algn="l">
              <a:lnSpc>
                <a:spcPct val="115000"/>
              </a:lnSpc>
              <a:spcBef>
                <a:spcPts val="0"/>
              </a:spcBef>
              <a:spcAft>
                <a:spcPts val="0"/>
              </a:spcAft>
              <a:buClr>
                <a:srgbClr val="263238"/>
              </a:buClr>
              <a:buSzPts val="1200"/>
              <a:buAutoNum type="arabicPeriod"/>
            </a:pPr>
            <a:r>
              <a:rPr lang="en" sz="1200">
                <a:solidFill>
                  <a:srgbClr val="263238"/>
                </a:solidFill>
              </a:rPr>
              <a:t>Research Image Technology: Investigate existing imaging technologies to determine which is best suited for capturing particulate matter from the Active Sentry Handpieces. This involves exploring methods like HD optics, white-light interferometry, SEM-EDX, and FTIR to ensure precision in detecting and analyzing particles.</a:t>
            </a:r>
            <a:endParaRPr sz="1200">
              <a:solidFill>
                <a:srgbClr val="263238"/>
              </a:solidFill>
            </a:endParaRPr>
          </a:p>
          <a:p>
            <a:pPr indent="0" lvl="0" marL="457200" rtl="0" algn="l">
              <a:lnSpc>
                <a:spcPct val="115000"/>
              </a:lnSpc>
              <a:spcBef>
                <a:spcPts val="0"/>
              </a:spcBef>
              <a:spcAft>
                <a:spcPts val="0"/>
              </a:spcAft>
              <a:buNone/>
            </a:pPr>
            <a:r>
              <a:t/>
            </a:r>
            <a:endParaRPr sz="1200">
              <a:solidFill>
                <a:srgbClr val="263238"/>
              </a:solidFill>
            </a:endParaRPr>
          </a:p>
          <a:p>
            <a:pPr indent="-304800" lvl="0" marL="457200" rtl="0" algn="l">
              <a:lnSpc>
                <a:spcPct val="115000"/>
              </a:lnSpc>
              <a:spcBef>
                <a:spcPts val="0"/>
              </a:spcBef>
              <a:spcAft>
                <a:spcPts val="0"/>
              </a:spcAft>
              <a:buClr>
                <a:srgbClr val="263238"/>
              </a:buClr>
              <a:buSzPts val="1200"/>
              <a:buAutoNum type="arabicPeriod"/>
            </a:pPr>
            <a:r>
              <a:rPr lang="en" sz="1200">
                <a:solidFill>
                  <a:srgbClr val="263238"/>
                </a:solidFill>
              </a:rPr>
              <a:t>Research Machine learning for particle evaluation: Explore how machine learning can be used to analyze images of particulate matter, focusing on classifying particles based on size, shape, and density. This step will involve identifying algorithms that can provide consistent and reliable results.</a:t>
            </a:r>
            <a:endParaRPr sz="1200">
              <a:solidFill>
                <a:srgbClr val="263238"/>
              </a:solidFill>
            </a:endParaRPr>
          </a:p>
          <a:p>
            <a:pPr indent="0" lvl="0" marL="457200" rtl="0" algn="l">
              <a:lnSpc>
                <a:spcPct val="115000"/>
              </a:lnSpc>
              <a:spcBef>
                <a:spcPts val="0"/>
              </a:spcBef>
              <a:spcAft>
                <a:spcPts val="0"/>
              </a:spcAft>
              <a:buNone/>
            </a:pPr>
            <a:r>
              <a:t/>
            </a:r>
            <a:endParaRPr sz="1200">
              <a:solidFill>
                <a:srgbClr val="263238"/>
              </a:solidFill>
            </a:endParaRPr>
          </a:p>
          <a:p>
            <a:pPr indent="-304800" lvl="0" marL="457200" rtl="0" algn="l">
              <a:lnSpc>
                <a:spcPct val="115000"/>
              </a:lnSpc>
              <a:spcBef>
                <a:spcPts val="0"/>
              </a:spcBef>
              <a:spcAft>
                <a:spcPts val="0"/>
              </a:spcAft>
              <a:buClr>
                <a:srgbClr val="263238"/>
              </a:buClr>
              <a:buSzPts val="1200"/>
              <a:buAutoNum type="arabicPeriod"/>
            </a:pPr>
            <a:r>
              <a:rPr lang="en" sz="1200">
                <a:solidFill>
                  <a:srgbClr val="263238"/>
                </a:solidFill>
              </a:rPr>
              <a:t>Start writing script to analyze data: Begin developing a MATLAB script or similar computational tool to process images and extract relevant data. This script will automate the counting, categorization, and evaluation of particles based on predetermined parameters.</a:t>
            </a:r>
            <a:endParaRPr sz="1200">
              <a:solidFill>
                <a:srgbClr val="263238"/>
              </a:solidFill>
            </a:endParaRPr>
          </a:p>
          <a:p>
            <a:pPr indent="0" lvl="0" marL="0" rtl="0" algn="l">
              <a:lnSpc>
                <a:spcPct val="115000"/>
              </a:lnSpc>
              <a:spcBef>
                <a:spcPts val="0"/>
              </a:spcBef>
              <a:spcAft>
                <a:spcPts val="0"/>
              </a:spcAft>
              <a:buNone/>
            </a:pPr>
            <a:r>
              <a:t/>
            </a:r>
            <a:endParaRPr sz="1200">
              <a:solidFill>
                <a:srgbClr val="263238"/>
              </a:solidFill>
            </a:endParaRPr>
          </a:p>
          <a:p>
            <a:pPr indent="-304800" lvl="0" marL="457200" rtl="0" algn="l">
              <a:lnSpc>
                <a:spcPct val="115000"/>
              </a:lnSpc>
              <a:spcBef>
                <a:spcPts val="0"/>
              </a:spcBef>
              <a:spcAft>
                <a:spcPts val="0"/>
              </a:spcAft>
              <a:buClr>
                <a:srgbClr val="263238"/>
              </a:buClr>
              <a:buSzPts val="1200"/>
              <a:buAutoNum type="arabicPeriod"/>
            </a:pPr>
            <a:r>
              <a:rPr lang="en" sz="1200">
                <a:solidFill>
                  <a:srgbClr val="263238"/>
                </a:solidFill>
              </a:rPr>
              <a:t>Create process to extract data: Develop a streamlined method to transfer and analyze imaging data. This includes defining a workflow for capturing images, uploading them into the analysis software, and outputting results that align with the project’s quality control standards.</a:t>
            </a:r>
            <a:endParaRPr sz="1200">
              <a:solidFill>
                <a:srgbClr val="263238"/>
              </a:solidFill>
            </a:endParaRPr>
          </a:p>
          <a:p>
            <a:pPr indent="0" lvl="0" marL="457200" rtl="0" algn="l">
              <a:lnSpc>
                <a:spcPct val="115000"/>
              </a:lnSpc>
              <a:spcBef>
                <a:spcPts val="0"/>
              </a:spcBef>
              <a:spcAft>
                <a:spcPts val="0"/>
              </a:spcAft>
              <a:buNone/>
            </a:pPr>
            <a:r>
              <a:t/>
            </a:r>
            <a:endParaRPr sz="1200">
              <a:solidFill>
                <a:srgbClr val="263238"/>
              </a:solidFill>
            </a:endParaRPr>
          </a:p>
          <a:p>
            <a:pPr indent="-304800" lvl="0" marL="457200" rtl="0" algn="l">
              <a:lnSpc>
                <a:spcPct val="115000"/>
              </a:lnSpc>
              <a:spcBef>
                <a:spcPts val="0"/>
              </a:spcBef>
              <a:spcAft>
                <a:spcPts val="0"/>
              </a:spcAft>
              <a:buClr>
                <a:srgbClr val="263238"/>
              </a:buClr>
              <a:buSzPts val="1200"/>
              <a:buAutoNum type="arabicPeriod"/>
            </a:pPr>
            <a:r>
              <a:rPr lang="en" sz="1200">
                <a:solidFill>
                  <a:srgbClr val="263238"/>
                </a:solidFill>
              </a:rPr>
              <a:t>Acquire imaging technology: Procure the chosen imaging technology, ensuring it meets the required specifications for resolution, accuracy, and integration into the testing process. This step is essential for validating and implementing the research findings.</a:t>
            </a:r>
            <a:endParaRPr sz="1200">
              <a:solidFill>
                <a:srgbClr val="263238"/>
              </a:solidFill>
            </a:endParaRPr>
          </a:p>
          <a:p>
            <a:pPr indent="0" lvl="0" marL="0" rtl="0" algn="l">
              <a:spcBef>
                <a:spcPts val="0"/>
              </a:spcBef>
              <a:spcAft>
                <a:spcPts val="0"/>
              </a:spcAft>
              <a:buClr>
                <a:schemeClr val="dk1"/>
              </a:buClr>
              <a:buSzPts val="1100"/>
              <a:buFont typeface="Arial"/>
              <a:buNone/>
            </a:pPr>
            <a:r>
              <a:t/>
            </a:r>
            <a:endParaRPr sz="1200">
              <a:solidFill>
                <a:srgbClr val="263238"/>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8ceba84788_0_2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8ceba84788_0_2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685800" y="534963"/>
            <a:ext cx="4410300" cy="17064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5000">
                <a:solidFill>
                  <a:srgbClr val="FFFFFF"/>
                </a:solidFill>
                <a:latin typeface="Fredoka One"/>
                <a:ea typeface="Fredoka One"/>
                <a:cs typeface="Fredoka One"/>
                <a:sym typeface="Fredok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685800" y="2278345"/>
            <a:ext cx="4410300" cy="44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400">
                <a:solidFill>
                  <a:srgbClr val="FFFFFF"/>
                </a:solidFill>
                <a:latin typeface="Raleway"/>
                <a:ea typeface="Raleway"/>
                <a:cs typeface="Raleway"/>
                <a:sym typeface="Raleway"/>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1" name="Google Shape;11;p2"/>
          <p:cNvGrpSpPr/>
          <p:nvPr/>
        </p:nvGrpSpPr>
        <p:grpSpPr>
          <a:xfrm rot="12770">
            <a:off x="3143723" y="-723971"/>
            <a:ext cx="8629335" cy="7691461"/>
            <a:chOff x="1543903" y="1051131"/>
            <a:chExt cx="4579322" cy="4218197"/>
          </a:xfrm>
        </p:grpSpPr>
        <p:sp>
          <p:nvSpPr>
            <p:cNvPr id="12" name="Google Shape;12;p2"/>
            <p:cNvSpPr/>
            <p:nvPr/>
          </p:nvSpPr>
          <p:spPr>
            <a:xfrm>
              <a:off x="1543903" y="1051131"/>
              <a:ext cx="4579322" cy="4218197"/>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5" name="Shape 15"/>
        <p:cNvGrpSpPr/>
        <p:nvPr/>
      </p:nvGrpSpPr>
      <p:grpSpPr>
        <a:xfrm>
          <a:off x="0" y="0"/>
          <a:ext cx="0" cy="0"/>
          <a:chOff x="0" y="0"/>
          <a:chExt cx="0" cy="0"/>
        </a:xfrm>
      </p:grpSpPr>
      <p:grpSp>
        <p:nvGrpSpPr>
          <p:cNvPr id="16" name="Google Shape;16;p3"/>
          <p:cNvGrpSpPr/>
          <p:nvPr/>
        </p:nvGrpSpPr>
        <p:grpSpPr>
          <a:xfrm rot="2506023">
            <a:off x="1274638" y="-703256"/>
            <a:ext cx="6812756" cy="6550031"/>
            <a:chOff x="1786775" y="1002200"/>
            <a:chExt cx="3861800" cy="3712875"/>
          </a:xfrm>
        </p:grpSpPr>
        <p:sp>
          <p:nvSpPr>
            <p:cNvPr id="17" name="Google Shape;17;p3"/>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837429" y="1652159"/>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758372" y="1512749"/>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p3"/>
          <p:cNvSpPr txBox="1"/>
          <p:nvPr>
            <p:ph type="title"/>
          </p:nvPr>
        </p:nvSpPr>
        <p:spPr>
          <a:xfrm>
            <a:off x="3416563" y="1955400"/>
            <a:ext cx="32109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solidFill>
                  <a:schemeClr val="accent3"/>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 name="Google Shape;21;p3"/>
          <p:cNvSpPr txBox="1"/>
          <p:nvPr>
            <p:ph idx="1" type="subTitle"/>
          </p:nvPr>
        </p:nvSpPr>
        <p:spPr>
          <a:xfrm>
            <a:off x="2199900" y="2797200"/>
            <a:ext cx="4744200" cy="39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dk1"/>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22" name="Google Shape;22;p3"/>
          <p:cNvSpPr txBox="1"/>
          <p:nvPr>
            <p:ph hasCustomPrompt="1" idx="2" type="title"/>
          </p:nvPr>
        </p:nvSpPr>
        <p:spPr>
          <a:xfrm>
            <a:off x="2516538" y="1955400"/>
            <a:ext cx="9402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12000"/>
              <a:buNone/>
              <a:defRPr sz="5000">
                <a:solidFill>
                  <a:schemeClr val="accent3"/>
                </a:solidFill>
              </a:defRPr>
            </a:lvl1pPr>
            <a:lvl2pPr lvl="1" rtl="0" algn="ctr">
              <a:spcBef>
                <a:spcPts val="0"/>
              </a:spcBef>
              <a:spcAft>
                <a:spcPts val="0"/>
              </a:spcAft>
              <a:buClr>
                <a:schemeClr val="accent3"/>
              </a:buClr>
              <a:buSzPts val="12000"/>
              <a:buNone/>
              <a:defRPr sz="12000">
                <a:solidFill>
                  <a:schemeClr val="accent3"/>
                </a:solidFill>
              </a:defRPr>
            </a:lvl2pPr>
            <a:lvl3pPr lvl="2" rtl="0" algn="ctr">
              <a:spcBef>
                <a:spcPts val="0"/>
              </a:spcBef>
              <a:spcAft>
                <a:spcPts val="0"/>
              </a:spcAft>
              <a:buClr>
                <a:schemeClr val="accent3"/>
              </a:buClr>
              <a:buSzPts val="12000"/>
              <a:buNone/>
              <a:defRPr sz="12000">
                <a:solidFill>
                  <a:schemeClr val="accent3"/>
                </a:solidFill>
              </a:defRPr>
            </a:lvl3pPr>
            <a:lvl4pPr lvl="3" rtl="0" algn="ctr">
              <a:spcBef>
                <a:spcPts val="0"/>
              </a:spcBef>
              <a:spcAft>
                <a:spcPts val="0"/>
              </a:spcAft>
              <a:buClr>
                <a:schemeClr val="accent3"/>
              </a:buClr>
              <a:buSzPts val="12000"/>
              <a:buNone/>
              <a:defRPr sz="12000">
                <a:solidFill>
                  <a:schemeClr val="accent3"/>
                </a:solidFill>
              </a:defRPr>
            </a:lvl4pPr>
            <a:lvl5pPr lvl="4" rtl="0" algn="ctr">
              <a:spcBef>
                <a:spcPts val="0"/>
              </a:spcBef>
              <a:spcAft>
                <a:spcPts val="0"/>
              </a:spcAft>
              <a:buClr>
                <a:schemeClr val="accent3"/>
              </a:buClr>
              <a:buSzPts val="12000"/>
              <a:buNone/>
              <a:defRPr sz="12000">
                <a:solidFill>
                  <a:schemeClr val="accent3"/>
                </a:solidFill>
              </a:defRPr>
            </a:lvl5pPr>
            <a:lvl6pPr lvl="5" rtl="0" algn="ctr">
              <a:spcBef>
                <a:spcPts val="0"/>
              </a:spcBef>
              <a:spcAft>
                <a:spcPts val="0"/>
              </a:spcAft>
              <a:buClr>
                <a:schemeClr val="accent3"/>
              </a:buClr>
              <a:buSzPts val="12000"/>
              <a:buNone/>
              <a:defRPr sz="12000">
                <a:solidFill>
                  <a:schemeClr val="accent3"/>
                </a:solidFill>
              </a:defRPr>
            </a:lvl6pPr>
            <a:lvl7pPr lvl="6" rtl="0" algn="ctr">
              <a:spcBef>
                <a:spcPts val="0"/>
              </a:spcBef>
              <a:spcAft>
                <a:spcPts val="0"/>
              </a:spcAft>
              <a:buClr>
                <a:schemeClr val="accent3"/>
              </a:buClr>
              <a:buSzPts val="12000"/>
              <a:buNone/>
              <a:defRPr sz="12000">
                <a:solidFill>
                  <a:schemeClr val="accent3"/>
                </a:solidFill>
              </a:defRPr>
            </a:lvl7pPr>
            <a:lvl8pPr lvl="7" rtl="0" algn="ctr">
              <a:spcBef>
                <a:spcPts val="0"/>
              </a:spcBef>
              <a:spcAft>
                <a:spcPts val="0"/>
              </a:spcAft>
              <a:buClr>
                <a:schemeClr val="accent3"/>
              </a:buClr>
              <a:buSzPts val="12000"/>
              <a:buNone/>
              <a:defRPr sz="12000">
                <a:solidFill>
                  <a:schemeClr val="accent3"/>
                </a:solidFill>
              </a:defRPr>
            </a:lvl8pPr>
            <a:lvl9pPr lvl="8" rtl="0" algn="ctr">
              <a:spcBef>
                <a:spcPts val="0"/>
              </a:spcBef>
              <a:spcAft>
                <a:spcPts val="0"/>
              </a:spcAft>
              <a:buClr>
                <a:schemeClr val="accent3"/>
              </a:buClr>
              <a:buSzPts val="12000"/>
              <a:buNone/>
              <a:defRPr sz="12000">
                <a:solidFill>
                  <a:schemeClr val="accent3"/>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rot="1379863">
            <a:off x="70508" y="-2722483"/>
            <a:ext cx="9675891" cy="9454917"/>
            <a:chOff x="1786775" y="1002200"/>
            <a:chExt cx="3861800" cy="3712875"/>
          </a:xfrm>
        </p:grpSpPr>
        <p:sp>
          <p:nvSpPr>
            <p:cNvPr id="26" name="Google Shape;26;p4"/>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 name="Google Shape;29;p4"/>
          <p:cNvSpPr txBox="1"/>
          <p:nvPr>
            <p:ph type="title"/>
          </p:nvPr>
        </p:nvSpPr>
        <p:spPr>
          <a:xfrm>
            <a:off x="1221188" y="1980750"/>
            <a:ext cx="2005800" cy="11820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solidFill>
                  <a:schemeClr val="accent3"/>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4"/>
          <p:cNvSpPr txBox="1"/>
          <p:nvPr>
            <p:ph idx="1" type="subTitle"/>
          </p:nvPr>
        </p:nvSpPr>
        <p:spPr>
          <a:xfrm>
            <a:off x="5352950" y="2616288"/>
            <a:ext cx="2364600" cy="7212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solidFill>
                  <a:srgbClr val="FFFFFF"/>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31" name="Google Shape;31;p4"/>
          <p:cNvSpPr txBox="1"/>
          <p:nvPr>
            <p:ph idx="2" type="subTitle"/>
          </p:nvPr>
        </p:nvSpPr>
        <p:spPr>
          <a:xfrm>
            <a:off x="5352950" y="1894263"/>
            <a:ext cx="2364600" cy="7212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solidFill>
                  <a:srgbClr val="FFFFFF"/>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32" name="Google Shape;32;p4"/>
          <p:cNvSpPr txBox="1"/>
          <p:nvPr>
            <p:ph idx="3" type="subTitle"/>
          </p:nvPr>
        </p:nvSpPr>
        <p:spPr>
          <a:xfrm>
            <a:off x="5352950" y="1172225"/>
            <a:ext cx="2364600" cy="7212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solidFill>
                  <a:srgbClr val="FFFFFF"/>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33" name="Google Shape;33;p4"/>
          <p:cNvSpPr txBox="1"/>
          <p:nvPr>
            <p:ph idx="4" type="subTitle"/>
          </p:nvPr>
        </p:nvSpPr>
        <p:spPr>
          <a:xfrm>
            <a:off x="5352950" y="3338875"/>
            <a:ext cx="2364600" cy="7212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solidFill>
                  <a:srgbClr val="FFFFFF"/>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34" name="Shape 34"/>
        <p:cNvGrpSpPr/>
        <p:nvPr/>
      </p:nvGrpSpPr>
      <p:grpSpPr>
        <a:xfrm>
          <a:off x="0" y="0"/>
          <a:ext cx="0" cy="0"/>
          <a:chOff x="0" y="0"/>
          <a:chExt cx="0" cy="0"/>
        </a:xfrm>
      </p:grpSpPr>
      <p:sp>
        <p:nvSpPr>
          <p:cNvPr id="35" name="Google Shape;3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chemeClr val="accent3"/>
                </a:solidFill>
                <a:latin typeface="Fredoka One"/>
                <a:ea typeface="Fredoka One"/>
                <a:cs typeface="Fredoka One"/>
                <a:sym typeface="Fredok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 name="Google Shape;36;p5"/>
          <p:cNvSpPr txBox="1"/>
          <p:nvPr>
            <p:ph idx="1" type="subTitle"/>
          </p:nvPr>
        </p:nvSpPr>
        <p:spPr>
          <a:xfrm>
            <a:off x="1459725" y="2545078"/>
            <a:ext cx="2519400" cy="131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7" name="Google Shape;37;p5"/>
          <p:cNvSpPr txBox="1"/>
          <p:nvPr>
            <p:ph idx="2" type="subTitle"/>
          </p:nvPr>
        </p:nvSpPr>
        <p:spPr>
          <a:xfrm>
            <a:off x="5164925" y="2545078"/>
            <a:ext cx="2519400" cy="131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8" name="Google Shape;38;p5"/>
          <p:cNvSpPr txBox="1"/>
          <p:nvPr>
            <p:ph idx="3" type="subTitle"/>
          </p:nvPr>
        </p:nvSpPr>
        <p:spPr>
          <a:xfrm>
            <a:off x="1579838" y="2086825"/>
            <a:ext cx="22791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4" type="subTitle"/>
          </p:nvPr>
        </p:nvSpPr>
        <p:spPr>
          <a:xfrm>
            <a:off x="5285063" y="2086825"/>
            <a:ext cx="22791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noFill/>
      </p:bgPr>
    </p:bg>
    <p:spTree>
      <p:nvGrpSpPr>
        <p:cNvPr id="40" name="Shape 40"/>
        <p:cNvGrpSpPr/>
        <p:nvPr/>
      </p:nvGrpSpPr>
      <p:grpSpPr>
        <a:xfrm>
          <a:off x="0" y="0"/>
          <a:ext cx="0" cy="0"/>
          <a:chOff x="0" y="0"/>
          <a:chExt cx="0" cy="0"/>
        </a:xfrm>
      </p:grpSpPr>
      <p:sp>
        <p:nvSpPr>
          <p:cNvPr id="41" name="Google Shape;41;p6"/>
          <p:cNvSpPr/>
          <p:nvPr/>
        </p:nvSpPr>
        <p:spPr>
          <a:xfrm>
            <a:off x="7575" y="0"/>
            <a:ext cx="9144000" cy="5143500"/>
          </a:xfrm>
          <a:prstGeom prst="rect">
            <a:avLst/>
          </a:prstGeom>
          <a:solidFill>
            <a:srgbClr val="305DBF">
              <a:alpha val="137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flipH="1" rot="8087307">
            <a:off x="5106452" y="-301900"/>
            <a:ext cx="5990388" cy="5820772"/>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txBox="1"/>
          <p:nvPr>
            <p:ph type="title"/>
          </p:nvPr>
        </p:nvSpPr>
        <p:spPr>
          <a:xfrm>
            <a:off x="5148375" y="2076450"/>
            <a:ext cx="3393900" cy="990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723900" y="736062"/>
            <a:ext cx="3114300" cy="863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a:solidFill>
                  <a:schemeClr val="accent3"/>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subTitle"/>
          </p:nvPr>
        </p:nvSpPr>
        <p:spPr>
          <a:xfrm>
            <a:off x="723900" y="1828500"/>
            <a:ext cx="4308600" cy="27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3"/>
              </a:buClr>
              <a:buSzPts val="1400"/>
              <a:buChar char="●"/>
              <a:defRPr sz="1600">
                <a:solidFill>
                  <a:schemeClr val="dk1"/>
                </a:solidFill>
                <a:latin typeface="Raleway"/>
                <a:ea typeface="Raleway"/>
                <a:cs typeface="Raleway"/>
                <a:sym typeface="Raleway"/>
              </a:defRPr>
            </a:lvl1pPr>
            <a:lvl2pPr lvl="1" rtl="0">
              <a:lnSpc>
                <a:spcPct val="100000"/>
              </a:lnSpc>
              <a:spcBef>
                <a:spcPts val="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7" name="Shape 47"/>
        <p:cNvGrpSpPr/>
        <p:nvPr/>
      </p:nvGrpSpPr>
      <p:grpSpPr>
        <a:xfrm>
          <a:off x="0" y="0"/>
          <a:ext cx="0" cy="0"/>
          <a:chOff x="0" y="0"/>
          <a:chExt cx="0" cy="0"/>
        </a:xfrm>
      </p:grpSpPr>
      <p:grpSp>
        <p:nvGrpSpPr>
          <p:cNvPr id="48" name="Google Shape;48;p8"/>
          <p:cNvGrpSpPr/>
          <p:nvPr/>
        </p:nvGrpSpPr>
        <p:grpSpPr>
          <a:xfrm rot="-6901726">
            <a:off x="-2319547" y="-2509460"/>
            <a:ext cx="10526452" cy="10365738"/>
            <a:chOff x="1132290" y="467842"/>
            <a:chExt cx="5085019" cy="4954098"/>
          </a:xfrm>
        </p:grpSpPr>
        <p:sp>
          <p:nvSpPr>
            <p:cNvPr id="49" name="Google Shape;49;p8"/>
            <p:cNvSpPr/>
            <p:nvPr/>
          </p:nvSpPr>
          <p:spPr>
            <a:xfrm rot="-1172623">
              <a:off x="1674207" y="1021347"/>
              <a:ext cx="4001184" cy="3847088"/>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8"/>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8"/>
          <p:cNvSpPr txBox="1"/>
          <p:nvPr>
            <p:ph type="title"/>
          </p:nvPr>
        </p:nvSpPr>
        <p:spPr>
          <a:xfrm>
            <a:off x="627800" y="1790250"/>
            <a:ext cx="49824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53" name="Google Shape;53;p8"/>
          <p:cNvSpPr txBox="1"/>
          <p:nvPr>
            <p:ph idx="1" type="subTitle"/>
          </p:nvPr>
        </p:nvSpPr>
        <p:spPr>
          <a:xfrm>
            <a:off x="627800" y="2632050"/>
            <a:ext cx="4982400" cy="7212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500">
                <a:solidFill>
                  <a:schemeClr val="dk1"/>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accent3"/>
        </a:solidFill>
      </p:bgPr>
    </p:bg>
    <p:spTree>
      <p:nvGrpSpPr>
        <p:cNvPr id="54" name="Shape 54"/>
        <p:cNvGrpSpPr/>
        <p:nvPr/>
      </p:nvGrpSpPr>
      <p:grpSpPr>
        <a:xfrm>
          <a:off x="0" y="0"/>
          <a:ext cx="0" cy="0"/>
          <a:chOff x="0" y="0"/>
          <a:chExt cx="0" cy="0"/>
        </a:xfrm>
      </p:grpSpPr>
      <p:grpSp>
        <p:nvGrpSpPr>
          <p:cNvPr id="55" name="Google Shape;55;p9"/>
          <p:cNvGrpSpPr/>
          <p:nvPr/>
        </p:nvGrpSpPr>
        <p:grpSpPr>
          <a:xfrm rot="1352959">
            <a:off x="-638950" y="-2952197"/>
            <a:ext cx="10421907" cy="10114552"/>
            <a:chOff x="1786775" y="1002200"/>
            <a:chExt cx="3861800" cy="3712875"/>
          </a:xfrm>
        </p:grpSpPr>
        <p:sp>
          <p:nvSpPr>
            <p:cNvPr id="56" name="Google Shape;56;p9"/>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9"/>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9"/>
          <p:cNvSpPr txBox="1"/>
          <p:nvPr>
            <p:ph type="title"/>
          </p:nvPr>
        </p:nvSpPr>
        <p:spPr>
          <a:xfrm>
            <a:off x="311688" y="448056"/>
            <a:ext cx="8520600" cy="516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4200"/>
              <a:buNone/>
              <a:defRPr>
                <a:solidFill>
                  <a:schemeClr val="accent3"/>
                </a:solidFill>
              </a:defRPr>
            </a:lvl1pPr>
            <a:lvl2pPr lvl="1" algn="ctr">
              <a:spcBef>
                <a:spcPts val="0"/>
              </a:spcBef>
              <a:spcAft>
                <a:spcPts val="0"/>
              </a:spcAft>
              <a:buClr>
                <a:schemeClr val="accent3"/>
              </a:buClr>
              <a:buSzPts val="4200"/>
              <a:buNone/>
              <a:defRPr sz="4200">
                <a:solidFill>
                  <a:schemeClr val="accent3"/>
                </a:solidFill>
              </a:defRPr>
            </a:lvl2pPr>
            <a:lvl3pPr lvl="2" algn="ctr">
              <a:spcBef>
                <a:spcPts val="0"/>
              </a:spcBef>
              <a:spcAft>
                <a:spcPts val="0"/>
              </a:spcAft>
              <a:buClr>
                <a:schemeClr val="accent3"/>
              </a:buClr>
              <a:buSzPts val="4200"/>
              <a:buNone/>
              <a:defRPr sz="4200">
                <a:solidFill>
                  <a:schemeClr val="accent3"/>
                </a:solidFill>
              </a:defRPr>
            </a:lvl3pPr>
            <a:lvl4pPr lvl="3" algn="ctr">
              <a:spcBef>
                <a:spcPts val="0"/>
              </a:spcBef>
              <a:spcAft>
                <a:spcPts val="0"/>
              </a:spcAft>
              <a:buClr>
                <a:schemeClr val="accent3"/>
              </a:buClr>
              <a:buSzPts val="4200"/>
              <a:buNone/>
              <a:defRPr sz="4200">
                <a:solidFill>
                  <a:schemeClr val="accent3"/>
                </a:solidFill>
              </a:defRPr>
            </a:lvl4pPr>
            <a:lvl5pPr lvl="4" algn="ctr">
              <a:spcBef>
                <a:spcPts val="0"/>
              </a:spcBef>
              <a:spcAft>
                <a:spcPts val="0"/>
              </a:spcAft>
              <a:buClr>
                <a:schemeClr val="accent3"/>
              </a:buClr>
              <a:buSzPts val="4200"/>
              <a:buNone/>
              <a:defRPr sz="4200">
                <a:solidFill>
                  <a:schemeClr val="accent3"/>
                </a:solidFill>
              </a:defRPr>
            </a:lvl5pPr>
            <a:lvl6pPr lvl="5" algn="ctr">
              <a:spcBef>
                <a:spcPts val="0"/>
              </a:spcBef>
              <a:spcAft>
                <a:spcPts val="0"/>
              </a:spcAft>
              <a:buClr>
                <a:schemeClr val="accent3"/>
              </a:buClr>
              <a:buSzPts val="4200"/>
              <a:buNone/>
              <a:defRPr sz="4200">
                <a:solidFill>
                  <a:schemeClr val="accent3"/>
                </a:solidFill>
              </a:defRPr>
            </a:lvl6pPr>
            <a:lvl7pPr lvl="6" algn="ctr">
              <a:spcBef>
                <a:spcPts val="0"/>
              </a:spcBef>
              <a:spcAft>
                <a:spcPts val="0"/>
              </a:spcAft>
              <a:buClr>
                <a:schemeClr val="accent3"/>
              </a:buClr>
              <a:buSzPts val="4200"/>
              <a:buNone/>
              <a:defRPr sz="4200">
                <a:solidFill>
                  <a:schemeClr val="accent3"/>
                </a:solidFill>
              </a:defRPr>
            </a:lvl7pPr>
            <a:lvl8pPr lvl="7" algn="ctr">
              <a:spcBef>
                <a:spcPts val="0"/>
              </a:spcBef>
              <a:spcAft>
                <a:spcPts val="0"/>
              </a:spcAft>
              <a:buClr>
                <a:schemeClr val="accent3"/>
              </a:buClr>
              <a:buSzPts val="4200"/>
              <a:buNone/>
              <a:defRPr sz="4200">
                <a:solidFill>
                  <a:schemeClr val="accent3"/>
                </a:solidFill>
              </a:defRPr>
            </a:lvl8pPr>
            <a:lvl9pPr lvl="8" algn="ctr">
              <a:spcBef>
                <a:spcPts val="0"/>
              </a:spcBef>
              <a:spcAft>
                <a:spcPts val="0"/>
              </a:spcAft>
              <a:buClr>
                <a:schemeClr val="accent3"/>
              </a:buClr>
              <a:buSzPts val="4200"/>
              <a:buNone/>
              <a:defRPr sz="4200">
                <a:solidFill>
                  <a:schemeClr val="accent3"/>
                </a:solidFill>
              </a:defRPr>
            </a:lvl9pPr>
          </a:lstStyle>
          <a:p/>
        </p:txBody>
      </p:sp>
      <p:sp>
        <p:nvSpPr>
          <p:cNvPr id="60" name="Google Shape;60;p9"/>
          <p:cNvSpPr txBox="1"/>
          <p:nvPr>
            <p:ph idx="1" type="subTitle"/>
          </p:nvPr>
        </p:nvSpPr>
        <p:spPr>
          <a:xfrm>
            <a:off x="916062" y="4010475"/>
            <a:ext cx="2682900" cy="59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2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10"/>
          <p:cNvSpPr txBox="1"/>
          <p:nvPr>
            <p:ph idx="1" type="body"/>
          </p:nvPr>
        </p:nvSpPr>
        <p:spPr>
          <a:xfrm>
            <a:off x="1202875" y="1025725"/>
            <a:ext cx="6738300" cy="1359600"/>
          </a:xfrm>
          <a:prstGeom prst="rect">
            <a:avLst/>
          </a:prstGeom>
        </p:spPr>
        <p:txBody>
          <a:bodyPr anchorCtr="0" anchor="t" bIns="91425" lIns="91425" spcFirstLastPara="1" rIns="91425" wrap="square" tIns="91425">
            <a:noAutofit/>
          </a:bodyPr>
          <a:lstStyle>
            <a:lvl1pPr indent="-228600" lvl="0" marL="457200" algn="ctr">
              <a:lnSpc>
                <a:spcPct val="100000"/>
              </a:lnSpc>
              <a:spcBef>
                <a:spcPts val="0"/>
              </a:spcBef>
              <a:spcAft>
                <a:spcPts val="0"/>
              </a:spcAft>
              <a:buSzPts val="1800"/>
              <a:buNone/>
              <a:defRPr sz="2600">
                <a:solidFill>
                  <a:schemeClr val="accent3"/>
                </a:solidFill>
                <a:latin typeface="Fredoka One"/>
                <a:ea typeface="Fredoka One"/>
                <a:cs typeface="Fredoka One"/>
                <a:sym typeface="Fredoka One"/>
              </a:defRPr>
            </a:lvl1pPr>
          </a:lstStyle>
          <a:p/>
        </p:txBody>
      </p:sp>
      <p:sp>
        <p:nvSpPr>
          <p:cNvPr id="63" name="Google Shape;63;p10"/>
          <p:cNvSpPr txBox="1"/>
          <p:nvPr>
            <p:ph type="title"/>
          </p:nvPr>
        </p:nvSpPr>
        <p:spPr>
          <a:xfrm>
            <a:off x="2860875" y="2486020"/>
            <a:ext cx="3422100" cy="34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2100">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 name="Google Shape;64;p10"/>
          <p:cNvSpPr/>
          <p:nvPr/>
        </p:nvSpPr>
        <p:spPr>
          <a:xfrm rot="4368625">
            <a:off x="8372040" y="3442794"/>
            <a:ext cx="349198" cy="349198"/>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p:nvPr/>
        </p:nvSpPr>
        <p:spPr>
          <a:xfrm rot="4357755">
            <a:off x="8166845" y="3324003"/>
            <a:ext cx="122591" cy="122591"/>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p:nvPr/>
        </p:nvSpPr>
        <p:spPr>
          <a:xfrm>
            <a:off x="551550" y="405250"/>
            <a:ext cx="573900" cy="573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0"/>
          <p:cNvSpPr/>
          <p:nvPr/>
        </p:nvSpPr>
        <p:spPr>
          <a:xfrm>
            <a:off x="455550" y="979150"/>
            <a:ext cx="134400" cy="13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p:nvPr/>
        </p:nvSpPr>
        <p:spPr>
          <a:xfrm>
            <a:off x="8596175" y="315100"/>
            <a:ext cx="225000" cy="224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grpSp>
        <p:nvGrpSpPr>
          <p:cNvPr id="70" name="Google Shape;70;p11"/>
          <p:cNvGrpSpPr/>
          <p:nvPr/>
        </p:nvGrpSpPr>
        <p:grpSpPr>
          <a:xfrm rot="2506023">
            <a:off x="1274638" y="-703256"/>
            <a:ext cx="6812756" cy="6550031"/>
            <a:chOff x="1786775" y="1002200"/>
            <a:chExt cx="3861800" cy="3712875"/>
          </a:xfrm>
        </p:grpSpPr>
        <p:sp>
          <p:nvSpPr>
            <p:cNvPr id="71" name="Google Shape;71;p11"/>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 name="Google Shape;74;p11"/>
          <p:cNvSpPr txBox="1"/>
          <p:nvPr>
            <p:ph hasCustomPrompt="1" type="title"/>
          </p:nvPr>
        </p:nvSpPr>
        <p:spPr>
          <a:xfrm>
            <a:off x="1327050" y="1598088"/>
            <a:ext cx="6489900" cy="1318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5000">
                <a:solidFill>
                  <a:schemeClr val="l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5" name="Google Shape;75;p11"/>
          <p:cNvSpPr txBox="1"/>
          <p:nvPr>
            <p:ph idx="1" type="subTitle"/>
          </p:nvPr>
        </p:nvSpPr>
        <p:spPr>
          <a:xfrm>
            <a:off x="1327050" y="2945463"/>
            <a:ext cx="6489900" cy="47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title">
  <p:cSld name="CUSTOM">
    <p:spTree>
      <p:nvGrpSpPr>
        <p:cNvPr id="77" name="Shape 77"/>
        <p:cNvGrpSpPr/>
        <p:nvPr/>
      </p:nvGrpSpPr>
      <p:grpSpPr>
        <a:xfrm>
          <a:off x="0" y="0"/>
          <a:ext cx="0" cy="0"/>
          <a:chOff x="0" y="0"/>
          <a:chExt cx="0" cy="0"/>
        </a:xfrm>
      </p:grpSpPr>
      <p:sp>
        <p:nvSpPr>
          <p:cNvPr id="78" name="Google Shape;78;p13"/>
          <p:cNvSpPr/>
          <p:nvPr/>
        </p:nvSpPr>
        <p:spPr>
          <a:xfrm rot="277699">
            <a:off x="611389" y="-2396143"/>
            <a:ext cx="10332728" cy="9979420"/>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txBox="1"/>
          <p:nvPr>
            <p:ph type="title"/>
          </p:nvPr>
        </p:nvSpPr>
        <p:spPr>
          <a:xfrm>
            <a:off x="723900" y="448056"/>
            <a:ext cx="23148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solidFill>
                  <a:schemeClr val="accent3"/>
                </a:solidFill>
                <a:latin typeface="Fredoka One"/>
                <a:ea typeface="Fredoka One"/>
                <a:cs typeface="Fredoka One"/>
                <a:sym typeface="Fredok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
    <p:bg>
      <p:bgPr>
        <a:solidFill>
          <a:schemeClr val="accent3"/>
        </a:solidFill>
      </p:bgPr>
    </p:bg>
    <p:spTree>
      <p:nvGrpSpPr>
        <p:cNvPr id="80" name="Shape 80"/>
        <p:cNvGrpSpPr/>
        <p:nvPr/>
      </p:nvGrpSpPr>
      <p:grpSpPr>
        <a:xfrm>
          <a:off x="0" y="0"/>
          <a:ext cx="0" cy="0"/>
          <a:chOff x="0" y="0"/>
          <a:chExt cx="0" cy="0"/>
        </a:xfrm>
      </p:grpSpPr>
      <p:grpSp>
        <p:nvGrpSpPr>
          <p:cNvPr id="81" name="Google Shape;81;p14"/>
          <p:cNvGrpSpPr/>
          <p:nvPr/>
        </p:nvGrpSpPr>
        <p:grpSpPr>
          <a:xfrm rot="1351513">
            <a:off x="-417957" y="-2365234"/>
            <a:ext cx="9979855" cy="9594854"/>
            <a:chOff x="1786775" y="1002200"/>
            <a:chExt cx="3861800" cy="3712875"/>
          </a:xfrm>
        </p:grpSpPr>
        <p:sp>
          <p:nvSpPr>
            <p:cNvPr id="82" name="Google Shape;82;p14"/>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 name="Google Shape;8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2800"/>
              <a:buNone/>
              <a:defRPr>
                <a:solidFill>
                  <a:schemeClr val="accent3"/>
                </a:solidFill>
                <a:latin typeface="Fredoka One"/>
                <a:ea typeface="Fredoka One"/>
                <a:cs typeface="Fredoka One"/>
                <a:sym typeface="Fredoka One"/>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text">
  <p:cSld name="CUSTOM_2">
    <p:bg>
      <p:bgPr>
        <a:solidFill>
          <a:schemeClr val="accent3"/>
        </a:solidFill>
      </p:bgPr>
    </p:bg>
    <p:spTree>
      <p:nvGrpSpPr>
        <p:cNvPr id="86" name="Shape 86"/>
        <p:cNvGrpSpPr/>
        <p:nvPr/>
      </p:nvGrpSpPr>
      <p:grpSpPr>
        <a:xfrm>
          <a:off x="0" y="0"/>
          <a:ext cx="0" cy="0"/>
          <a:chOff x="0" y="0"/>
          <a:chExt cx="0" cy="0"/>
        </a:xfrm>
      </p:grpSpPr>
      <p:grpSp>
        <p:nvGrpSpPr>
          <p:cNvPr id="87" name="Google Shape;87;p15"/>
          <p:cNvGrpSpPr/>
          <p:nvPr/>
        </p:nvGrpSpPr>
        <p:grpSpPr>
          <a:xfrm flipH="1" rot="-2808582">
            <a:off x="-769895" y="-1911250"/>
            <a:ext cx="9580815" cy="9304939"/>
            <a:chOff x="1786775" y="1002200"/>
            <a:chExt cx="3861800" cy="3712875"/>
          </a:xfrm>
        </p:grpSpPr>
        <p:sp>
          <p:nvSpPr>
            <p:cNvPr id="88" name="Google Shape;88;p15"/>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2800"/>
              <a:buNone/>
              <a:defRPr>
                <a:solidFill>
                  <a:schemeClr val="accent3"/>
                </a:solidFill>
                <a:latin typeface="Fredoka One"/>
                <a:ea typeface="Fredoka One"/>
                <a:cs typeface="Fredoka One"/>
                <a:sym typeface="Fredoka One"/>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
        <p:nvSpPr>
          <p:cNvPr id="92" name="Google Shape;92;p15"/>
          <p:cNvSpPr txBox="1"/>
          <p:nvPr>
            <p:ph idx="1" type="subTitle"/>
          </p:nvPr>
        </p:nvSpPr>
        <p:spPr>
          <a:xfrm>
            <a:off x="940975" y="3925075"/>
            <a:ext cx="2421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5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5"/>
          <p:cNvSpPr txBox="1"/>
          <p:nvPr>
            <p:ph idx="2" type="subTitle"/>
          </p:nvPr>
        </p:nvSpPr>
        <p:spPr>
          <a:xfrm>
            <a:off x="940975" y="2766850"/>
            <a:ext cx="2421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5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4" name="Google Shape;94;p15"/>
          <p:cNvSpPr txBox="1"/>
          <p:nvPr>
            <p:ph idx="3" type="subTitle"/>
          </p:nvPr>
        </p:nvSpPr>
        <p:spPr>
          <a:xfrm>
            <a:off x="940975" y="1608625"/>
            <a:ext cx="2421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5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5" name="Google Shape;95;p15"/>
          <p:cNvSpPr txBox="1"/>
          <p:nvPr>
            <p:ph idx="4" type="subTitle"/>
          </p:nvPr>
        </p:nvSpPr>
        <p:spPr>
          <a:xfrm>
            <a:off x="940975" y="3507650"/>
            <a:ext cx="24213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rgbClr val="A5B7C6"/>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6" name="Google Shape;96;p15"/>
          <p:cNvSpPr txBox="1"/>
          <p:nvPr>
            <p:ph idx="5" type="subTitle"/>
          </p:nvPr>
        </p:nvSpPr>
        <p:spPr>
          <a:xfrm>
            <a:off x="940975" y="2338750"/>
            <a:ext cx="24213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rgbClr val="445D7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 name="Google Shape;97;p15"/>
          <p:cNvSpPr txBox="1"/>
          <p:nvPr>
            <p:ph idx="6" type="subTitle"/>
          </p:nvPr>
        </p:nvSpPr>
        <p:spPr>
          <a:xfrm>
            <a:off x="940975" y="1169850"/>
            <a:ext cx="24213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3"/>
              </a:buClr>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Clr>
                <a:schemeClr val="accent3"/>
              </a:buClr>
              <a:buSzPts val="2800"/>
              <a:buNone/>
              <a:defRPr sz="2800">
                <a:solidFill>
                  <a:schemeClr val="accent3"/>
                </a:solidFill>
              </a:defRPr>
            </a:lvl2pPr>
            <a:lvl3pPr lvl="2" rtl="0" algn="ctr">
              <a:lnSpc>
                <a:spcPct val="100000"/>
              </a:lnSpc>
              <a:spcBef>
                <a:spcPts val="0"/>
              </a:spcBef>
              <a:spcAft>
                <a:spcPts val="0"/>
              </a:spcAft>
              <a:buClr>
                <a:schemeClr val="accent3"/>
              </a:buClr>
              <a:buSzPts val="2800"/>
              <a:buNone/>
              <a:defRPr sz="2800">
                <a:solidFill>
                  <a:schemeClr val="accent3"/>
                </a:solidFill>
              </a:defRPr>
            </a:lvl3pPr>
            <a:lvl4pPr lvl="3" rtl="0" algn="ctr">
              <a:lnSpc>
                <a:spcPct val="100000"/>
              </a:lnSpc>
              <a:spcBef>
                <a:spcPts val="0"/>
              </a:spcBef>
              <a:spcAft>
                <a:spcPts val="0"/>
              </a:spcAft>
              <a:buClr>
                <a:schemeClr val="accent3"/>
              </a:buClr>
              <a:buSzPts val="2800"/>
              <a:buNone/>
              <a:defRPr sz="2800">
                <a:solidFill>
                  <a:schemeClr val="accent3"/>
                </a:solidFill>
              </a:defRPr>
            </a:lvl4pPr>
            <a:lvl5pPr lvl="4" rtl="0" algn="ctr">
              <a:lnSpc>
                <a:spcPct val="100000"/>
              </a:lnSpc>
              <a:spcBef>
                <a:spcPts val="0"/>
              </a:spcBef>
              <a:spcAft>
                <a:spcPts val="0"/>
              </a:spcAft>
              <a:buClr>
                <a:schemeClr val="accent3"/>
              </a:buClr>
              <a:buSzPts val="2800"/>
              <a:buNone/>
              <a:defRPr sz="2800">
                <a:solidFill>
                  <a:schemeClr val="accent3"/>
                </a:solidFill>
              </a:defRPr>
            </a:lvl5pPr>
            <a:lvl6pPr lvl="5" rtl="0" algn="ctr">
              <a:lnSpc>
                <a:spcPct val="100000"/>
              </a:lnSpc>
              <a:spcBef>
                <a:spcPts val="0"/>
              </a:spcBef>
              <a:spcAft>
                <a:spcPts val="0"/>
              </a:spcAft>
              <a:buClr>
                <a:schemeClr val="accent3"/>
              </a:buClr>
              <a:buSzPts val="2800"/>
              <a:buNone/>
              <a:defRPr sz="2800">
                <a:solidFill>
                  <a:schemeClr val="accent3"/>
                </a:solidFill>
              </a:defRPr>
            </a:lvl6pPr>
            <a:lvl7pPr lvl="6" rtl="0" algn="ctr">
              <a:lnSpc>
                <a:spcPct val="100000"/>
              </a:lnSpc>
              <a:spcBef>
                <a:spcPts val="0"/>
              </a:spcBef>
              <a:spcAft>
                <a:spcPts val="0"/>
              </a:spcAft>
              <a:buClr>
                <a:schemeClr val="accent3"/>
              </a:buClr>
              <a:buSzPts val="2800"/>
              <a:buNone/>
              <a:defRPr sz="2800">
                <a:solidFill>
                  <a:schemeClr val="accent3"/>
                </a:solidFill>
              </a:defRPr>
            </a:lvl7pPr>
            <a:lvl8pPr lvl="7" rtl="0" algn="ctr">
              <a:lnSpc>
                <a:spcPct val="100000"/>
              </a:lnSpc>
              <a:spcBef>
                <a:spcPts val="0"/>
              </a:spcBef>
              <a:spcAft>
                <a:spcPts val="0"/>
              </a:spcAft>
              <a:buClr>
                <a:schemeClr val="accent3"/>
              </a:buClr>
              <a:buSzPts val="2800"/>
              <a:buNone/>
              <a:defRPr sz="2800">
                <a:solidFill>
                  <a:schemeClr val="accent3"/>
                </a:solidFill>
              </a:defRPr>
            </a:lvl8pPr>
            <a:lvl9pPr lvl="8" rtl="0" algn="ctr">
              <a:lnSpc>
                <a:spcPct val="100000"/>
              </a:lnSpc>
              <a:spcBef>
                <a:spcPts val="0"/>
              </a:spcBef>
              <a:spcAft>
                <a:spcPts val="0"/>
              </a:spcAft>
              <a:buClr>
                <a:schemeClr val="accent3"/>
              </a:buClr>
              <a:buSzPts val="2800"/>
              <a:buNone/>
              <a:defRPr sz="2800">
                <a:solidFill>
                  <a:schemeClr val="accent3"/>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text lines">
  <p:cSld name="CUSTOM_3">
    <p:spTree>
      <p:nvGrpSpPr>
        <p:cNvPr id="98" name="Shape 98"/>
        <p:cNvGrpSpPr/>
        <p:nvPr/>
      </p:nvGrpSpPr>
      <p:grpSpPr>
        <a:xfrm>
          <a:off x="0" y="0"/>
          <a:ext cx="0" cy="0"/>
          <a:chOff x="0" y="0"/>
          <a:chExt cx="0" cy="0"/>
        </a:xfrm>
      </p:grpSpPr>
      <p:grpSp>
        <p:nvGrpSpPr>
          <p:cNvPr id="99" name="Google Shape;99;p16"/>
          <p:cNvGrpSpPr/>
          <p:nvPr/>
        </p:nvGrpSpPr>
        <p:grpSpPr>
          <a:xfrm rot="1351459">
            <a:off x="211922" y="-2403121"/>
            <a:ext cx="9565900" cy="9196519"/>
            <a:chOff x="1786775" y="1002200"/>
            <a:chExt cx="3861800" cy="3712875"/>
          </a:xfrm>
        </p:grpSpPr>
        <p:sp>
          <p:nvSpPr>
            <p:cNvPr id="100" name="Google Shape;100;p16"/>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rgbClr val="FFFFFF"/>
                </a:solidFill>
                <a:latin typeface="Fredoka One"/>
                <a:ea typeface="Fredoka One"/>
                <a:cs typeface="Fredoka One"/>
                <a:sym typeface="Fredok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16"/>
          <p:cNvSpPr txBox="1"/>
          <p:nvPr>
            <p:ph idx="1" type="subTitle"/>
          </p:nvPr>
        </p:nvSpPr>
        <p:spPr>
          <a:xfrm>
            <a:off x="556807" y="3580886"/>
            <a:ext cx="2219700" cy="669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5" name="Google Shape;105;p16"/>
          <p:cNvSpPr txBox="1"/>
          <p:nvPr>
            <p:ph idx="2" type="subTitle"/>
          </p:nvPr>
        </p:nvSpPr>
        <p:spPr>
          <a:xfrm>
            <a:off x="6279880" y="2060361"/>
            <a:ext cx="22197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rgbClr val="FFFFFF"/>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6" name="Google Shape;106;p16"/>
          <p:cNvSpPr txBox="1"/>
          <p:nvPr>
            <p:ph idx="3" type="subTitle"/>
          </p:nvPr>
        </p:nvSpPr>
        <p:spPr>
          <a:xfrm>
            <a:off x="552702" y="2060361"/>
            <a:ext cx="2219700" cy="669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400">
                <a:solidFill>
                  <a:srgbClr val="FFFFFF"/>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7" name="Google Shape;107;p16"/>
          <p:cNvSpPr txBox="1"/>
          <p:nvPr>
            <p:ph idx="4" type="subTitle"/>
          </p:nvPr>
        </p:nvSpPr>
        <p:spPr>
          <a:xfrm>
            <a:off x="552707" y="3260336"/>
            <a:ext cx="2219700" cy="428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8" name="Google Shape;108;p16"/>
          <p:cNvSpPr txBox="1"/>
          <p:nvPr>
            <p:ph idx="5" type="subTitle"/>
          </p:nvPr>
        </p:nvSpPr>
        <p:spPr>
          <a:xfrm>
            <a:off x="6279880" y="1710961"/>
            <a:ext cx="22197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9" name="Google Shape;109;p16"/>
          <p:cNvSpPr txBox="1"/>
          <p:nvPr>
            <p:ph idx="6" type="subTitle"/>
          </p:nvPr>
        </p:nvSpPr>
        <p:spPr>
          <a:xfrm>
            <a:off x="552702" y="1710961"/>
            <a:ext cx="2219700" cy="428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0" name="Google Shape;110;p16"/>
          <p:cNvSpPr txBox="1"/>
          <p:nvPr>
            <p:ph idx="7" type="subTitle"/>
          </p:nvPr>
        </p:nvSpPr>
        <p:spPr>
          <a:xfrm>
            <a:off x="6279880" y="3580874"/>
            <a:ext cx="22197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rgbClr val="FFFFFF"/>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1" name="Google Shape;111;p16"/>
          <p:cNvSpPr txBox="1"/>
          <p:nvPr>
            <p:ph idx="8" type="subTitle"/>
          </p:nvPr>
        </p:nvSpPr>
        <p:spPr>
          <a:xfrm>
            <a:off x="6279880" y="3239399"/>
            <a:ext cx="22197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s and descriptions">
  <p:cSld name="CUSTOM_4">
    <p:bg>
      <p:bgPr>
        <a:solidFill>
          <a:schemeClr val="accent3"/>
        </a:solidFill>
      </p:bgPr>
    </p:bg>
    <p:spTree>
      <p:nvGrpSpPr>
        <p:cNvPr id="112" name="Shape 112"/>
        <p:cNvGrpSpPr/>
        <p:nvPr/>
      </p:nvGrpSpPr>
      <p:grpSpPr>
        <a:xfrm>
          <a:off x="0" y="0"/>
          <a:ext cx="0" cy="0"/>
          <a:chOff x="0" y="0"/>
          <a:chExt cx="0" cy="0"/>
        </a:xfrm>
      </p:grpSpPr>
      <p:sp>
        <p:nvSpPr>
          <p:cNvPr id="113" name="Google Shape;11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rgbClr val="FFFF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4" name="Google Shape;114;p17"/>
          <p:cNvSpPr txBox="1"/>
          <p:nvPr>
            <p:ph idx="1" type="subTitle"/>
          </p:nvPr>
        </p:nvSpPr>
        <p:spPr>
          <a:xfrm>
            <a:off x="656250" y="2233331"/>
            <a:ext cx="2421300" cy="66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5" name="Google Shape;115;p17"/>
          <p:cNvSpPr txBox="1"/>
          <p:nvPr>
            <p:ph idx="2" type="subTitle"/>
          </p:nvPr>
        </p:nvSpPr>
        <p:spPr>
          <a:xfrm>
            <a:off x="656250" y="1898831"/>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p17"/>
          <p:cNvSpPr txBox="1"/>
          <p:nvPr>
            <p:ph idx="3" type="subTitle"/>
          </p:nvPr>
        </p:nvSpPr>
        <p:spPr>
          <a:xfrm>
            <a:off x="3361350" y="2233331"/>
            <a:ext cx="2421300" cy="66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7" name="Google Shape;117;p17"/>
          <p:cNvSpPr txBox="1"/>
          <p:nvPr>
            <p:ph idx="4" type="subTitle"/>
          </p:nvPr>
        </p:nvSpPr>
        <p:spPr>
          <a:xfrm>
            <a:off x="3361350" y="1898831"/>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17"/>
          <p:cNvSpPr txBox="1"/>
          <p:nvPr>
            <p:ph idx="5" type="subTitle"/>
          </p:nvPr>
        </p:nvSpPr>
        <p:spPr>
          <a:xfrm>
            <a:off x="6066450" y="2233331"/>
            <a:ext cx="2421300" cy="66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9" name="Google Shape;119;p17"/>
          <p:cNvSpPr txBox="1"/>
          <p:nvPr>
            <p:ph idx="6" type="subTitle"/>
          </p:nvPr>
        </p:nvSpPr>
        <p:spPr>
          <a:xfrm>
            <a:off x="6066450" y="1898831"/>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0" name="Google Shape;120;p17"/>
          <p:cNvSpPr txBox="1"/>
          <p:nvPr>
            <p:ph idx="7" type="subTitle"/>
          </p:nvPr>
        </p:nvSpPr>
        <p:spPr>
          <a:xfrm>
            <a:off x="656250" y="4084725"/>
            <a:ext cx="2421300" cy="66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1" name="Google Shape;121;p17"/>
          <p:cNvSpPr txBox="1"/>
          <p:nvPr>
            <p:ph idx="8" type="subTitle"/>
          </p:nvPr>
        </p:nvSpPr>
        <p:spPr>
          <a:xfrm>
            <a:off x="656250" y="3739661"/>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17"/>
          <p:cNvSpPr txBox="1"/>
          <p:nvPr>
            <p:ph idx="9" type="subTitle"/>
          </p:nvPr>
        </p:nvSpPr>
        <p:spPr>
          <a:xfrm>
            <a:off x="3361350" y="4084725"/>
            <a:ext cx="2421300" cy="66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3" name="Google Shape;123;p17"/>
          <p:cNvSpPr txBox="1"/>
          <p:nvPr>
            <p:ph idx="13" type="subTitle"/>
          </p:nvPr>
        </p:nvSpPr>
        <p:spPr>
          <a:xfrm>
            <a:off x="3361350" y="3739661"/>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4" name="Google Shape;124;p17"/>
          <p:cNvSpPr txBox="1"/>
          <p:nvPr>
            <p:ph idx="14" type="subTitle"/>
          </p:nvPr>
        </p:nvSpPr>
        <p:spPr>
          <a:xfrm>
            <a:off x="6066450" y="4084725"/>
            <a:ext cx="2421300" cy="66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5" name="Google Shape;125;p17"/>
          <p:cNvSpPr txBox="1"/>
          <p:nvPr>
            <p:ph idx="15" type="subTitle"/>
          </p:nvPr>
        </p:nvSpPr>
        <p:spPr>
          <a:xfrm>
            <a:off x="6066450" y="3739661"/>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17"/>
          <p:cNvSpPr txBox="1"/>
          <p:nvPr>
            <p:ph hasCustomPrompt="1" idx="16" type="title"/>
          </p:nvPr>
        </p:nvSpPr>
        <p:spPr>
          <a:xfrm>
            <a:off x="1532300" y="1242775"/>
            <a:ext cx="669000" cy="669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27" name="Google Shape;127;p17"/>
          <p:cNvSpPr txBox="1"/>
          <p:nvPr>
            <p:ph hasCustomPrompt="1" idx="17" type="title"/>
          </p:nvPr>
        </p:nvSpPr>
        <p:spPr>
          <a:xfrm>
            <a:off x="1532300" y="3084425"/>
            <a:ext cx="669000" cy="669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28" name="Google Shape;128;p17"/>
          <p:cNvSpPr txBox="1"/>
          <p:nvPr>
            <p:ph hasCustomPrompt="1" idx="18" type="title"/>
          </p:nvPr>
        </p:nvSpPr>
        <p:spPr>
          <a:xfrm>
            <a:off x="4237450" y="1242825"/>
            <a:ext cx="669000" cy="669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29" name="Google Shape;129;p17"/>
          <p:cNvSpPr txBox="1"/>
          <p:nvPr>
            <p:ph hasCustomPrompt="1" idx="19" type="title"/>
          </p:nvPr>
        </p:nvSpPr>
        <p:spPr>
          <a:xfrm>
            <a:off x="4237500" y="3084425"/>
            <a:ext cx="669000" cy="669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30" name="Google Shape;130;p17"/>
          <p:cNvSpPr txBox="1"/>
          <p:nvPr>
            <p:ph hasCustomPrompt="1" idx="20" type="title"/>
          </p:nvPr>
        </p:nvSpPr>
        <p:spPr>
          <a:xfrm>
            <a:off x="6942450" y="1242825"/>
            <a:ext cx="669000" cy="669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31" name="Google Shape;131;p17"/>
          <p:cNvSpPr txBox="1"/>
          <p:nvPr>
            <p:ph hasCustomPrompt="1" idx="21" type="title"/>
          </p:nvPr>
        </p:nvSpPr>
        <p:spPr>
          <a:xfrm>
            <a:off x="6942300" y="3084425"/>
            <a:ext cx="669300" cy="669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
    <p:bg>
      <p:bgPr>
        <a:solidFill>
          <a:schemeClr val="lt1"/>
        </a:solidFill>
      </p:bgPr>
    </p:bg>
    <p:spTree>
      <p:nvGrpSpPr>
        <p:cNvPr id="132" name="Shape 132"/>
        <p:cNvGrpSpPr/>
        <p:nvPr/>
      </p:nvGrpSpPr>
      <p:grpSpPr>
        <a:xfrm>
          <a:off x="0" y="0"/>
          <a:ext cx="0" cy="0"/>
          <a:chOff x="0" y="0"/>
          <a:chExt cx="0" cy="0"/>
        </a:xfrm>
      </p:grpSpPr>
      <p:sp>
        <p:nvSpPr>
          <p:cNvPr id="133" name="Google Shape;133;p18"/>
          <p:cNvSpPr txBox="1"/>
          <p:nvPr>
            <p:ph type="title"/>
          </p:nvPr>
        </p:nvSpPr>
        <p:spPr>
          <a:xfrm>
            <a:off x="1067250" y="445025"/>
            <a:ext cx="7009500" cy="5412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chemeClr val="accent3"/>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34" name="Shape 134"/>
        <p:cNvGrpSpPr/>
        <p:nvPr/>
      </p:nvGrpSpPr>
      <p:grpSpPr>
        <a:xfrm>
          <a:off x="0" y="0"/>
          <a:ext cx="0" cy="0"/>
          <a:chOff x="0" y="0"/>
          <a:chExt cx="0" cy="0"/>
        </a:xfrm>
      </p:grpSpPr>
      <p:sp>
        <p:nvSpPr>
          <p:cNvPr id="135" name="Google Shape;135;p19"/>
          <p:cNvSpPr/>
          <p:nvPr/>
        </p:nvSpPr>
        <p:spPr>
          <a:xfrm rot="2700000">
            <a:off x="310820" y="-1989511"/>
            <a:ext cx="9163700" cy="868639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FFFFFF"/>
              </a:buClr>
              <a:buSzPts val="2800"/>
              <a:buNone/>
              <a:defRPr>
                <a:solidFill>
                  <a:srgbClr val="FFFFFF"/>
                </a:solidFill>
              </a:defRPr>
            </a:lvl1pPr>
            <a:lvl2pPr lvl="1" algn="ctr">
              <a:spcBef>
                <a:spcPts val="0"/>
              </a:spcBef>
              <a:spcAft>
                <a:spcPts val="0"/>
              </a:spcAft>
              <a:buClr>
                <a:srgbClr val="FFFFFF"/>
              </a:buClr>
              <a:buSzPts val="2800"/>
              <a:buNone/>
              <a:defRPr>
                <a:solidFill>
                  <a:srgbClr val="FFFFFF"/>
                </a:solidFill>
              </a:defRPr>
            </a:lvl2pPr>
            <a:lvl3pPr lvl="2" algn="ctr">
              <a:spcBef>
                <a:spcPts val="0"/>
              </a:spcBef>
              <a:spcAft>
                <a:spcPts val="0"/>
              </a:spcAft>
              <a:buClr>
                <a:srgbClr val="FFFFFF"/>
              </a:buClr>
              <a:buSzPts val="2800"/>
              <a:buNone/>
              <a:defRPr>
                <a:solidFill>
                  <a:srgbClr val="FFFFFF"/>
                </a:solidFill>
              </a:defRPr>
            </a:lvl3pPr>
            <a:lvl4pPr lvl="3" algn="ctr">
              <a:spcBef>
                <a:spcPts val="0"/>
              </a:spcBef>
              <a:spcAft>
                <a:spcPts val="0"/>
              </a:spcAft>
              <a:buClr>
                <a:srgbClr val="FFFFFF"/>
              </a:buClr>
              <a:buSzPts val="2800"/>
              <a:buNone/>
              <a:defRPr>
                <a:solidFill>
                  <a:srgbClr val="FFFFFF"/>
                </a:solidFill>
              </a:defRPr>
            </a:lvl4pPr>
            <a:lvl5pPr lvl="4" algn="ctr">
              <a:spcBef>
                <a:spcPts val="0"/>
              </a:spcBef>
              <a:spcAft>
                <a:spcPts val="0"/>
              </a:spcAft>
              <a:buClr>
                <a:srgbClr val="FFFFFF"/>
              </a:buClr>
              <a:buSzPts val="2800"/>
              <a:buNone/>
              <a:defRPr>
                <a:solidFill>
                  <a:srgbClr val="FFFFFF"/>
                </a:solidFill>
              </a:defRPr>
            </a:lvl5pPr>
            <a:lvl6pPr lvl="5" algn="ctr">
              <a:spcBef>
                <a:spcPts val="0"/>
              </a:spcBef>
              <a:spcAft>
                <a:spcPts val="0"/>
              </a:spcAft>
              <a:buClr>
                <a:srgbClr val="FFFFFF"/>
              </a:buClr>
              <a:buSzPts val="2800"/>
              <a:buNone/>
              <a:defRPr>
                <a:solidFill>
                  <a:srgbClr val="FFFFFF"/>
                </a:solidFill>
              </a:defRPr>
            </a:lvl6pPr>
            <a:lvl7pPr lvl="6" algn="ctr">
              <a:spcBef>
                <a:spcPts val="0"/>
              </a:spcBef>
              <a:spcAft>
                <a:spcPts val="0"/>
              </a:spcAft>
              <a:buClr>
                <a:srgbClr val="FFFFFF"/>
              </a:buClr>
              <a:buSzPts val="2800"/>
              <a:buNone/>
              <a:defRPr>
                <a:solidFill>
                  <a:srgbClr val="FFFFFF"/>
                </a:solidFill>
              </a:defRPr>
            </a:lvl7pPr>
            <a:lvl8pPr lvl="7" algn="ctr">
              <a:spcBef>
                <a:spcPts val="0"/>
              </a:spcBef>
              <a:spcAft>
                <a:spcPts val="0"/>
              </a:spcAft>
              <a:buClr>
                <a:srgbClr val="FFFFFF"/>
              </a:buClr>
              <a:buSzPts val="2800"/>
              <a:buNone/>
              <a:defRPr>
                <a:solidFill>
                  <a:srgbClr val="FFFFFF"/>
                </a:solidFill>
              </a:defRPr>
            </a:lvl8pPr>
            <a:lvl9pPr lvl="8" algn="ctr">
              <a:spcBef>
                <a:spcPts val="0"/>
              </a:spcBef>
              <a:spcAft>
                <a:spcPts val="0"/>
              </a:spcAft>
              <a:buClr>
                <a:srgbClr val="FFFFFF"/>
              </a:buClr>
              <a:buSzPts val="2800"/>
              <a:buNone/>
              <a:defRPr>
                <a:solidFill>
                  <a:srgbClr val="FFFFFF"/>
                </a:solidFill>
              </a:defRPr>
            </a:lvl9pPr>
          </a:lstStyle>
          <a:p/>
        </p:txBody>
      </p:sp>
      <p:sp>
        <p:nvSpPr>
          <p:cNvPr id="137" name="Google Shape;137;p19"/>
          <p:cNvSpPr txBox="1"/>
          <p:nvPr>
            <p:ph idx="1" type="subTitle"/>
          </p:nvPr>
        </p:nvSpPr>
        <p:spPr>
          <a:xfrm>
            <a:off x="1322950" y="2896922"/>
            <a:ext cx="1436100" cy="66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1" sz="30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19"/>
          <p:cNvSpPr txBox="1"/>
          <p:nvPr>
            <p:ph idx="2" type="subTitle"/>
          </p:nvPr>
        </p:nvSpPr>
        <p:spPr>
          <a:xfrm>
            <a:off x="3853950" y="2896922"/>
            <a:ext cx="1436100" cy="66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1" sz="30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9" name="Google Shape;139;p19"/>
          <p:cNvSpPr txBox="1"/>
          <p:nvPr>
            <p:ph idx="3" type="subTitle"/>
          </p:nvPr>
        </p:nvSpPr>
        <p:spPr>
          <a:xfrm>
            <a:off x="6341000" y="2896922"/>
            <a:ext cx="1436100" cy="66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1" sz="30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0" name="Google Shape;140;p19"/>
          <p:cNvSpPr txBox="1"/>
          <p:nvPr>
            <p:ph idx="4" type="subTitle"/>
          </p:nvPr>
        </p:nvSpPr>
        <p:spPr>
          <a:xfrm>
            <a:off x="1143100" y="3500022"/>
            <a:ext cx="1883700" cy="79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1" name="Google Shape;141;p19"/>
          <p:cNvSpPr txBox="1"/>
          <p:nvPr>
            <p:ph idx="5" type="subTitle"/>
          </p:nvPr>
        </p:nvSpPr>
        <p:spPr>
          <a:xfrm>
            <a:off x="3630150" y="3500022"/>
            <a:ext cx="1883700" cy="79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19"/>
          <p:cNvSpPr txBox="1"/>
          <p:nvPr>
            <p:ph idx="6" type="subTitle"/>
          </p:nvPr>
        </p:nvSpPr>
        <p:spPr>
          <a:xfrm>
            <a:off x="6117200" y="3500022"/>
            <a:ext cx="1883700" cy="79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deas">
  <p:cSld name="CUSTOM_7">
    <p:spTree>
      <p:nvGrpSpPr>
        <p:cNvPr id="143" name="Shape 143"/>
        <p:cNvGrpSpPr/>
        <p:nvPr/>
      </p:nvGrpSpPr>
      <p:grpSpPr>
        <a:xfrm>
          <a:off x="0" y="0"/>
          <a:ext cx="0" cy="0"/>
          <a:chOff x="0" y="0"/>
          <a:chExt cx="0" cy="0"/>
        </a:xfrm>
      </p:grpSpPr>
      <p:sp>
        <p:nvSpPr>
          <p:cNvPr id="144" name="Google Shape;144;p20"/>
          <p:cNvSpPr/>
          <p:nvPr/>
        </p:nvSpPr>
        <p:spPr>
          <a:xfrm rot="277656">
            <a:off x="269403" y="-2543413"/>
            <a:ext cx="10832132" cy="10325869"/>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0"/>
          <p:cNvSpPr txBox="1"/>
          <p:nvPr>
            <p:ph type="title"/>
          </p:nvPr>
        </p:nvSpPr>
        <p:spPr>
          <a:xfrm>
            <a:off x="685800" y="538325"/>
            <a:ext cx="38862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
        <p:nvSpPr>
          <p:cNvPr id="146" name="Google Shape;146;p20"/>
          <p:cNvSpPr txBox="1"/>
          <p:nvPr>
            <p:ph idx="1" type="subTitle"/>
          </p:nvPr>
        </p:nvSpPr>
        <p:spPr>
          <a:xfrm>
            <a:off x="4995225" y="3012245"/>
            <a:ext cx="3120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7" name="Google Shape;147;p20"/>
          <p:cNvSpPr txBox="1"/>
          <p:nvPr>
            <p:ph idx="2" type="subTitle"/>
          </p:nvPr>
        </p:nvSpPr>
        <p:spPr>
          <a:xfrm>
            <a:off x="4995225" y="2672145"/>
            <a:ext cx="3120300" cy="41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1"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8" name="Google Shape;148;p20"/>
          <p:cNvSpPr txBox="1"/>
          <p:nvPr>
            <p:ph idx="3" type="subTitle"/>
          </p:nvPr>
        </p:nvSpPr>
        <p:spPr>
          <a:xfrm>
            <a:off x="4995225" y="4046636"/>
            <a:ext cx="3120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9" name="Google Shape;149;p20"/>
          <p:cNvSpPr txBox="1"/>
          <p:nvPr>
            <p:ph idx="4" type="subTitle"/>
          </p:nvPr>
        </p:nvSpPr>
        <p:spPr>
          <a:xfrm>
            <a:off x="4995225" y="3706536"/>
            <a:ext cx="3120300" cy="41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1"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0" name="Google Shape;150;p20"/>
          <p:cNvSpPr txBox="1"/>
          <p:nvPr>
            <p:ph idx="5" type="subTitle"/>
          </p:nvPr>
        </p:nvSpPr>
        <p:spPr>
          <a:xfrm>
            <a:off x="4995225" y="1977865"/>
            <a:ext cx="3120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1" name="Google Shape;151;p20"/>
          <p:cNvSpPr txBox="1"/>
          <p:nvPr>
            <p:ph idx="6" type="subTitle"/>
          </p:nvPr>
        </p:nvSpPr>
        <p:spPr>
          <a:xfrm>
            <a:off x="4995225" y="1637766"/>
            <a:ext cx="3120300" cy="41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1"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2" name="Google Shape;152;p20"/>
          <p:cNvSpPr txBox="1"/>
          <p:nvPr>
            <p:ph idx="7" type="subTitle"/>
          </p:nvPr>
        </p:nvSpPr>
        <p:spPr>
          <a:xfrm>
            <a:off x="4993825" y="943488"/>
            <a:ext cx="3120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3" name="Google Shape;153;p20"/>
          <p:cNvSpPr txBox="1"/>
          <p:nvPr>
            <p:ph idx="8" type="subTitle"/>
          </p:nvPr>
        </p:nvSpPr>
        <p:spPr>
          <a:xfrm>
            <a:off x="4993825" y="603388"/>
            <a:ext cx="3120300" cy="41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1"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8">
    <p:bg>
      <p:bgPr>
        <a:solidFill>
          <a:schemeClr val="accent3"/>
        </a:solidFill>
      </p:bgPr>
    </p:bg>
    <p:spTree>
      <p:nvGrpSpPr>
        <p:cNvPr id="154" name="Shape 154"/>
        <p:cNvGrpSpPr/>
        <p:nvPr/>
      </p:nvGrpSpPr>
      <p:grpSpPr>
        <a:xfrm>
          <a:off x="0" y="0"/>
          <a:ext cx="0" cy="0"/>
          <a:chOff x="0" y="0"/>
          <a:chExt cx="0" cy="0"/>
        </a:xfrm>
      </p:grpSpPr>
      <p:grpSp>
        <p:nvGrpSpPr>
          <p:cNvPr id="155" name="Google Shape;155;p21"/>
          <p:cNvGrpSpPr/>
          <p:nvPr/>
        </p:nvGrpSpPr>
        <p:grpSpPr>
          <a:xfrm rot="1351476">
            <a:off x="-930621" y="-2956783"/>
            <a:ext cx="11005343" cy="10580795"/>
            <a:chOff x="1786775" y="1002200"/>
            <a:chExt cx="3861800" cy="3712875"/>
          </a:xfrm>
        </p:grpSpPr>
        <p:sp>
          <p:nvSpPr>
            <p:cNvPr id="156" name="Google Shape;156;p21"/>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1"/>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9">
    <p:bg>
      <p:bgPr>
        <a:solidFill>
          <a:schemeClr val="lt1"/>
        </a:solidFill>
      </p:bgPr>
    </p:bg>
    <p:spTree>
      <p:nvGrpSpPr>
        <p:cNvPr id="160" name="Shape 160"/>
        <p:cNvGrpSpPr/>
        <p:nvPr/>
      </p:nvGrpSpPr>
      <p:grpSpPr>
        <a:xfrm>
          <a:off x="0" y="0"/>
          <a:ext cx="0" cy="0"/>
          <a:chOff x="0" y="0"/>
          <a:chExt cx="0" cy="0"/>
        </a:xfrm>
      </p:grpSpPr>
      <p:sp>
        <p:nvSpPr>
          <p:cNvPr id="161" name="Google Shape;16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3"/>
                </a:solidFill>
                <a:latin typeface="Fredoka One"/>
                <a:ea typeface="Fredoka One"/>
                <a:cs typeface="Fredoka One"/>
                <a:sym typeface="Fredoka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2" name="Google Shape;162;p22"/>
          <p:cNvSpPr txBox="1"/>
          <p:nvPr>
            <p:ph idx="1" type="subTitle"/>
          </p:nvPr>
        </p:nvSpPr>
        <p:spPr>
          <a:xfrm>
            <a:off x="524811" y="2890215"/>
            <a:ext cx="2124000" cy="63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3" name="Google Shape;163;p22"/>
          <p:cNvSpPr txBox="1"/>
          <p:nvPr>
            <p:ph idx="2" type="subTitle"/>
          </p:nvPr>
        </p:nvSpPr>
        <p:spPr>
          <a:xfrm>
            <a:off x="3506266" y="2890215"/>
            <a:ext cx="2124000" cy="63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4" name="Google Shape;164;p22"/>
          <p:cNvSpPr txBox="1"/>
          <p:nvPr>
            <p:ph idx="3" type="subTitle"/>
          </p:nvPr>
        </p:nvSpPr>
        <p:spPr>
          <a:xfrm>
            <a:off x="691461" y="2431963"/>
            <a:ext cx="17907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5" name="Google Shape;165;p22"/>
          <p:cNvSpPr txBox="1"/>
          <p:nvPr>
            <p:ph idx="4" type="subTitle"/>
          </p:nvPr>
        </p:nvSpPr>
        <p:spPr>
          <a:xfrm>
            <a:off x="3672816" y="2431963"/>
            <a:ext cx="17907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6" name="Google Shape;166;p22"/>
          <p:cNvSpPr txBox="1"/>
          <p:nvPr>
            <p:ph idx="5" type="subTitle"/>
          </p:nvPr>
        </p:nvSpPr>
        <p:spPr>
          <a:xfrm>
            <a:off x="6487722" y="2890215"/>
            <a:ext cx="2124000" cy="63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7" name="Google Shape;167;p22"/>
          <p:cNvSpPr txBox="1"/>
          <p:nvPr>
            <p:ph idx="6" type="subTitle"/>
          </p:nvPr>
        </p:nvSpPr>
        <p:spPr>
          <a:xfrm>
            <a:off x="6654284" y="2431963"/>
            <a:ext cx="17907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0">
    <p:spTree>
      <p:nvGrpSpPr>
        <p:cNvPr id="168" name="Shape 168"/>
        <p:cNvGrpSpPr/>
        <p:nvPr/>
      </p:nvGrpSpPr>
      <p:grpSpPr>
        <a:xfrm>
          <a:off x="0" y="0"/>
          <a:ext cx="0" cy="0"/>
          <a:chOff x="0" y="0"/>
          <a:chExt cx="0" cy="0"/>
        </a:xfrm>
      </p:grpSpPr>
      <p:sp>
        <p:nvSpPr>
          <p:cNvPr id="169" name="Google Shape;169;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
        <p:nvSpPr>
          <p:cNvPr id="170" name="Google Shape;170;p23"/>
          <p:cNvSpPr txBox="1"/>
          <p:nvPr>
            <p:ph idx="1" type="subTitle"/>
          </p:nvPr>
        </p:nvSpPr>
        <p:spPr>
          <a:xfrm>
            <a:off x="656250" y="2564247"/>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1" name="Google Shape;171;p23"/>
          <p:cNvSpPr txBox="1"/>
          <p:nvPr>
            <p:ph idx="2" type="subTitle"/>
          </p:nvPr>
        </p:nvSpPr>
        <p:spPr>
          <a:xfrm>
            <a:off x="3672425" y="3184400"/>
            <a:ext cx="1799100" cy="86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800"/>
              <a:buNone/>
              <a:defRPr sz="1400">
                <a:solidFill>
                  <a:schemeClr val="dk1"/>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72" name="Google Shape;172;p23"/>
          <p:cNvSpPr txBox="1"/>
          <p:nvPr>
            <p:ph idx="3" type="subTitle"/>
          </p:nvPr>
        </p:nvSpPr>
        <p:spPr>
          <a:xfrm>
            <a:off x="963925" y="3184400"/>
            <a:ext cx="1799100" cy="86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800"/>
              <a:buNone/>
              <a:defRPr sz="1400">
                <a:solidFill>
                  <a:schemeClr val="dk1"/>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73" name="Google Shape;173;p23"/>
          <p:cNvSpPr txBox="1"/>
          <p:nvPr>
            <p:ph idx="4" type="subTitle"/>
          </p:nvPr>
        </p:nvSpPr>
        <p:spPr>
          <a:xfrm>
            <a:off x="6381025" y="3184400"/>
            <a:ext cx="1799100" cy="86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800"/>
              <a:buNone/>
              <a:defRPr sz="1400">
                <a:solidFill>
                  <a:schemeClr val="dk1"/>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74" name="Google Shape;174;p23"/>
          <p:cNvSpPr txBox="1"/>
          <p:nvPr>
            <p:ph idx="5" type="subTitle"/>
          </p:nvPr>
        </p:nvSpPr>
        <p:spPr>
          <a:xfrm>
            <a:off x="3361350" y="2906424"/>
            <a:ext cx="2421300" cy="34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5" name="Google Shape;175;p23"/>
          <p:cNvSpPr txBox="1"/>
          <p:nvPr>
            <p:ph idx="6" type="subTitle"/>
          </p:nvPr>
        </p:nvSpPr>
        <p:spPr>
          <a:xfrm>
            <a:off x="3361350" y="2564247"/>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6" name="Google Shape;176;p23"/>
          <p:cNvSpPr txBox="1"/>
          <p:nvPr>
            <p:ph idx="7" type="subTitle"/>
          </p:nvPr>
        </p:nvSpPr>
        <p:spPr>
          <a:xfrm>
            <a:off x="6066450" y="2906424"/>
            <a:ext cx="2421300" cy="34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7" name="Google Shape;177;p23"/>
          <p:cNvSpPr txBox="1"/>
          <p:nvPr>
            <p:ph idx="8" type="subTitle"/>
          </p:nvPr>
        </p:nvSpPr>
        <p:spPr>
          <a:xfrm>
            <a:off x="6066450" y="2564247"/>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23"/>
          <p:cNvSpPr txBox="1"/>
          <p:nvPr>
            <p:ph idx="9" type="subTitle"/>
          </p:nvPr>
        </p:nvSpPr>
        <p:spPr>
          <a:xfrm>
            <a:off x="656250" y="2906424"/>
            <a:ext cx="2421300" cy="34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1">
    <p:bg>
      <p:bgPr>
        <a:solidFill>
          <a:schemeClr val="accent3"/>
        </a:solidFill>
      </p:bgPr>
    </p:bg>
    <p:spTree>
      <p:nvGrpSpPr>
        <p:cNvPr id="179" name="Shape 179"/>
        <p:cNvGrpSpPr/>
        <p:nvPr/>
      </p:nvGrpSpPr>
      <p:grpSpPr>
        <a:xfrm>
          <a:off x="0" y="0"/>
          <a:ext cx="0" cy="0"/>
          <a:chOff x="0" y="0"/>
          <a:chExt cx="0" cy="0"/>
        </a:xfrm>
      </p:grpSpPr>
      <p:grpSp>
        <p:nvGrpSpPr>
          <p:cNvPr id="180" name="Google Shape;180;p24"/>
          <p:cNvGrpSpPr/>
          <p:nvPr/>
        </p:nvGrpSpPr>
        <p:grpSpPr>
          <a:xfrm rot="1351459">
            <a:off x="211922" y="-2403121"/>
            <a:ext cx="9565900" cy="9196519"/>
            <a:chOff x="1786775" y="1002200"/>
            <a:chExt cx="3861800" cy="3712875"/>
          </a:xfrm>
        </p:grpSpPr>
        <p:sp>
          <p:nvSpPr>
            <p:cNvPr id="181" name="Google Shape;181;p24"/>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4"/>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2800"/>
              <a:buNone/>
              <a:defRPr>
                <a:solidFill>
                  <a:schemeClr val="accent3"/>
                </a:solidFill>
              </a:defRPr>
            </a:lvl1pPr>
            <a:lvl2pPr lvl="1">
              <a:spcBef>
                <a:spcPts val="0"/>
              </a:spcBef>
              <a:spcAft>
                <a:spcPts val="0"/>
              </a:spcAft>
              <a:buClr>
                <a:schemeClr val="accent2"/>
              </a:buClr>
              <a:buSzPts val="2800"/>
              <a:buNone/>
              <a:defRPr>
                <a:solidFill>
                  <a:schemeClr val="accent2"/>
                </a:solidFill>
              </a:defRPr>
            </a:lvl2pPr>
            <a:lvl3pPr lvl="2">
              <a:spcBef>
                <a:spcPts val="0"/>
              </a:spcBef>
              <a:spcAft>
                <a:spcPts val="0"/>
              </a:spcAft>
              <a:buClr>
                <a:schemeClr val="accent2"/>
              </a:buClr>
              <a:buSzPts val="2800"/>
              <a:buNone/>
              <a:defRPr>
                <a:solidFill>
                  <a:schemeClr val="accent2"/>
                </a:solidFill>
              </a:defRPr>
            </a:lvl3pPr>
            <a:lvl4pPr lvl="3">
              <a:spcBef>
                <a:spcPts val="0"/>
              </a:spcBef>
              <a:spcAft>
                <a:spcPts val="0"/>
              </a:spcAft>
              <a:buClr>
                <a:schemeClr val="accent2"/>
              </a:buClr>
              <a:buSzPts val="2800"/>
              <a:buNone/>
              <a:defRPr>
                <a:solidFill>
                  <a:schemeClr val="accent2"/>
                </a:solidFill>
              </a:defRPr>
            </a:lvl4pPr>
            <a:lvl5pPr lvl="4">
              <a:spcBef>
                <a:spcPts val="0"/>
              </a:spcBef>
              <a:spcAft>
                <a:spcPts val="0"/>
              </a:spcAft>
              <a:buClr>
                <a:schemeClr val="accent2"/>
              </a:buClr>
              <a:buSzPts val="2800"/>
              <a:buNone/>
              <a:defRPr>
                <a:solidFill>
                  <a:schemeClr val="accent2"/>
                </a:solidFill>
              </a:defRPr>
            </a:lvl5pPr>
            <a:lvl6pPr lvl="5">
              <a:spcBef>
                <a:spcPts val="0"/>
              </a:spcBef>
              <a:spcAft>
                <a:spcPts val="0"/>
              </a:spcAft>
              <a:buClr>
                <a:schemeClr val="accent2"/>
              </a:buClr>
              <a:buSzPts val="2800"/>
              <a:buNone/>
              <a:defRPr>
                <a:solidFill>
                  <a:schemeClr val="accent2"/>
                </a:solidFill>
              </a:defRPr>
            </a:lvl6pPr>
            <a:lvl7pPr lvl="6">
              <a:spcBef>
                <a:spcPts val="0"/>
              </a:spcBef>
              <a:spcAft>
                <a:spcPts val="0"/>
              </a:spcAft>
              <a:buClr>
                <a:schemeClr val="accent2"/>
              </a:buClr>
              <a:buSzPts val="2800"/>
              <a:buNone/>
              <a:defRPr>
                <a:solidFill>
                  <a:schemeClr val="accent2"/>
                </a:solidFill>
              </a:defRPr>
            </a:lvl7pPr>
            <a:lvl8pPr lvl="7">
              <a:spcBef>
                <a:spcPts val="0"/>
              </a:spcBef>
              <a:spcAft>
                <a:spcPts val="0"/>
              </a:spcAft>
              <a:buClr>
                <a:schemeClr val="accent2"/>
              </a:buClr>
              <a:buSzPts val="2800"/>
              <a:buNone/>
              <a:defRPr>
                <a:solidFill>
                  <a:schemeClr val="accent2"/>
                </a:solidFill>
              </a:defRPr>
            </a:lvl8pPr>
            <a:lvl9pPr lvl="8">
              <a:spcBef>
                <a:spcPts val="0"/>
              </a:spcBef>
              <a:spcAft>
                <a:spcPts val="0"/>
              </a:spcAft>
              <a:buClr>
                <a:schemeClr val="accent2"/>
              </a:buClr>
              <a:buSzPts val="2800"/>
              <a:buNone/>
              <a:defRPr>
                <a:solidFill>
                  <a:schemeClr val="accent2"/>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2">
    <p:bg>
      <p:bgPr>
        <a:solidFill>
          <a:schemeClr val="accent3"/>
        </a:solidFill>
      </p:bgPr>
    </p:bg>
    <p:spTree>
      <p:nvGrpSpPr>
        <p:cNvPr id="185" name="Shape 185"/>
        <p:cNvGrpSpPr/>
        <p:nvPr/>
      </p:nvGrpSpPr>
      <p:grpSpPr>
        <a:xfrm>
          <a:off x="0" y="0"/>
          <a:ext cx="0" cy="0"/>
          <a:chOff x="0" y="0"/>
          <a:chExt cx="0" cy="0"/>
        </a:xfrm>
      </p:grpSpPr>
      <p:grpSp>
        <p:nvGrpSpPr>
          <p:cNvPr id="186" name="Google Shape;186;p25"/>
          <p:cNvGrpSpPr/>
          <p:nvPr/>
        </p:nvGrpSpPr>
        <p:grpSpPr>
          <a:xfrm rot="1351459">
            <a:off x="-548941" y="-2589869"/>
            <a:ext cx="10242340" cy="9846873"/>
            <a:chOff x="1786775" y="1002200"/>
            <a:chExt cx="3861800" cy="3712875"/>
          </a:xfrm>
        </p:grpSpPr>
        <p:sp>
          <p:nvSpPr>
            <p:cNvPr id="187" name="Google Shape;187;p25"/>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5"/>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5"/>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 name="Google Shape;190;p25"/>
          <p:cNvSpPr txBox="1"/>
          <p:nvPr>
            <p:ph type="title"/>
          </p:nvPr>
        </p:nvSpPr>
        <p:spPr>
          <a:xfrm>
            <a:off x="685800" y="445025"/>
            <a:ext cx="77724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2800"/>
              <a:buNone/>
              <a:defRPr>
                <a:solidFill>
                  <a:schemeClr val="accent3"/>
                </a:solidFill>
              </a:defRPr>
            </a:lvl1pPr>
            <a:lvl2pPr lvl="1" algn="ctr">
              <a:spcBef>
                <a:spcPts val="0"/>
              </a:spcBef>
              <a:spcAft>
                <a:spcPts val="0"/>
              </a:spcAft>
              <a:buClr>
                <a:schemeClr val="accent3"/>
              </a:buClr>
              <a:buSzPts val="2800"/>
              <a:buNone/>
              <a:defRPr>
                <a:solidFill>
                  <a:schemeClr val="accent3"/>
                </a:solidFill>
              </a:defRPr>
            </a:lvl2pPr>
            <a:lvl3pPr lvl="2" algn="ctr">
              <a:spcBef>
                <a:spcPts val="0"/>
              </a:spcBef>
              <a:spcAft>
                <a:spcPts val="0"/>
              </a:spcAft>
              <a:buClr>
                <a:schemeClr val="accent3"/>
              </a:buClr>
              <a:buSzPts val="2800"/>
              <a:buNone/>
              <a:defRPr>
                <a:solidFill>
                  <a:schemeClr val="accent3"/>
                </a:solidFill>
              </a:defRPr>
            </a:lvl3pPr>
            <a:lvl4pPr lvl="3" algn="ctr">
              <a:spcBef>
                <a:spcPts val="0"/>
              </a:spcBef>
              <a:spcAft>
                <a:spcPts val="0"/>
              </a:spcAft>
              <a:buClr>
                <a:schemeClr val="accent3"/>
              </a:buClr>
              <a:buSzPts val="2800"/>
              <a:buNone/>
              <a:defRPr>
                <a:solidFill>
                  <a:schemeClr val="accent3"/>
                </a:solidFill>
              </a:defRPr>
            </a:lvl4pPr>
            <a:lvl5pPr lvl="4" algn="ctr">
              <a:spcBef>
                <a:spcPts val="0"/>
              </a:spcBef>
              <a:spcAft>
                <a:spcPts val="0"/>
              </a:spcAft>
              <a:buClr>
                <a:schemeClr val="accent3"/>
              </a:buClr>
              <a:buSzPts val="2800"/>
              <a:buNone/>
              <a:defRPr>
                <a:solidFill>
                  <a:schemeClr val="accent3"/>
                </a:solidFill>
              </a:defRPr>
            </a:lvl5pPr>
            <a:lvl6pPr lvl="5" algn="ctr">
              <a:spcBef>
                <a:spcPts val="0"/>
              </a:spcBef>
              <a:spcAft>
                <a:spcPts val="0"/>
              </a:spcAft>
              <a:buClr>
                <a:schemeClr val="accent3"/>
              </a:buClr>
              <a:buSzPts val="2800"/>
              <a:buNone/>
              <a:defRPr>
                <a:solidFill>
                  <a:schemeClr val="accent3"/>
                </a:solidFill>
              </a:defRPr>
            </a:lvl6pPr>
            <a:lvl7pPr lvl="6" algn="ctr">
              <a:spcBef>
                <a:spcPts val="0"/>
              </a:spcBef>
              <a:spcAft>
                <a:spcPts val="0"/>
              </a:spcAft>
              <a:buClr>
                <a:schemeClr val="accent3"/>
              </a:buClr>
              <a:buSzPts val="2800"/>
              <a:buNone/>
              <a:defRPr>
                <a:solidFill>
                  <a:schemeClr val="accent3"/>
                </a:solidFill>
              </a:defRPr>
            </a:lvl7pPr>
            <a:lvl8pPr lvl="7" algn="ctr">
              <a:spcBef>
                <a:spcPts val="0"/>
              </a:spcBef>
              <a:spcAft>
                <a:spcPts val="0"/>
              </a:spcAft>
              <a:buClr>
                <a:schemeClr val="accent3"/>
              </a:buClr>
              <a:buSzPts val="2800"/>
              <a:buNone/>
              <a:defRPr>
                <a:solidFill>
                  <a:schemeClr val="accent3"/>
                </a:solidFill>
              </a:defRPr>
            </a:lvl8pPr>
            <a:lvl9pPr lvl="8" algn="ctr">
              <a:spcBef>
                <a:spcPts val="0"/>
              </a:spcBef>
              <a:spcAft>
                <a:spcPts val="0"/>
              </a:spcAft>
              <a:buClr>
                <a:schemeClr val="accent3"/>
              </a:buClr>
              <a:buSzPts val="2800"/>
              <a:buNone/>
              <a:defRPr>
                <a:solidFill>
                  <a:schemeClr val="accent3"/>
                </a:solidFill>
              </a:defRPr>
            </a:lvl9pPr>
          </a:lstStyle>
          <a:p/>
        </p:txBody>
      </p:sp>
      <p:sp>
        <p:nvSpPr>
          <p:cNvPr id="191" name="Google Shape;191;p25"/>
          <p:cNvSpPr txBox="1"/>
          <p:nvPr>
            <p:ph idx="1" type="subTitle"/>
          </p:nvPr>
        </p:nvSpPr>
        <p:spPr>
          <a:xfrm>
            <a:off x="3013825" y="3139792"/>
            <a:ext cx="1634100" cy="88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2" name="Google Shape;192;p25"/>
          <p:cNvSpPr txBox="1"/>
          <p:nvPr>
            <p:ph idx="2" type="subTitle"/>
          </p:nvPr>
        </p:nvSpPr>
        <p:spPr>
          <a:xfrm>
            <a:off x="3280904" y="2027104"/>
            <a:ext cx="11085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3000">
                <a:solidFill>
                  <a:schemeClr val="lt1"/>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3" name="Google Shape;193;p25"/>
          <p:cNvSpPr txBox="1"/>
          <p:nvPr>
            <p:ph idx="3" type="subTitle"/>
          </p:nvPr>
        </p:nvSpPr>
        <p:spPr>
          <a:xfrm>
            <a:off x="4473700" y="3139792"/>
            <a:ext cx="1634100" cy="88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4" name="Google Shape;194;p25"/>
          <p:cNvSpPr txBox="1"/>
          <p:nvPr>
            <p:ph idx="4" type="subTitle"/>
          </p:nvPr>
        </p:nvSpPr>
        <p:spPr>
          <a:xfrm>
            <a:off x="4737363" y="2027104"/>
            <a:ext cx="11085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3000">
                <a:solidFill>
                  <a:schemeClr val="lt1"/>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5" name="Google Shape;195;p25"/>
          <p:cNvSpPr txBox="1"/>
          <p:nvPr>
            <p:ph idx="5" type="subTitle"/>
          </p:nvPr>
        </p:nvSpPr>
        <p:spPr>
          <a:xfrm>
            <a:off x="5933575" y="3139792"/>
            <a:ext cx="1634100" cy="88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6" name="Google Shape;196;p25"/>
          <p:cNvSpPr txBox="1"/>
          <p:nvPr>
            <p:ph idx="6" type="subTitle"/>
          </p:nvPr>
        </p:nvSpPr>
        <p:spPr>
          <a:xfrm>
            <a:off x="6191931" y="2027104"/>
            <a:ext cx="11085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3000">
                <a:solidFill>
                  <a:schemeClr val="lt1"/>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7" name="Google Shape;197;p25"/>
          <p:cNvSpPr txBox="1"/>
          <p:nvPr>
            <p:ph idx="7" type="subTitle"/>
          </p:nvPr>
        </p:nvSpPr>
        <p:spPr>
          <a:xfrm>
            <a:off x="1553950" y="3139792"/>
            <a:ext cx="1634100" cy="88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8" name="Google Shape;198;p25"/>
          <p:cNvSpPr txBox="1"/>
          <p:nvPr>
            <p:ph idx="8" type="subTitle"/>
          </p:nvPr>
        </p:nvSpPr>
        <p:spPr>
          <a:xfrm>
            <a:off x="1820825" y="2027104"/>
            <a:ext cx="1108500" cy="4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3000">
                <a:solidFill>
                  <a:schemeClr val="lt1"/>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3">
    <p:bg>
      <p:bgPr>
        <a:solidFill>
          <a:schemeClr val="accent3"/>
        </a:solidFill>
      </p:bgPr>
    </p:bg>
    <p:spTree>
      <p:nvGrpSpPr>
        <p:cNvPr id="199" name="Shape 199"/>
        <p:cNvGrpSpPr/>
        <p:nvPr/>
      </p:nvGrpSpPr>
      <p:grpSpPr>
        <a:xfrm>
          <a:off x="0" y="0"/>
          <a:ext cx="0" cy="0"/>
          <a:chOff x="0" y="0"/>
          <a:chExt cx="0" cy="0"/>
        </a:xfrm>
      </p:grpSpPr>
      <p:grpSp>
        <p:nvGrpSpPr>
          <p:cNvPr id="200" name="Google Shape;200;p26"/>
          <p:cNvGrpSpPr/>
          <p:nvPr/>
        </p:nvGrpSpPr>
        <p:grpSpPr>
          <a:xfrm rot="1351516">
            <a:off x="-465843" y="-2509666"/>
            <a:ext cx="10075598" cy="9686905"/>
            <a:chOff x="1786775" y="1002200"/>
            <a:chExt cx="3861800" cy="3712875"/>
          </a:xfrm>
        </p:grpSpPr>
        <p:sp>
          <p:nvSpPr>
            <p:cNvPr id="201" name="Google Shape;201;p26"/>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6"/>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6"/>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 name="Google Shape;20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p:txBody>
      </p:sp>
      <p:sp>
        <p:nvSpPr>
          <p:cNvPr id="205" name="Google Shape;205;p26"/>
          <p:cNvSpPr txBox="1"/>
          <p:nvPr>
            <p:ph idx="1" type="subTitle"/>
          </p:nvPr>
        </p:nvSpPr>
        <p:spPr>
          <a:xfrm>
            <a:off x="2553500" y="2642263"/>
            <a:ext cx="1957500" cy="771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6" name="Google Shape;206;p26"/>
          <p:cNvSpPr txBox="1"/>
          <p:nvPr>
            <p:ph idx="2" type="subTitle"/>
          </p:nvPr>
        </p:nvSpPr>
        <p:spPr>
          <a:xfrm>
            <a:off x="2553500" y="2183388"/>
            <a:ext cx="1957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7" name="Google Shape;207;p26"/>
          <p:cNvSpPr txBox="1"/>
          <p:nvPr>
            <p:ph idx="3" type="subTitle"/>
          </p:nvPr>
        </p:nvSpPr>
        <p:spPr>
          <a:xfrm>
            <a:off x="6543896" y="2642263"/>
            <a:ext cx="1957500" cy="771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solidFill>
                  <a:schemeClr val="dk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8" name="Google Shape;208;p26"/>
          <p:cNvSpPr txBox="1"/>
          <p:nvPr>
            <p:ph idx="4" type="subTitle"/>
          </p:nvPr>
        </p:nvSpPr>
        <p:spPr>
          <a:xfrm>
            <a:off x="6543889" y="2183388"/>
            <a:ext cx="1957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text lines 2">
  <p:cSld name="CUSTOM_14">
    <p:spTree>
      <p:nvGrpSpPr>
        <p:cNvPr id="209" name="Shape 209"/>
        <p:cNvGrpSpPr/>
        <p:nvPr/>
      </p:nvGrpSpPr>
      <p:grpSpPr>
        <a:xfrm>
          <a:off x="0" y="0"/>
          <a:ext cx="0" cy="0"/>
          <a:chOff x="0" y="0"/>
          <a:chExt cx="0" cy="0"/>
        </a:xfrm>
      </p:grpSpPr>
      <p:grpSp>
        <p:nvGrpSpPr>
          <p:cNvPr id="210" name="Google Shape;210;p27"/>
          <p:cNvGrpSpPr/>
          <p:nvPr/>
        </p:nvGrpSpPr>
        <p:grpSpPr>
          <a:xfrm rot="1351476">
            <a:off x="-930621" y="-2956783"/>
            <a:ext cx="11005343" cy="10580795"/>
            <a:chOff x="1786775" y="1002200"/>
            <a:chExt cx="3861800" cy="3712875"/>
          </a:xfrm>
        </p:grpSpPr>
        <p:sp>
          <p:nvSpPr>
            <p:cNvPr id="211" name="Google Shape;211;p27"/>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 name="Google Shape;214;p27"/>
          <p:cNvSpPr txBox="1"/>
          <p:nvPr>
            <p:ph idx="1" type="subTitle"/>
          </p:nvPr>
        </p:nvSpPr>
        <p:spPr>
          <a:xfrm>
            <a:off x="888763" y="3515500"/>
            <a:ext cx="2421300" cy="669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5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5" name="Google Shape;215;p27"/>
          <p:cNvSpPr txBox="1"/>
          <p:nvPr>
            <p:ph idx="2" type="subTitle"/>
          </p:nvPr>
        </p:nvSpPr>
        <p:spPr>
          <a:xfrm>
            <a:off x="5775188" y="1976800"/>
            <a:ext cx="2421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500">
                <a:solidFill>
                  <a:srgbClr val="FFFFFF"/>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6" name="Google Shape;216;p27"/>
          <p:cNvSpPr txBox="1"/>
          <p:nvPr>
            <p:ph idx="3" type="subTitle"/>
          </p:nvPr>
        </p:nvSpPr>
        <p:spPr>
          <a:xfrm>
            <a:off x="905038" y="1987475"/>
            <a:ext cx="2421300" cy="669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500">
                <a:solidFill>
                  <a:srgbClr val="FFFFFF"/>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7" name="Google Shape;217;p27"/>
          <p:cNvSpPr txBox="1"/>
          <p:nvPr>
            <p:ph idx="4" type="subTitle"/>
          </p:nvPr>
        </p:nvSpPr>
        <p:spPr>
          <a:xfrm>
            <a:off x="888763" y="3098075"/>
            <a:ext cx="2421300" cy="428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8" name="Google Shape;218;p27"/>
          <p:cNvSpPr txBox="1"/>
          <p:nvPr>
            <p:ph idx="5" type="subTitle"/>
          </p:nvPr>
        </p:nvSpPr>
        <p:spPr>
          <a:xfrm>
            <a:off x="5775188" y="1548700"/>
            <a:ext cx="24213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9" name="Google Shape;219;p27"/>
          <p:cNvSpPr txBox="1"/>
          <p:nvPr>
            <p:ph idx="6" type="subTitle"/>
          </p:nvPr>
        </p:nvSpPr>
        <p:spPr>
          <a:xfrm>
            <a:off x="905038" y="1548700"/>
            <a:ext cx="2421300" cy="428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20" name="Google Shape;220;p27"/>
          <p:cNvSpPr txBox="1"/>
          <p:nvPr>
            <p:ph idx="7" type="subTitle"/>
          </p:nvPr>
        </p:nvSpPr>
        <p:spPr>
          <a:xfrm>
            <a:off x="5775188" y="3505238"/>
            <a:ext cx="2421300" cy="6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500">
                <a:solidFill>
                  <a:srgbClr val="FFFFFF"/>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21" name="Google Shape;221;p27"/>
          <p:cNvSpPr txBox="1"/>
          <p:nvPr>
            <p:ph idx="8" type="subTitle"/>
          </p:nvPr>
        </p:nvSpPr>
        <p:spPr>
          <a:xfrm>
            <a:off x="5775188" y="3077138"/>
            <a:ext cx="2421300" cy="4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22" name="Google Shape;22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FFFFFF"/>
              </a:buClr>
              <a:buSzPts val="2800"/>
              <a:buNone/>
              <a:defRPr>
                <a:solidFill>
                  <a:schemeClr val="lt1"/>
                </a:solidFill>
              </a:defRPr>
            </a:lvl1pPr>
            <a:lvl2pPr lvl="1">
              <a:spcBef>
                <a:spcPts val="0"/>
              </a:spcBef>
              <a:spcAft>
                <a:spcPts val="0"/>
              </a:spcAft>
              <a:buClr>
                <a:srgbClr val="FFFFFF"/>
              </a:buClr>
              <a:buSzPts val="2800"/>
              <a:buNone/>
              <a:defRPr>
                <a:solidFill>
                  <a:srgbClr val="FFFFFF"/>
                </a:solidFill>
              </a:defRPr>
            </a:lvl2pPr>
            <a:lvl3pPr lvl="2">
              <a:spcBef>
                <a:spcPts val="0"/>
              </a:spcBef>
              <a:spcAft>
                <a:spcPts val="0"/>
              </a:spcAft>
              <a:buClr>
                <a:srgbClr val="FFFFFF"/>
              </a:buClr>
              <a:buSzPts val="2800"/>
              <a:buNone/>
              <a:defRPr>
                <a:solidFill>
                  <a:srgbClr val="FFFFFF"/>
                </a:solidFill>
              </a:defRPr>
            </a:lvl3pPr>
            <a:lvl4pPr lvl="3">
              <a:spcBef>
                <a:spcPts val="0"/>
              </a:spcBef>
              <a:spcAft>
                <a:spcPts val="0"/>
              </a:spcAft>
              <a:buClr>
                <a:srgbClr val="FFFFFF"/>
              </a:buClr>
              <a:buSzPts val="2800"/>
              <a:buNone/>
              <a:defRPr>
                <a:solidFill>
                  <a:srgbClr val="FFFFFF"/>
                </a:solidFill>
              </a:defRPr>
            </a:lvl4pPr>
            <a:lvl5pPr lvl="4">
              <a:spcBef>
                <a:spcPts val="0"/>
              </a:spcBef>
              <a:spcAft>
                <a:spcPts val="0"/>
              </a:spcAft>
              <a:buClr>
                <a:srgbClr val="FFFFFF"/>
              </a:buClr>
              <a:buSzPts val="2800"/>
              <a:buNone/>
              <a:defRPr>
                <a:solidFill>
                  <a:srgbClr val="FFFFFF"/>
                </a:solidFill>
              </a:defRPr>
            </a:lvl5pPr>
            <a:lvl6pPr lvl="5">
              <a:spcBef>
                <a:spcPts val="0"/>
              </a:spcBef>
              <a:spcAft>
                <a:spcPts val="0"/>
              </a:spcAft>
              <a:buClr>
                <a:srgbClr val="FFFFFF"/>
              </a:buClr>
              <a:buSzPts val="2800"/>
              <a:buNone/>
              <a:defRPr>
                <a:solidFill>
                  <a:srgbClr val="FFFFFF"/>
                </a:solidFill>
              </a:defRPr>
            </a:lvl6pPr>
            <a:lvl7pPr lvl="6">
              <a:spcBef>
                <a:spcPts val="0"/>
              </a:spcBef>
              <a:spcAft>
                <a:spcPts val="0"/>
              </a:spcAft>
              <a:buClr>
                <a:srgbClr val="FFFFFF"/>
              </a:buClr>
              <a:buSzPts val="2800"/>
              <a:buNone/>
              <a:defRPr>
                <a:solidFill>
                  <a:srgbClr val="FFFFFF"/>
                </a:solidFill>
              </a:defRPr>
            </a:lvl7pPr>
            <a:lvl8pPr lvl="7">
              <a:spcBef>
                <a:spcPts val="0"/>
              </a:spcBef>
              <a:spcAft>
                <a:spcPts val="0"/>
              </a:spcAft>
              <a:buClr>
                <a:srgbClr val="FFFFFF"/>
              </a:buClr>
              <a:buSzPts val="2800"/>
              <a:buNone/>
              <a:defRPr>
                <a:solidFill>
                  <a:srgbClr val="FFFFFF"/>
                </a:solidFill>
              </a:defRPr>
            </a:lvl8pPr>
            <a:lvl9pPr lvl="8">
              <a:spcBef>
                <a:spcPts val="0"/>
              </a:spcBef>
              <a:spcAft>
                <a:spcPts val="0"/>
              </a:spcAft>
              <a:buClr>
                <a:srgbClr val="FFFFFF"/>
              </a:buClr>
              <a:buSzPts val="2800"/>
              <a:buNone/>
              <a:defRPr>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slide">
  <p:cSld name="CUSTOM_15">
    <p:spTree>
      <p:nvGrpSpPr>
        <p:cNvPr id="223" name="Shape 223"/>
        <p:cNvGrpSpPr/>
        <p:nvPr/>
      </p:nvGrpSpPr>
      <p:grpSpPr>
        <a:xfrm>
          <a:off x="0" y="0"/>
          <a:ext cx="0" cy="0"/>
          <a:chOff x="0" y="0"/>
          <a:chExt cx="0" cy="0"/>
        </a:xfrm>
      </p:grpSpPr>
      <p:sp>
        <p:nvSpPr>
          <p:cNvPr id="224" name="Google Shape;224;p28"/>
          <p:cNvSpPr txBox="1"/>
          <p:nvPr>
            <p:ph type="title"/>
          </p:nvPr>
        </p:nvSpPr>
        <p:spPr>
          <a:xfrm>
            <a:off x="723900" y="695063"/>
            <a:ext cx="4314300" cy="9906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sz="5000">
                <a:solidFill>
                  <a:schemeClr val="accent3"/>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5" name="Google Shape;225;p28"/>
          <p:cNvSpPr txBox="1"/>
          <p:nvPr>
            <p:ph idx="1" type="subTitle"/>
          </p:nvPr>
        </p:nvSpPr>
        <p:spPr>
          <a:xfrm>
            <a:off x="723900" y="1763872"/>
            <a:ext cx="4314300" cy="137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800"/>
              <a:buNone/>
              <a:defRPr sz="14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26" name="Google Shape;226;p28"/>
          <p:cNvSpPr txBox="1"/>
          <p:nvPr/>
        </p:nvSpPr>
        <p:spPr>
          <a:xfrm>
            <a:off x="4638675" y="3891175"/>
            <a:ext cx="3785400" cy="714000"/>
          </a:xfrm>
          <a:prstGeom prst="rect">
            <a:avLst/>
          </a:prstGeom>
          <a:noFill/>
          <a:ln>
            <a:noFill/>
          </a:ln>
        </p:spPr>
        <p:txBody>
          <a:bodyPr anchorCtr="0" anchor="t" bIns="91425" lIns="91425" spcFirstLastPara="1" rIns="91425" wrap="square" tIns="91425">
            <a:noAutofit/>
          </a:bodyPr>
          <a:lstStyle/>
          <a:p>
            <a:pPr indent="0" lvl="0" marL="0" rtl="0" algn="r">
              <a:lnSpc>
                <a:spcPct val="114000"/>
              </a:lnSpc>
              <a:spcBef>
                <a:spcPts val="0"/>
              </a:spcBef>
              <a:spcAft>
                <a:spcPts val="0"/>
              </a:spcAft>
              <a:buClr>
                <a:schemeClr val="dk1"/>
              </a:buClr>
              <a:buSzPts val="1100"/>
              <a:buFont typeface="Arial"/>
              <a:buNone/>
            </a:pPr>
            <a:r>
              <a:rPr lang="en" sz="1200">
                <a:solidFill>
                  <a:schemeClr val="dk2"/>
                </a:solidFill>
                <a:latin typeface="Raleway"/>
                <a:ea typeface="Raleway"/>
                <a:cs typeface="Raleway"/>
                <a:sym typeface="Raleway"/>
              </a:rPr>
              <a:t>This presentation template was created by </a:t>
            </a:r>
            <a:r>
              <a:rPr b="1" lang="en" sz="1200">
                <a:solidFill>
                  <a:schemeClr val="dk2"/>
                </a:solidFill>
                <a:uFill>
                  <a:noFill/>
                </a:uFill>
                <a:latin typeface="Raleway"/>
                <a:ea typeface="Raleway"/>
                <a:cs typeface="Raleway"/>
                <a:sym typeface="Raleway"/>
                <a:hlinkClick r:id="rId2">
                  <a:extLst>
                    <a:ext uri="{A12FA001-AC4F-418D-AE19-62706E023703}">
                      <ahyp:hlinkClr val="tx"/>
                    </a:ext>
                  </a:extLst>
                </a:hlinkClick>
              </a:rPr>
              <a:t>Slidesgo</a:t>
            </a:r>
            <a:r>
              <a:rPr b="1" lang="en" sz="1200">
                <a:solidFill>
                  <a:schemeClr val="dk2"/>
                </a:solidFill>
                <a:latin typeface="Raleway"/>
                <a:ea typeface="Raleway"/>
                <a:cs typeface="Raleway"/>
                <a:sym typeface="Raleway"/>
              </a:rPr>
              <a:t>,</a:t>
            </a:r>
            <a:r>
              <a:rPr lang="en" sz="1200">
                <a:solidFill>
                  <a:schemeClr val="dk2"/>
                </a:solidFill>
                <a:latin typeface="Raleway"/>
                <a:ea typeface="Raleway"/>
                <a:cs typeface="Raleway"/>
                <a:sym typeface="Raleway"/>
              </a:rPr>
              <a:t> including icons by </a:t>
            </a:r>
            <a:r>
              <a:rPr b="1" lang="en" sz="1200">
                <a:solidFill>
                  <a:schemeClr val="dk2"/>
                </a:solidFill>
                <a:uFill>
                  <a:noFill/>
                </a:uFill>
                <a:latin typeface="Raleway"/>
                <a:ea typeface="Raleway"/>
                <a:cs typeface="Raleway"/>
                <a:sym typeface="Raleway"/>
                <a:hlinkClick r:id="rId3">
                  <a:extLst>
                    <a:ext uri="{A12FA001-AC4F-418D-AE19-62706E023703}">
                      <ahyp:hlinkClr val="tx"/>
                    </a:ext>
                  </a:extLst>
                </a:hlinkClick>
              </a:rPr>
              <a:t>Flaticon</a:t>
            </a:r>
            <a:r>
              <a:rPr lang="en" sz="1200">
                <a:solidFill>
                  <a:schemeClr val="dk2"/>
                </a:solidFill>
                <a:latin typeface="Raleway"/>
                <a:ea typeface="Raleway"/>
                <a:cs typeface="Raleway"/>
                <a:sym typeface="Raleway"/>
              </a:rPr>
              <a:t>, infographics &amp; images by </a:t>
            </a:r>
            <a:r>
              <a:rPr b="1" lang="en" sz="1200">
                <a:solidFill>
                  <a:schemeClr val="dk2"/>
                </a:solidFill>
                <a:uFill>
                  <a:noFill/>
                </a:uFill>
                <a:latin typeface="Raleway"/>
                <a:ea typeface="Raleway"/>
                <a:cs typeface="Raleway"/>
                <a:sym typeface="Raleway"/>
                <a:hlinkClick r:id="rId4">
                  <a:extLst>
                    <a:ext uri="{A12FA001-AC4F-418D-AE19-62706E023703}">
                      <ahyp:hlinkClr val="tx"/>
                    </a:ext>
                  </a:extLst>
                </a:hlinkClick>
              </a:rPr>
              <a:t>Freepik</a:t>
            </a:r>
            <a:r>
              <a:rPr lang="en" sz="1200">
                <a:solidFill>
                  <a:schemeClr val="dk2"/>
                </a:solidFill>
                <a:latin typeface="Raleway"/>
                <a:ea typeface="Raleway"/>
                <a:cs typeface="Raleway"/>
                <a:sym typeface="Raleway"/>
              </a:rPr>
              <a:t> and illustrations by </a:t>
            </a:r>
            <a:r>
              <a:rPr b="1" lang="en" sz="1200">
                <a:solidFill>
                  <a:schemeClr val="dk2"/>
                </a:solidFill>
                <a:uFill>
                  <a:noFill/>
                </a:uFill>
                <a:latin typeface="Raleway"/>
                <a:ea typeface="Raleway"/>
                <a:cs typeface="Raleway"/>
                <a:sym typeface="Raleway"/>
                <a:hlinkClick r:id="rId5">
                  <a:extLst>
                    <a:ext uri="{A12FA001-AC4F-418D-AE19-62706E023703}">
                      <ahyp:hlinkClr val="tx"/>
                    </a:ext>
                  </a:extLst>
                </a:hlinkClick>
              </a:rPr>
              <a:t>Stories</a:t>
            </a:r>
            <a:endParaRPr sz="1200">
              <a:solidFill>
                <a:schemeClr val="dk2"/>
              </a:solidFill>
              <a:latin typeface="Raleway"/>
              <a:ea typeface="Raleway"/>
              <a:cs typeface="Raleway"/>
              <a:sym typeface="Raleway"/>
            </a:endParaRPr>
          </a:p>
          <a:p>
            <a:pPr indent="0" lvl="0" marL="0" rtl="0" algn="r">
              <a:spcBef>
                <a:spcPts val="300"/>
              </a:spcBef>
              <a:spcAft>
                <a:spcPts val="0"/>
              </a:spcAft>
              <a:buNone/>
            </a:pPr>
            <a:r>
              <a:t/>
            </a:r>
            <a:endParaRPr sz="1000">
              <a:latin typeface="Raleway"/>
              <a:ea typeface="Raleway"/>
              <a:cs typeface="Raleway"/>
              <a:sym typeface="Raleway"/>
            </a:endParaRPr>
          </a:p>
        </p:txBody>
      </p:sp>
      <p:grpSp>
        <p:nvGrpSpPr>
          <p:cNvPr id="227" name="Google Shape;227;p28"/>
          <p:cNvGrpSpPr/>
          <p:nvPr/>
        </p:nvGrpSpPr>
        <p:grpSpPr>
          <a:xfrm>
            <a:off x="3593993" y="923925"/>
            <a:ext cx="5102063" cy="2701287"/>
            <a:chOff x="847550" y="1140325"/>
            <a:chExt cx="6229625" cy="3298275"/>
          </a:xfrm>
        </p:grpSpPr>
        <p:sp>
          <p:nvSpPr>
            <p:cNvPr id="228" name="Google Shape;228;p28"/>
            <p:cNvSpPr/>
            <p:nvPr/>
          </p:nvSpPr>
          <p:spPr>
            <a:xfrm>
              <a:off x="936450" y="2929100"/>
              <a:ext cx="555825" cy="464275"/>
            </a:xfrm>
            <a:custGeom>
              <a:rect b="b" l="l" r="r" t="t"/>
              <a:pathLst>
                <a:path extrusionOk="0" h="18571" w="22233">
                  <a:moveTo>
                    <a:pt x="12216" y="0"/>
                  </a:moveTo>
                  <a:cubicBezTo>
                    <a:pt x="11729" y="0"/>
                    <a:pt x="11239" y="41"/>
                    <a:pt x="10761" y="114"/>
                  </a:cubicBezTo>
                  <a:cubicBezTo>
                    <a:pt x="2584" y="1360"/>
                    <a:pt x="1" y="11847"/>
                    <a:pt x="6657" y="16741"/>
                  </a:cubicBezTo>
                  <a:cubicBezTo>
                    <a:pt x="8378" y="18006"/>
                    <a:pt x="10272" y="18570"/>
                    <a:pt x="12112" y="18570"/>
                  </a:cubicBezTo>
                  <a:cubicBezTo>
                    <a:pt x="17391" y="18570"/>
                    <a:pt x="22232" y="13928"/>
                    <a:pt x="21308" y="7865"/>
                  </a:cubicBezTo>
                  <a:lnTo>
                    <a:pt x="21308" y="7865"/>
                  </a:lnTo>
                  <a:lnTo>
                    <a:pt x="12159" y="9263"/>
                  </a:lnTo>
                  <a:lnTo>
                    <a:pt x="13162" y="53"/>
                  </a:lnTo>
                  <a:cubicBezTo>
                    <a:pt x="12850" y="18"/>
                    <a:pt x="12534" y="0"/>
                    <a:pt x="12216" y="0"/>
                  </a:cubicBezTo>
                  <a:close/>
                </a:path>
              </a:pathLst>
            </a:cu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p:nvPr/>
          </p:nvSpPr>
          <p:spPr>
            <a:xfrm>
              <a:off x="1286775" y="2931175"/>
              <a:ext cx="174025" cy="177100"/>
            </a:xfrm>
            <a:custGeom>
              <a:rect b="b" l="l" r="r" t="t"/>
              <a:pathLst>
                <a:path extrusionOk="0" h="7084" w="6961">
                  <a:moveTo>
                    <a:pt x="1125" y="1"/>
                  </a:moveTo>
                  <a:lnTo>
                    <a:pt x="0" y="7083"/>
                  </a:lnTo>
                  <a:lnTo>
                    <a:pt x="0" y="7083"/>
                  </a:lnTo>
                  <a:lnTo>
                    <a:pt x="6961" y="5776"/>
                  </a:lnTo>
                  <a:cubicBezTo>
                    <a:pt x="6961" y="5776"/>
                    <a:pt x="5958" y="1825"/>
                    <a:pt x="1125"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8"/>
            <p:cNvSpPr/>
            <p:nvPr/>
          </p:nvSpPr>
          <p:spPr>
            <a:xfrm>
              <a:off x="5318750" y="3794425"/>
              <a:ext cx="553225" cy="553225"/>
            </a:xfrm>
            <a:custGeom>
              <a:rect b="b" l="l" r="r" t="t"/>
              <a:pathLst>
                <a:path extrusionOk="0" h="22129" w="22129">
                  <a:moveTo>
                    <a:pt x="11242" y="7061"/>
                  </a:moveTo>
                  <a:cubicBezTo>
                    <a:pt x="13026" y="7061"/>
                    <a:pt x="14637" y="8278"/>
                    <a:pt x="15077" y="10092"/>
                  </a:cubicBezTo>
                  <a:cubicBezTo>
                    <a:pt x="15740" y="12744"/>
                    <a:pt x="13635" y="14991"/>
                    <a:pt x="11235" y="14991"/>
                  </a:cubicBezTo>
                  <a:cubicBezTo>
                    <a:pt x="10555" y="14991"/>
                    <a:pt x="9851" y="14810"/>
                    <a:pt x="9180" y="14408"/>
                  </a:cubicBezTo>
                  <a:cubicBezTo>
                    <a:pt x="6171" y="12584"/>
                    <a:pt x="6870" y="8025"/>
                    <a:pt x="10305" y="7174"/>
                  </a:cubicBezTo>
                  <a:cubicBezTo>
                    <a:pt x="10619" y="7097"/>
                    <a:pt x="10933" y="7061"/>
                    <a:pt x="11242" y="7061"/>
                  </a:cubicBezTo>
                  <a:close/>
                  <a:moveTo>
                    <a:pt x="10244" y="0"/>
                  </a:moveTo>
                  <a:lnTo>
                    <a:pt x="6657" y="882"/>
                  </a:lnTo>
                  <a:lnTo>
                    <a:pt x="6718" y="3101"/>
                  </a:lnTo>
                  <a:cubicBezTo>
                    <a:pt x="5989" y="3496"/>
                    <a:pt x="5350" y="3952"/>
                    <a:pt x="4773" y="4529"/>
                  </a:cubicBezTo>
                  <a:lnTo>
                    <a:pt x="2645" y="3800"/>
                  </a:lnTo>
                  <a:lnTo>
                    <a:pt x="761" y="6961"/>
                  </a:lnTo>
                  <a:lnTo>
                    <a:pt x="2372" y="8511"/>
                  </a:lnTo>
                  <a:cubicBezTo>
                    <a:pt x="2128" y="9271"/>
                    <a:pt x="2007" y="10092"/>
                    <a:pt x="1976" y="10882"/>
                  </a:cubicBezTo>
                  <a:lnTo>
                    <a:pt x="1" y="11885"/>
                  </a:lnTo>
                  <a:lnTo>
                    <a:pt x="882" y="15472"/>
                  </a:lnTo>
                  <a:lnTo>
                    <a:pt x="3101" y="15411"/>
                  </a:lnTo>
                  <a:cubicBezTo>
                    <a:pt x="3466" y="16140"/>
                    <a:pt x="3952" y="16779"/>
                    <a:pt x="4530" y="17356"/>
                  </a:cubicBezTo>
                  <a:lnTo>
                    <a:pt x="3800" y="19484"/>
                  </a:lnTo>
                  <a:lnTo>
                    <a:pt x="6961" y="21368"/>
                  </a:lnTo>
                  <a:lnTo>
                    <a:pt x="8511" y="19757"/>
                  </a:lnTo>
                  <a:cubicBezTo>
                    <a:pt x="9271" y="20001"/>
                    <a:pt x="10092" y="20122"/>
                    <a:pt x="10882" y="20153"/>
                  </a:cubicBezTo>
                  <a:lnTo>
                    <a:pt x="11885" y="22128"/>
                  </a:lnTo>
                  <a:lnTo>
                    <a:pt x="15472" y="21277"/>
                  </a:lnTo>
                  <a:lnTo>
                    <a:pt x="15411" y="19028"/>
                  </a:lnTo>
                  <a:cubicBezTo>
                    <a:pt x="16141" y="18663"/>
                    <a:pt x="16779" y="18177"/>
                    <a:pt x="17357" y="17630"/>
                  </a:cubicBezTo>
                  <a:lnTo>
                    <a:pt x="19484" y="18329"/>
                  </a:lnTo>
                  <a:lnTo>
                    <a:pt x="21369" y="15168"/>
                  </a:lnTo>
                  <a:lnTo>
                    <a:pt x="19758" y="13617"/>
                  </a:lnTo>
                  <a:cubicBezTo>
                    <a:pt x="20001" y="12858"/>
                    <a:pt x="20123" y="12037"/>
                    <a:pt x="20153" y="11247"/>
                  </a:cubicBezTo>
                  <a:lnTo>
                    <a:pt x="22129" y="10244"/>
                  </a:lnTo>
                  <a:lnTo>
                    <a:pt x="21278" y="6657"/>
                  </a:lnTo>
                  <a:lnTo>
                    <a:pt x="19028" y="6718"/>
                  </a:lnTo>
                  <a:cubicBezTo>
                    <a:pt x="18664" y="5988"/>
                    <a:pt x="18177" y="5350"/>
                    <a:pt x="17630" y="4772"/>
                  </a:cubicBezTo>
                  <a:lnTo>
                    <a:pt x="18329" y="2645"/>
                  </a:lnTo>
                  <a:lnTo>
                    <a:pt x="15168" y="760"/>
                  </a:lnTo>
                  <a:lnTo>
                    <a:pt x="13618" y="2371"/>
                  </a:lnTo>
                  <a:cubicBezTo>
                    <a:pt x="12858" y="2128"/>
                    <a:pt x="12037" y="2006"/>
                    <a:pt x="11247" y="1976"/>
                  </a:cubicBezTo>
                  <a:lnTo>
                    <a:pt x="10244" y="0"/>
                  </a:ln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8"/>
            <p:cNvSpPr/>
            <p:nvPr/>
          </p:nvSpPr>
          <p:spPr>
            <a:xfrm>
              <a:off x="5496575" y="3969950"/>
              <a:ext cx="205950" cy="201900"/>
            </a:xfrm>
            <a:custGeom>
              <a:rect b="b" l="l" r="r" t="t"/>
              <a:pathLst>
                <a:path extrusionOk="0" h="8076" w="8238">
                  <a:moveTo>
                    <a:pt x="4164" y="1"/>
                  </a:moveTo>
                  <a:cubicBezTo>
                    <a:pt x="3830" y="1"/>
                    <a:pt x="3496" y="61"/>
                    <a:pt x="3192" y="153"/>
                  </a:cubicBezTo>
                  <a:cubicBezTo>
                    <a:pt x="3496" y="122"/>
                    <a:pt x="3830" y="92"/>
                    <a:pt x="4134" y="61"/>
                  </a:cubicBezTo>
                  <a:cubicBezTo>
                    <a:pt x="5016" y="92"/>
                    <a:pt x="5867" y="396"/>
                    <a:pt x="6566" y="973"/>
                  </a:cubicBezTo>
                  <a:cubicBezTo>
                    <a:pt x="7569" y="1794"/>
                    <a:pt x="8086" y="3071"/>
                    <a:pt x="7934" y="4378"/>
                  </a:cubicBezTo>
                  <a:cubicBezTo>
                    <a:pt x="7903" y="4742"/>
                    <a:pt x="7812" y="5107"/>
                    <a:pt x="7660" y="5441"/>
                  </a:cubicBezTo>
                  <a:cubicBezTo>
                    <a:pt x="7508" y="5806"/>
                    <a:pt x="7326" y="6141"/>
                    <a:pt x="7052" y="6444"/>
                  </a:cubicBezTo>
                  <a:cubicBezTo>
                    <a:pt x="6318" y="7325"/>
                    <a:pt x="5238" y="7815"/>
                    <a:pt x="4129" y="7815"/>
                  </a:cubicBezTo>
                  <a:cubicBezTo>
                    <a:pt x="3630" y="7815"/>
                    <a:pt x="3126" y="7716"/>
                    <a:pt x="2645" y="7508"/>
                  </a:cubicBezTo>
                  <a:cubicBezTo>
                    <a:pt x="1946" y="7235"/>
                    <a:pt x="1338" y="6748"/>
                    <a:pt x="912" y="6110"/>
                  </a:cubicBezTo>
                  <a:cubicBezTo>
                    <a:pt x="547" y="5533"/>
                    <a:pt x="304" y="4864"/>
                    <a:pt x="274" y="4195"/>
                  </a:cubicBezTo>
                  <a:cubicBezTo>
                    <a:pt x="243" y="3587"/>
                    <a:pt x="335" y="2979"/>
                    <a:pt x="578" y="2432"/>
                  </a:cubicBezTo>
                  <a:cubicBezTo>
                    <a:pt x="912" y="1612"/>
                    <a:pt x="1520" y="943"/>
                    <a:pt x="2280" y="517"/>
                  </a:cubicBezTo>
                  <a:cubicBezTo>
                    <a:pt x="2584" y="396"/>
                    <a:pt x="2888" y="274"/>
                    <a:pt x="3192" y="153"/>
                  </a:cubicBezTo>
                  <a:lnTo>
                    <a:pt x="3192" y="153"/>
                  </a:lnTo>
                  <a:cubicBezTo>
                    <a:pt x="2857" y="213"/>
                    <a:pt x="2554" y="305"/>
                    <a:pt x="2250" y="457"/>
                  </a:cubicBezTo>
                  <a:cubicBezTo>
                    <a:pt x="851" y="1186"/>
                    <a:pt x="0" y="2645"/>
                    <a:pt x="91" y="4226"/>
                  </a:cubicBezTo>
                  <a:cubicBezTo>
                    <a:pt x="122" y="4925"/>
                    <a:pt x="335" y="5624"/>
                    <a:pt x="760" y="6232"/>
                  </a:cubicBezTo>
                  <a:cubicBezTo>
                    <a:pt x="1186" y="6900"/>
                    <a:pt x="1824" y="7448"/>
                    <a:pt x="2554" y="7752"/>
                  </a:cubicBezTo>
                  <a:cubicBezTo>
                    <a:pt x="3067" y="7970"/>
                    <a:pt x="3608" y="8076"/>
                    <a:pt x="4142" y="8076"/>
                  </a:cubicBezTo>
                  <a:cubicBezTo>
                    <a:pt x="5316" y="8076"/>
                    <a:pt x="6462" y="7567"/>
                    <a:pt x="7234" y="6627"/>
                  </a:cubicBezTo>
                  <a:cubicBezTo>
                    <a:pt x="7508" y="6323"/>
                    <a:pt x="7721" y="5958"/>
                    <a:pt x="7873" y="5593"/>
                  </a:cubicBezTo>
                  <a:cubicBezTo>
                    <a:pt x="8025" y="5229"/>
                    <a:pt x="8116" y="4834"/>
                    <a:pt x="8146" y="4438"/>
                  </a:cubicBezTo>
                  <a:cubicBezTo>
                    <a:pt x="8238" y="3709"/>
                    <a:pt x="8116" y="2979"/>
                    <a:pt x="7812" y="2341"/>
                  </a:cubicBezTo>
                  <a:cubicBezTo>
                    <a:pt x="7538" y="1764"/>
                    <a:pt x="7143" y="1247"/>
                    <a:pt x="6657" y="882"/>
                  </a:cubicBezTo>
                  <a:cubicBezTo>
                    <a:pt x="5958" y="305"/>
                    <a:pt x="5076" y="1"/>
                    <a:pt x="4164" y="1"/>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8"/>
            <p:cNvSpPr/>
            <p:nvPr/>
          </p:nvSpPr>
          <p:spPr>
            <a:xfrm>
              <a:off x="2786800" y="3847650"/>
              <a:ext cx="607925" cy="590950"/>
            </a:xfrm>
            <a:custGeom>
              <a:rect b="b" l="l" r="r" t="t"/>
              <a:pathLst>
                <a:path extrusionOk="0" h="23638" w="24317">
                  <a:moveTo>
                    <a:pt x="12666" y="1"/>
                  </a:moveTo>
                  <a:cubicBezTo>
                    <a:pt x="11403" y="1"/>
                    <a:pt x="10142" y="205"/>
                    <a:pt x="8937" y="607"/>
                  </a:cubicBezTo>
                  <a:cubicBezTo>
                    <a:pt x="7842" y="941"/>
                    <a:pt x="6839" y="1458"/>
                    <a:pt x="5897" y="2127"/>
                  </a:cubicBezTo>
                  <a:cubicBezTo>
                    <a:pt x="5411" y="2461"/>
                    <a:pt x="4955" y="2826"/>
                    <a:pt x="4529" y="3221"/>
                  </a:cubicBezTo>
                  <a:cubicBezTo>
                    <a:pt x="4104" y="3646"/>
                    <a:pt x="3708" y="4102"/>
                    <a:pt x="3313" y="4558"/>
                  </a:cubicBezTo>
                  <a:cubicBezTo>
                    <a:pt x="122" y="8662"/>
                    <a:pt x="0" y="14346"/>
                    <a:pt x="2979" y="18601"/>
                  </a:cubicBezTo>
                  <a:cubicBezTo>
                    <a:pt x="3344" y="19087"/>
                    <a:pt x="3708" y="19543"/>
                    <a:pt x="4134" y="19999"/>
                  </a:cubicBezTo>
                  <a:cubicBezTo>
                    <a:pt x="4529" y="20425"/>
                    <a:pt x="4985" y="20790"/>
                    <a:pt x="5441" y="21154"/>
                  </a:cubicBezTo>
                  <a:cubicBezTo>
                    <a:pt x="6353" y="21884"/>
                    <a:pt x="7356" y="22431"/>
                    <a:pt x="8420" y="22826"/>
                  </a:cubicBezTo>
                  <a:cubicBezTo>
                    <a:pt x="9772" y="23367"/>
                    <a:pt x="11195" y="23637"/>
                    <a:pt x="12630" y="23637"/>
                  </a:cubicBezTo>
                  <a:cubicBezTo>
                    <a:pt x="13293" y="23637"/>
                    <a:pt x="13958" y="23580"/>
                    <a:pt x="14621" y="23464"/>
                  </a:cubicBezTo>
                  <a:cubicBezTo>
                    <a:pt x="17964" y="22917"/>
                    <a:pt x="20882" y="20941"/>
                    <a:pt x="22645" y="18054"/>
                  </a:cubicBezTo>
                  <a:cubicBezTo>
                    <a:pt x="23253" y="17081"/>
                    <a:pt x="23678" y="16048"/>
                    <a:pt x="23952" y="14954"/>
                  </a:cubicBezTo>
                  <a:cubicBezTo>
                    <a:pt x="24074" y="14528"/>
                    <a:pt x="24134" y="14133"/>
                    <a:pt x="24195" y="13738"/>
                  </a:cubicBezTo>
                  <a:cubicBezTo>
                    <a:pt x="24256" y="13434"/>
                    <a:pt x="24286" y="13130"/>
                    <a:pt x="24286" y="12826"/>
                  </a:cubicBezTo>
                  <a:cubicBezTo>
                    <a:pt x="24317" y="12583"/>
                    <a:pt x="24317" y="12340"/>
                    <a:pt x="24286" y="12096"/>
                  </a:cubicBezTo>
                  <a:cubicBezTo>
                    <a:pt x="24195" y="12340"/>
                    <a:pt x="24165" y="12583"/>
                    <a:pt x="24165" y="12826"/>
                  </a:cubicBezTo>
                  <a:cubicBezTo>
                    <a:pt x="24134" y="13130"/>
                    <a:pt x="24074" y="13403"/>
                    <a:pt x="24013" y="13707"/>
                  </a:cubicBezTo>
                  <a:cubicBezTo>
                    <a:pt x="23952" y="14102"/>
                    <a:pt x="23861" y="14498"/>
                    <a:pt x="23739" y="14862"/>
                  </a:cubicBezTo>
                  <a:cubicBezTo>
                    <a:pt x="23435" y="15926"/>
                    <a:pt x="22949" y="16929"/>
                    <a:pt x="22341" y="17872"/>
                  </a:cubicBezTo>
                  <a:cubicBezTo>
                    <a:pt x="20201" y="21193"/>
                    <a:pt x="16540" y="23076"/>
                    <a:pt x="12749" y="23076"/>
                  </a:cubicBezTo>
                  <a:cubicBezTo>
                    <a:pt x="11372" y="23076"/>
                    <a:pt x="9977" y="22828"/>
                    <a:pt x="8633" y="22309"/>
                  </a:cubicBezTo>
                  <a:cubicBezTo>
                    <a:pt x="7630" y="21914"/>
                    <a:pt x="6687" y="21367"/>
                    <a:pt x="5836" y="20698"/>
                  </a:cubicBezTo>
                  <a:cubicBezTo>
                    <a:pt x="5380" y="20334"/>
                    <a:pt x="4955" y="19969"/>
                    <a:pt x="4590" y="19574"/>
                  </a:cubicBezTo>
                  <a:cubicBezTo>
                    <a:pt x="4195" y="19148"/>
                    <a:pt x="3830" y="18692"/>
                    <a:pt x="3496" y="18236"/>
                  </a:cubicBezTo>
                  <a:cubicBezTo>
                    <a:pt x="699" y="14224"/>
                    <a:pt x="821" y="8814"/>
                    <a:pt x="3830" y="4953"/>
                  </a:cubicBezTo>
                  <a:cubicBezTo>
                    <a:pt x="4499" y="4042"/>
                    <a:pt x="5319" y="3251"/>
                    <a:pt x="6262" y="2613"/>
                  </a:cubicBezTo>
                  <a:cubicBezTo>
                    <a:pt x="7143" y="1975"/>
                    <a:pt x="8116" y="1488"/>
                    <a:pt x="9149" y="1124"/>
                  </a:cubicBezTo>
                  <a:cubicBezTo>
                    <a:pt x="10332" y="729"/>
                    <a:pt x="11561" y="532"/>
                    <a:pt x="12794" y="532"/>
                  </a:cubicBezTo>
                  <a:cubicBezTo>
                    <a:pt x="13557" y="532"/>
                    <a:pt x="14321" y="608"/>
                    <a:pt x="15076" y="759"/>
                  </a:cubicBezTo>
                  <a:cubicBezTo>
                    <a:pt x="16809" y="1124"/>
                    <a:pt x="18390" y="1883"/>
                    <a:pt x="19788" y="2978"/>
                  </a:cubicBezTo>
                  <a:cubicBezTo>
                    <a:pt x="20912" y="3859"/>
                    <a:pt x="21885" y="4984"/>
                    <a:pt x="22615" y="6230"/>
                  </a:cubicBezTo>
                  <a:cubicBezTo>
                    <a:pt x="23162" y="7172"/>
                    <a:pt x="23587" y="8206"/>
                    <a:pt x="23861" y="9270"/>
                  </a:cubicBezTo>
                  <a:cubicBezTo>
                    <a:pt x="23952" y="9665"/>
                    <a:pt x="24043" y="10060"/>
                    <a:pt x="24074" y="10455"/>
                  </a:cubicBezTo>
                  <a:cubicBezTo>
                    <a:pt x="24134" y="10759"/>
                    <a:pt x="24165" y="11033"/>
                    <a:pt x="24165" y="11336"/>
                  </a:cubicBezTo>
                  <a:cubicBezTo>
                    <a:pt x="24165" y="11580"/>
                    <a:pt x="24195" y="11823"/>
                    <a:pt x="24256" y="12066"/>
                  </a:cubicBezTo>
                  <a:cubicBezTo>
                    <a:pt x="24286" y="11823"/>
                    <a:pt x="24317" y="11610"/>
                    <a:pt x="24317" y="11367"/>
                  </a:cubicBezTo>
                  <a:cubicBezTo>
                    <a:pt x="24317" y="11063"/>
                    <a:pt x="24317" y="10759"/>
                    <a:pt x="24256" y="10455"/>
                  </a:cubicBezTo>
                  <a:cubicBezTo>
                    <a:pt x="24226" y="10060"/>
                    <a:pt x="24165" y="9634"/>
                    <a:pt x="24074" y="9239"/>
                  </a:cubicBezTo>
                  <a:cubicBezTo>
                    <a:pt x="23861" y="8145"/>
                    <a:pt x="23466" y="7051"/>
                    <a:pt x="22919" y="6078"/>
                  </a:cubicBezTo>
                  <a:cubicBezTo>
                    <a:pt x="21308" y="3099"/>
                    <a:pt x="18481" y="1002"/>
                    <a:pt x="15168" y="273"/>
                  </a:cubicBezTo>
                  <a:cubicBezTo>
                    <a:pt x="14343" y="91"/>
                    <a:pt x="13504" y="1"/>
                    <a:pt x="12666" y="1"/>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8"/>
            <p:cNvSpPr/>
            <p:nvPr/>
          </p:nvSpPr>
          <p:spPr>
            <a:xfrm>
              <a:off x="2881025" y="3957700"/>
              <a:ext cx="455200" cy="95975"/>
            </a:xfrm>
            <a:custGeom>
              <a:rect b="b" l="l" r="r" t="t"/>
              <a:pathLst>
                <a:path extrusionOk="0" h="3839" w="18208">
                  <a:moveTo>
                    <a:pt x="72" y="1"/>
                  </a:moveTo>
                  <a:cubicBezTo>
                    <a:pt x="67" y="1"/>
                    <a:pt x="64" y="2"/>
                    <a:pt x="61" y="4"/>
                  </a:cubicBezTo>
                  <a:cubicBezTo>
                    <a:pt x="0" y="65"/>
                    <a:pt x="760" y="916"/>
                    <a:pt x="2310" y="1858"/>
                  </a:cubicBezTo>
                  <a:cubicBezTo>
                    <a:pt x="3222" y="2406"/>
                    <a:pt x="4164" y="2831"/>
                    <a:pt x="5198" y="3196"/>
                  </a:cubicBezTo>
                  <a:cubicBezTo>
                    <a:pt x="5471" y="3287"/>
                    <a:pt x="5775" y="3348"/>
                    <a:pt x="6079" y="3439"/>
                  </a:cubicBezTo>
                  <a:lnTo>
                    <a:pt x="6535" y="3561"/>
                  </a:lnTo>
                  <a:cubicBezTo>
                    <a:pt x="6687" y="3591"/>
                    <a:pt x="6839" y="3621"/>
                    <a:pt x="7022" y="3621"/>
                  </a:cubicBezTo>
                  <a:lnTo>
                    <a:pt x="7994" y="3804"/>
                  </a:lnTo>
                  <a:lnTo>
                    <a:pt x="9028" y="3834"/>
                  </a:lnTo>
                  <a:cubicBezTo>
                    <a:pt x="9136" y="3837"/>
                    <a:pt x="9244" y="3838"/>
                    <a:pt x="9352" y="3838"/>
                  </a:cubicBezTo>
                  <a:cubicBezTo>
                    <a:pt x="11612" y="3838"/>
                    <a:pt x="13832" y="3234"/>
                    <a:pt x="15776" y="2132"/>
                  </a:cubicBezTo>
                  <a:lnTo>
                    <a:pt x="16353" y="1828"/>
                  </a:lnTo>
                  <a:cubicBezTo>
                    <a:pt x="16536" y="1706"/>
                    <a:pt x="16688" y="1615"/>
                    <a:pt x="16839" y="1494"/>
                  </a:cubicBezTo>
                  <a:lnTo>
                    <a:pt x="17599" y="977"/>
                  </a:lnTo>
                  <a:cubicBezTo>
                    <a:pt x="17995" y="673"/>
                    <a:pt x="18207" y="491"/>
                    <a:pt x="18177" y="460"/>
                  </a:cubicBezTo>
                  <a:cubicBezTo>
                    <a:pt x="18173" y="456"/>
                    <a:pt x="18166" y="455"/>
                    <a:pt x="18156" y="455"/>
                  </a:cubicBezTo>
                  <a:cubicBezTo>
                    <a:pt x="18083" y="455"/>
                    <a:pt x="17847" y="551"/>
                    <a:pt x="17447" y="764"/>
                  </a:cubicBezTo>
                  <a:lnTo>
                    <a:pt x="16657" y="1190"/>
                  </a:lnTo>
                  <a:cubicBezTo>
                    <a:pt x="16505" y="1281"/>
                    <a:pt x="16353" y="1372"/>
                    <a:pt x="16171" y="1463"/>
                  </a:cubicBezTo>
                  <a:lnTo>
                    <a:pt x="15593" y="1706"/>
                  </a:lnTo>
                  <a:cubicBezTo>
                    <a:pt x="13617" y="2710"/>
                    <a:pt x="11439" y="3197"/>
                    <a:pt x="9229" y="3197"/>
                  </a:cubicBezTo>
                  <a:cubicBezTo>
                    <a:pt x="9162" y="3197"/>
                    <a:pt x="9095" y="3197"/>
                    <a:pt x="9028" y="3196"/>
                  </a:cubicBezTo>
                  <a:lnTo>
                    <a:pt x="8055" y="3165"/>
                  </a:lnTo>
                  <a:lnTo>
                    <a:pt x="7113" y="3013"/>
                  </a:lnTo>
                  <a:lnTo>
                    <a:pt x="6657" y="2953"/>
                  </a:lnTo>
                  <a:lnTo>
                    <a:pt x="6201" y="2831"/>
                  </a:lnTo>
                  <a:cubicBezTo>
                    <a:pt x="5897" y="2770"/>
                    <a:pt x="5623" y="2710"/>
                    <a:pt x="5350" y="2618"/>
                  </a:cubicBezTo>
                  <a:cubicBezTo>
                    <a:pt x="4377" y="2314"/>
                    <a:pt x="3435" y="1919"/>
                    <a:pt x="2523" y="1463"/>
                  </a:cubicBezTo>
                  <a:cubicBezTo>
                    <a:pt x="1036" y="676"/>
                    <a:pt x="192" y="1"/>
                    <a:pt x="72" y="1"/>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
            <p:cNvSpPr/>
            <p:nvPr/>
          </p:nvSpPr>
          <p:spPr>
            <a:xfrm>
              <a:off x="2872650" y="4235800"/>
              <a:ext cx="455975" cy="95225"/>
            </a:xfrm>
            <a:custGeom>
              <a:rect b="b" l="l" r="r" t="t"/>
              <a:pathLst>
                <a:path extrusionOk="0" h="3809" w="18239">
                  <a:moveTo>
                    <a:pt x="8872" y="1"/>
                  </a:moveTo>
                  <a:cubicBezTo>
                    <a:pt x="6615" y="1"/>
                    <a:pt x="4371" y="578"/>
                    <a:pt x="2402" y="1707"/>
                  </a:cubicBezTo>
                  <a:lnTo>
                    <a:pt x="1855" y="2011"/>
                  </a:lnTo>
                  <a:cubicBezTo>
                    <a:pt x="1673" y="2102"/>
                    <a:pt x="1521" y="2224"/>
                    <a:pt x="1369" y="2346"/>
                  </a:cubicBezTo>
                  <a:lnTo>
                    <a:pt x="609" y="2862"/>
                  </a:lnTo>
                  <a:cubicBezTo>
                    <a:pt x="214" y="3166"/>
                    <a:pt x="1" y="3349"/>
                    <a:pt x="31" y="3379"/>
                  </a:cubicBezTo>
                  <a:cubicBezTo>
                    <a:pt x="35" y="3383"/>
                    <a:pt x="42" y="3385"/>
                    <a:pt x="52" y="3385"/>
                  </a:cubicBezTo>
                  <a:cubicBezTo>
                    <a:pt x="125" y="3385"/>
                    <a:pt x="361" y="3288"/>
                    <a:pt x="761" y="3075"/>
                  </a:cubicBezTo>
                  <a:lnTo>
                    <a:pt x="1551" y="2619"/>
                  </a:lnTo>
                  <a:cubicBezTo>
                    <a:pt x="1703" y="2558"/>
                    <a:pt x="1855" y="2437"/>
                    <a:pt x="2037" y="2346"/>
                  </a:cubicBezTo>
                  <a:lnTo>
                    <a:pt x="2615" y="2102"/>
                  </a:lnTo>
                  <a:cubicBezTo>
                    <a:pt x="4544" y="1152"/>
                    <a:pt x="6664" y="639"/>
                    <a:pt x="8819" y="639"/>
                  </a:cubicBezTo>
                  <a:cubicBezTo>
                    <a:pt x="8940" y="639"/>
                    <a:pt x="9060" y="640"/>
                    <a:pt x="9180" y="643"/>
                  </a:cubicBezTo>
                  <a:lnTo>
                    <a:pt x="10183" y="674"/>
                  </a:lnTo>
                  <a:lnTo>
                    <a:pt x="11126" y="795"/>
                  </a:lnTo>
                  <a:lnTo>
                    <a:pt x="11582" y="887"/>
                  </a:lnTo>
                  <a:lnTo>
                    <a:pt x="12007" y="978"/>
                  </a:lnTo>
                  <a:cubicBezTo>
                    <a:pt x="12311" y="1069"/>
                    <a:pt x="12585" y="1130"/>
                    <a:pt x="12889" y="1191"/>
                  </a:cubicBezTo>
                  <a:cubicBezTo>
                    <a:pt x="13861" y="1494"/>
                    <a:pt x="14804" y="1890"/>
                    <a:pt x="15715" y="2376"/>
                  </a:cubicBezTo>
                  <a:cubicBezTo>
                    <a:pt x="17203" y="3134"/>
                    <a:pt x="18046" y="3808"/>
                    <a:pt x="18166" y="3808"/>
                  </a:cubicBezTo>
                  <a:cubicBezTo>
                    <a:pt x="18171" y="3808"/>
                    <a:pt x="18175" y="3807"/>
                    <a:pt x="18178" y="3805"/>
                  </a:cubicBezTo>
                  <a:cubicBezTo>
                    <a:pt x="18238" y="3774"/>
                    <a:pt x="17478" y="2923"/>
                    <a:pt x="15928" y="1981"/>
                  </a:cubicBezTo>
                  <a:cubicBezTo>
                    <a:pt x="15016" y="1434"/>
                    <a:pt x="14044" y="978"/>
                    <a:pt x="13041" y="643"/>
                  </a:cubicBezTo>
                  <a:cubicBezTo>
                    <a:pt x="12767" y="552"/>
                    <a:pt x="12463" y="491"/>
                    <a:pt x="12159" y="400"/>
                  </a:cubicBezTo>
                  <a:lnTo>
                    <a:pt x="11703" y="279"/>
                  </a:lnTo>
                  <a:cubicBezTo>
                    <a:pt x="11551" y="248"/>
                    <a:pt x="11369" y="218"/>
                    <a:pt x="11217" y="187"/>
                  </a:cubicBezTo>
                  <a:lnTo>
                    <a:pt x="10244" y="35"/>
                  </a:lnTo>
                  <a:lnTo>
                    <a:pt x="9211" y="5"/>
                  </a:lnTo>
                  <a:cubicBezTo>
                    <a:pt x="9098" y="2"/>
                    <a:pt x="8985" y="1"/>
                    <a:pt x="8872" y="1"/>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p:nvPr/>
          </p:nvSpPr>
          <p:spPr>
            <a:xfrm>
              <a:off x="2815675" y="4138500"/>
              <a:ext cx="577525" cy="21175"/>
            </a:xfrm>
            <a:custGeom>
              <a:rect b="b" l="l" r="r" t="t"/>
              <a:pathLst>
                <a:path extrusionOk="0" h="847" w="23101">
                  <a:moveTo>
                    <a:pt x="4274" y="0"/>
                  </a:moveTo>
                  <a:cubicBezTo>
                    <a:pt x="1666" y="0"/>
                    <a:pt x="0" y="55"/>
                    <a:pt x="0" y="158"/>
                  </a:cubicBezTo>
                  <a:cubicBezTo>
                    <a:pt x="0" y="310"/>
                    <a:pt x="5167" y="584"/>
                    <a:pt x="11520" y="736"/>
                  </a:cubicBezTo>
                  <a:cubicBezTo>
                    <a:pt x="14566" y="808"/>
                    <a:pt x="17343" y="846"/>
                    <a:pt x="19413" y="846"/>
                  </a:cubicBezTo>
                  <a:cubicBezTo>
                    <a:pt x="21680" y="846"/>
                    <a:pt x="23101" y="801"/>
                    <a:pt x="23101" y="706"/>
                  </a:cubicBezTo>
                  <a:cubicBezTo>
                    <a:pt x="23101" y="523"/>
                    <a:pt x="17934" y="250"/>
                    <a:pt x="11551" y="98"/>
                  </a:cubicBezTo>
                  <a:cubicBezTo>
                    <a:pt x="8792" y="32"/>
                    <a:pt x="6260" y="0"/>
                    <a:pt x="4274"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8"/>
            <p:cNvSpPr/>
            <p:nvPr/>
          </p:nvSpPr>
          <p:spPr>
            <a:xfrm>
              <a:off x="3086200" y="3853700"/>
              <a:ext cx="23575" cy="577525"/>
            </a:xfrm>
            <a:custGeom>
              <a:rect b="b" l="l" r="r" t="t"/>
              <a:pathLst>
                <a:path extrusionOk="0" h="23101" w="943">
                  <a:moveTo>
                    <a:pt x="760" y="0"/>
                  </a:moveTo>
                  <a:cubicBezTo>
                    <a:pt x="578" y="0"/>
                    <a:pt x="304" y="5167"/>
                    <a:pt x="152" y="11550"/>
                  </a:cubicBezTo>
                  <a:cubicBezTo>
                    <a:pt x="0" y="17903"/>
                    <a:pt x="30" y="23101"/>
                    <a:pt x="182" y="23101"/>
                  </a:cubicBezTo>
                  <a:cubicBezTo>
                    <a:pt x="183" y="23101"/>
                    <a:pt x="184" y="23101"/>
                    <a:pt x="184" y="23101"/>
                  </a:cubicBezTo>
                  <a:cubicBezTo>
                    <a:pt x="366" y="23101"/>
                    <a:pt x="639" y="17915"/>
                    <a:pt x="790" y="11550"/>
                  </a:cubicBezTo>
                  <a:cubicBezTo>
                    <a:pt x="942" y="5167"/>
                    <a:pt x="912" y="0"/>
                    <a:pt x="760"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8"/>
            <p:cNvSpPr/>
            <p:nvPr/>
          </p:nvSpPr>
          <p:spPr>
            <a:xfrm>
              <a:off x="2946375" y="3852900"/>
              <a:ext cx="159600" cy="577650"/>
            </a:xfrm>
            <a:custGeom>
              <a:rect b="b" l="l" r="r" t="t"/>
              <a:pathLst>
                <a:path extrusionOk="0" h="23106" w="6384">
                  <a:moveTo>
                    <a:pt x="6348" y="1"/>
                  </a:moveTo>
                  <a:cubicBezTo>
                    <a:pt x="6245" y="1"/>
                    <a:pt x="4987" y="797"/>
                    <a:pt x="3465" y="2677"/>
                  </a:cubicBezTo>
                  <a:cubicBezTo>
                    <a:pt x="2554" y="3771"/>
                    <a:pt x="1794" y="4987"/>
                    <a:pt x="1216" y="6294"/>
                  </a:cubicBezTo>
                  <a:cubicBezTo>
                    <a:pt x="487" y="7905"/>
                    <a:pt x="91" y="9668"/>
                    <a:pt x="31" y="11430"/>
                  </a:cubicBezTo>
                  <a:cubicBezTo>
                    <a:pt x="0" y="13193"/>
                    <a:pt x="304" y="14956"/>
                    <a:pt x="943" y="16598"/>
                  </a:cubicBezTo>
                  <a:cubicBezTo>
                    <a:pt x="1429" y="17935"/>
                    <a:pt x="2128" y="19212"/>
                    <a:pt x="3009" y="20367"/>
                  </a:cubicBezTo>
                  <a:cubicBezTo>
                    <a:pt x="4420" y="22247"/>
                    <a:pt x="5660" y="23105"/>
                    <a:pt x="5768" y="23105"/>
                  </a:cubicBezTo>
                  <a:cubicBezTo>
                    <a:pt x="5772" y="23105"/>
                    <a:pt x="5774" y="23104"/>
                    <a:pt x="5775" y="23102"/>
                  </a:cubicBezTo>
                  <a:cubicBezTo>
                    <a:pt x="5836" y="23042"/>
                    <a:pt x="4712" y="22069"/>
                    <a:pt x="3374" y="20093"/>
                  </a:cubicBezTo>
                  <a:cubicBezTo>
                    <a:pt x="2584" y="18938"/>
                    <a:pt x="1946" y="17722"/>
                    <a:pt x="1490" y="16415"/>
                  </a:cubicBezTo>
                  <a:cubicBezTo>
                    <a:pt x="912" y="14804"/>
                    <a:pt x="639" y="13133"/>
                    <a:pt x="669" y="11430"/>
                  </a:cubicBezTo>
                  <a:cubicBezTo>
                    <a:pt x="699" y="9728"/>
                    <a:pt x="1064" y="8087"/>
                    <a:pt x="1733" y="6506"/>
                  </a:cubicBezTo>
                  <a:cubicBezTo>
                    <a:pt x="2280" y="5260"/>
                    <a:pt x="2979" y="4044"/>
                    <a:pt x="3800" y="2920"/>
                  </a:cubicBezTo>
                  <a:cubicBezTo>
                    <a:pt x="5228" y="1035"/>
                    <a:pt x="6383" y="63"/>
                    <a:pt x="6353" y="2"/>
                  </a:cubicBezTo>
                  <a:cubicBezTo>
                    <a:pt x="6352" y="1"/>
                    <a:pt x="6350" y="1"/>
                    <a:pt x="6348" y="1"/>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8"/>
            <p:cNvSpPr/>
            <p:nvPr/>
          </p:nvSpPr>
          <p:spPr>
            <a:xfrm>
              <a:off x="3096075" y="3853625"/>
              <a:ext cx="159600" cy="577675"/>
            </a:xfrm>
            <a:custGeom>
              <a:rect b="b" l="l" r="r" t="t"/>
              <a:pathLst>
                <a:path extrusionOk="0" h="23107" w="6384">
                  <a:moveTo>
                    <a:pt x="618" y="0"/>
                  </a:moveTo>
                  <a:cubicBezTo>
                    <a:pt x="614" y="0"/>
                    <a:pt x="610" y="1"/>
                    <a:pt x="608" y="3"/>
                  </a:cubicBezTo>
                  <a:cubicBezTo>
                    <a:pt x="547" y="64"/>
                    <a:pt x="1702" y="1037"/>
                    <a:pt x="3040" y="3012"/>
                  </a:cubicBezTo>
                  <a:cubicBezTo>
                    <a:pt x="3830" y="4167"/>
                    <a:pt x="4468" y="5383"/>
                    <a:pt x="4924" y="6690"/>
                  </a:cubicBezTo>
                  <a:cubicBezTo>
                    <a:pt x="5502" y="8301"/>
                    <a:pt x="5775" y="9973"/>
                    <a:pt x="5745" y="11675"/>
                  </a:cubicBezTo>
                  <a:cubicBezTo>
                    <a:pt x="5684" y="13377"/>
                    <a:pt x="5319" y="15019"/>
                    <a:pt x="4651" y="16599"/>
                  </a:cubicBezTo>
                  <a:cubicBezTo>
                    <a:pt x="4104" y="17876"/>
                    <a:pt x="3405" y="19061"/>
                    <a:pt x="2584" y="20186"/>
                  </a:cubicBezTo>
                  <a:cubicBezTo>
                    <a:pt x="1155" y="22070"/>
                    <a:pt x="0" y="23043"/>
                    <a:pt x="61" y="23104"/>
                  </a:cubicBezTo>
                  <a:cubicBezTo>
                    <a:pt x="62" y="23106"/>
                    <a:pt x="64" y="23107"/>
                    <a:pt x="68" y="23107"/>
                  </a:cubicBezTo>
                  <a:cubicBezTo>
                    <a:pt x="177" y="23107"/>
                    <a:pt x="1421" y="22251"/>
                    <a:pt x="2949" y="20429"/>
                  </a:cubicBezTo>
                  <a:cubicBezTo>
                    <a:pt x="3860" y="19335"/>
                    <a:pt x="4590" y="18119"/>
                    <a:pt x="5198" y="16812"/>
                  </a:cubicBezTo>
                  <a:cubicBezTo>
                    <a:pt x="5927" y="15201"/>
                    <a:pt x="6323" y="13438"/>
                    <a:pt x="6353" y="11675"/>
                  </a:cubicBezTo>
                  <a:cubicBezTo>
                    <a:pt x="6383" y="9912"/>
                    <a:pt x="6079" y="8149"/>
                    <a:pt x="5471" y="6508"/>
                  </a:cubicBezTo>
                  <a:cubicBezTo>
                    <a:pt x="4955" y="5170"/>
                    <a:pt x="4256" y="3894"/>
                    <a:pt x="3405" y="2739"/>
                  </a:cubicBezTo>
                  <a:cubicBezTo>
                    <a:pt x="1965" y="858"/>
                    <a:pt x="752" y="0"/>
                    <a:pt x="618"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8"/>
            <p:cNvSpPr/>
            <p:nvPr/>
          </p:nvSpPr>
          <p:spPr>
            <a:xfrm>
              <a:off x="2214600" y="2491975"/>
              <a:ext cx="510675" cy="367800"/>
            </a:xfrm>
            <a:custGeom>
              <a:rect b="b" l="l" r="r" t="t"/>
              <a:pathLst>
                <a:path extrusionOk="0" h="14712" w="20427">
                  <a:moveTo>
                    <a:pt x="19271" y="0"/>
                  </a:moveTo>
                  <a:lnTo>
                    <a:pt x="0" y="1733"/>
                  </a:lnTo>
                  <a:lnTo>
                    <a:pt x="1155" y="14712"/>
                  </a:lnTo>
                  <a:lnTo>
                    <a:pt x="20426" y="12979"/>
                  </a:lnTo>
                  <a:lnTo>
                    <a:pt x="19271" y="0"/>
                  </a:lnTo>
                  <a:close/>
                </a:path>
              </a:pathLst>
            </a:cu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8"/>
            <p:cNvSpPr/>
            <p:nvPr/>
          </p:nvSpPr>
          <p:spPr>
            <a:xfrm>
              <a:off x="2214600" y="2492575"/>
              <a:ext cx="481025" cy="219775"/>
            </a:xfrm>
            <a:custGeom>
              <a:rect b="b" l="l" r="r" t="t"/>
              <a:pathLst>
                <a:path extrusionOk="0" h="8791" w="19241">
                  <a:moveTo>
                    <a:pt x="19237" y="1"/>
                  </a:moveTo>
                  <a:cubicBezTo>
                    <a:pt x="19224" y="1"/>
                    <a:pt x="19167" y="76"/>
                    <a:pt x="19089" y="128"/>
                  </a:cubicBezTo>
                  <a:lnTo>
                    <a:pt x="18572" y="645"/>
                  </a:lnTo>
                  <a:lnTo>
                    <a:pt x="16657" y="2469"/>
                  </a:lnTo>
                  <a:lnTo>
                    <a:pt x="10532" y="8563"/>
                  </a:lnTo>
                  <a:lnTo>
                    <a:pt x="10532" y="8563"/>
                  </a:lnTo>
                  <a:lnTo>
                    <a:pt x="10456" y="8517"/>
                  </a:lnTo>
                  <a:lnTo>
                    <a:pt x="3070" y="3654"/>
                  </a:lnTo>
                  <a:lnTo>
                    <a:pt x="821" y="2195"/>
                  </a:lnTo>
                  <a:lnTo>
                    <a:pt x="213" y="1830"/>
                  </a:lnTo>
                  <a:cubicBezTo>
                    <a:pt x="152" y="1770"/>
                    <a:pt x="61" y="1739"/>
                    <a:pt x="0" y="1709"/>
                  </a:cubicBezTo>
                  <a:lnTo>
                    <a:pt x="0" y="1709"/>
                  </a:lnTo>
                  <a:cubicBezTo>
                    <a:pt x="61" y="1770"/>
                    <a:pt x="122" y="1800"/>
                    <a:pt x="213" y="1861"/>
                  </a:cubicBezTo>
                  <a:lnTo>
                    <a:pt x="791" y="2286"/>
                  </a:lnTo>
                  <a:lnTo>
                    <a:pt x="3009" y="3776"/>
                  </a:lnTo>
                  <a:lnTo>
                    <a:pt x="10365" y="8669"/>
                  </a:lnTo>
                  <a:lnTo>
                    <a:pt x="10487" y="8761"/>
                  </a:lnTo>
                  <a:lnTo>
                    <a:pt x="10548" y="8791"/>
                  </a:lnTo>
                  <a:lnTo>
                    <a:pt x="10608" y="8761"/>
                  </a:lnTo>
                  <a:lnTo>
                    <a:pt x="16748" y="2590"/>
                  </a:lnTo>
                  <a:cubicBezTo>
                    <a:pt x="17508" y="1800"/>
                    <a:pt x="18146" y="1162"/>
                    <a:pt x="18602" y="706"/>
                  </a:cubicBezTo>
                  <a:cubicBezTo>
                    <a:pt x="18785" y="493"/>
                    <a:pt x="18967" y="311"/>
                    <a:pt x="19089" y="189"/>
                  </a:cubicBezTo>
                  <a:cubicBezTo>
                    <a:pt x="19150" y="128"/>
                    <a:pt x="19210" y="67"/>
                    <a:pt x="19241" y="7"/>
                  </a:cubicBezTo>
                  <a:cubicBezTo>
                    <a:pt x="19241" y="2"/>
                    <a:pt x="19240" y="1"/>
                    <a:pt x="19237"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8"/>
            <p:cNvSpPr/>
            <p:nvPr/>
          </p:nvSpPr>
          <p:spPr>
            <a:xfrm>
              <a:off x="2242700" y="2649250"/>
              <a:ext cx="149725" cy="210550"/>
            </a:xfrm>
            <a:custGeom>
              <a:rect b="b" l="l" r="r" t="t"/>
              <a:pathLst>
                <a:path extrusionOk="0" h="8422" w="5989">
                  <a:moveTo>
                    <a:pt x="5957" y="1"/>
                  </a:moveTo>
                  <a:cubicBezTo>
                    <a:pt x="5875" y="1"/>
                    <a:pt x="4517" y="1844"/>
                    <a:pt x="2919" y="4165"/>
                  </a:cubicBezTo>
                  <a:cubicBezTo>
                    <a:pt x="1277" y="6475"/>
                    <a:pt x="1" y="8390"/>
                    <a:pt x="31" y="8421"/>
                  </a:cubicBezTo>
                  <a:cubicBezTo>
                    <a:pt x="32" y="8421"/>
                    <a:pt x="32" y="8421"/>
                    <a:pt x="32" y="8421"/>
                  </a:cubicBezTo>
                  <a:cubicBezTo>
                    <a:pt x="83" y="8421"/>
                    <a:pt x="1443" y="6548"/>
                    <a:pt x="3071" y="4256"/>
                  </a:cubicBezTo>
                  <a:cubicBezTo>
                    <a:pt x="4712" y="1916"/>
                    <a:pt x="5989" y="1"/>
                    <a:pt x="5958" y="1"/>
                  </a:cubicBezTo>
                  <a:cubicBezTo>
                    <a:pt x="5958" y="1"/>
                    <a:pt x="5957" y="1"/>
                    <a:pt x="5957"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8"/>
            <p:cNvSpPr/>
            <p:nvPr/>
          </p:nvSpPr>
          <p:spPr>
            <a:xfrm>
              <a:off x="2549700" y="2631025"/>
              <a:ext cx="175575" cy="186250"/>
            </a:xfrm>
            <a:custGeom>
              <a:rect b="b" l="l" r="r" t="t"/>
              <a:pathLst>
                <a:path extrusionOk="0" h="7450" w="7023">
                  <a:moveTo>
                    <a:pt x="32" y="0"/>
                  </a:moveTo>
                  <a:cubicBezTo>
                    <a:pt x="32" y="0"/>
                    <a:pt x="31" y="0"/>
                    <a:pt x="31" y="1"/>
                  </a:cubicBezTo>
                  <a:cubicBezTo>
                    <a:pt x="1" y="31"/>
                    <a:pt x="1521" y="1733"/>
                    <a:pt x="3466" y="3770"/>
                  </a:cubicBezTo>
                  <a:cubicBezTo>
                    <a:pt x="5347" y="5800"/>
                    <a:pt x="6905" y="7449"/>
                    <a:pt x="6989" y="7449"/>
                  </a:cubicBezTo>
                  <a:cubicBezTo>
                    <a:pt x="6990" y="7449"/>
                    <a:pt x="6991" y="7449"/>
                    <a:pt x="6992" y="7448"/>
                  </a:cubicBezTo>
                  <a:cubicBezTo>
                    <a:pt x="7022" y="7387"/>
                    <a:pt x="5502" y="5715"/>
                    <a:pt x="3587" y="3648"/>
                  </a:cubicBezTo>
                  <a:cubicBezTo>
                    <a:pt x="1690" y="1600"/>
                    <a:pt x="91" y="0"/>
                    <a:pt x="32"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8"/>
            <p:cNvSpPr/>
            <p:nvPr/>
          </p:nvSpPr>
          <p:spPr>
            <a:xfrm>
              <a:off x="3308850" y="2305025"/>
              <a:ext cx="628450" cy="607725"/>
            </a:xfrm>
            <a:custGeom>
              <a:rect b="b" l="l" r="r" t="t"/>
              <a:pathLst>
                <a:path extrusionOk="0" h="24309" w="25138">
                  <a:moveTo>
                    <a:pt x="8967" y="1"/>
                  </a:moveTo>
                  <a:lnTo>
                    <a:pt x="1185" y="4074"/>
                  </a:lnTo>
                  <a:cubicBezTo>
                    <a:pt x="334" y="4530"/>
                    <a:pt x="0" y="5563"/>
                    <a:pt x="456" y="6414"/>
                  </a:cubicBezTo>
                  <a:lnTo>
                    <a:pt x="9392" y="23375"/>
                  </a:lnTo>
                  <a:cubicBezTo>
                    <a:pt x="9688" y="23967"/>
                    <a:pt x="10293" y="24309"/>
                    <a:pt x="10920" y="24309"/>
                  </a:cubicBezTo>
                  <a:cubicBezTo>
                    <a:pt x="11195" y="24309"/>
                    <a:pt x="11474" y="24243"/>
                    <a:pt x="11733" y="24105"/>
                  </a:cubicBezTo>
                  <a:lnTo>
                    <a:pt x="23982" y="17661"/>
                  </a:lnTo>
                  <a:cubicBezTo>
                    <a:pt x="24833" y="17205"/>
                    <a:pt x="25137" y="16171"/>
                    <a:pt x="24712" y="15320"/>
                  </a:cubicBezTo>
                  <a:lnTo>
                    <a:pt x="18237" y="3040"/>
                  </a:lnTo>
                  <a:lnTo>
                    <a:pt x="8967"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8"/>
            <p:cNvSpPr/>
            <p:nvPr/>
          </p:nvSpPr>
          <p:spPr>
            <a:xfrm>
              <a:off x="3533000" y="2304275"/>
              <a:ext cx="231800" cy="141125"/>
            </a:xfrm>
            <a:custGeom>
              <a:rect b="b" l="l" r="r" t="t"/>
              <a:pathLst>
                <a:path extrusionOk="0" h="5645" w="9272">
                  <a:moveTo>
                    <a:pt x="1" y="1"/>
                  </a:moveTo>
                  <a:lnTo>
                    <a:pt x="2524" y="4773"/>
                  </a:lnTo>
                  <a:cubicBezTo>
                    <a:pt x="2802" y="5329"/>
                    <a:pt x="3366" y="5644"/>
                    <a:pt x="3952" y="5644"/>
                  </a:cubicBezTo>
                  <a:cubicBezTo>
                    <a:pt x="4198" y="5644"/>
                    <a:pt x="4448" y="5589"/>
                    <a:pt x="4682" y="5472"/>
                  </a:cubicBezTo>
                  <a:lnTo>
                    <a:pt x="9271" y="3040"/>
                  </a:lnTo>
                  <a:lnTo>
                    <a:pt x="1"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8"/>
            <p:cNvSpPr/>
            <p:nvPr/>
          </p:nvSpPr>
          <p:spPr>
            <a:xfrm>
              <a:off x="3602925" y="2380275"/>
              <a:ext cx="180100" cy="76750"/>
            </a:xfrm>
            <a:custGeom>
              <a:rect b="b" l="l" r="r" t="t"/>
              <a:pathLst>
                <a:path extrusionOk="0" h="3070" w="7204">
                  <a:moveTo>
                    <a:pt x="6505" y="0"/>
                  </a:moveTo>
                  <a:lnTo>
                    <a:pt x="1915" y="2401"/>
                  </a:lnTo>
                  <a:cubicBezTo>
                    <a:pt x="1915" y="2401"/>
                    <a:pt x="1522" y="2593"/>
                    <a:pt x="1049" y="2593"/>
                  </a:cubicBezTo>
                  <a:cubicBezTo>
                    <a:pt x="701" y="2593"/>
                    <a:pt x="310" y="2489"/>
                    <a:pt x="0" y="2128"/>
                  </a:cubicBezTo>
                  <a:lnTo>
                    <a:pt x="0" y="2128"/>
                  </a:lnTo>
                  <a:cubicBezTo>
                    <a:pt x="320" y="2718"/>
                    <a:pt x="938" y="3069"/>
                    <a:pt x="1597" y="3069"/>
                  </a:cubicBezTo>
                  <a:cubicBezTo>
                    <a:pt x="1753" y="3069"/>
                    <a:pt x="1910" y="3050"/>
                    <a:pt x="2067" y="3009"/>
                  </a:cubicBezTo>
                  <a:lnTo>
                    <a:pt x="2219" y="2948"/>
                  </a:lnTo>
                  <a:cubicBezTo>
                    <a:pt x="2888" y="2736"/>
                    <a:pt x="7204" y="1368"/>
                    <a:pt x="7174" y="1277"/>
                  </a:cubicBezTo>
                  <a:cubicBezTo>
                    <a:pt x="7143" y="1186"/>
                    <a:pt x="6505" y="0"/>
                    <a:pt x="6505" y="0"/>
                  </a:cubicBezTo>
                  <a:close/>
                </a:path>
              </a:pathLst>
            </a:custGeom>
            <a:solidFill>
              <a:srgbClr val="203E80">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8"/>
            <p:cNvSpPr/>
            <p:nvPr/>
          </p:nvSpPr>
          <p:spPr>
            <a:xfrm>
              <a:off x="3533000" y="2304275"/>
              <a:ext cx="231800" cy="141125"/>
            </a:xfrm>
            <a:custGeom>
              <a:rect b="b" l="l" r="r" t="t"/>
              <a:pathLst>
                <a:path extrusionOk="0" h="5645" w="9272">
                  <a:moveTo>
                    <a:pt x="1" y="1"/>
                  </a:moveTo>
                  <a:lnTo>
                    <a:pt x="2524" y="4773"/>
                  </a:lnTo>
                  <a:cubicBezTo>
                    <a:pt x="2802" y="5329"/>
                    <a:pt x="3366" y="5644"/>
                    <a:pt x="3952" y="5644"/>
                  </a:cubicBezTo>
                  <a:cubicBezTo>
                    <a:pt x="4198" y="5644"/>
                    <a:pt x="4448" y="5589"/>
                    <a:pt x="4682" y="5472"/>
                  </a:cubicBezTo>
                  <a:lnTo>
                    <a:pt x="9271" y="3040"/>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8"/>
            <p:cNvSpPr/>
            <p:nvPr/>
          </p:nvSpPr>
          <p:spPr>
            <a:xfrm>
              <a:off x="3425100" y="2432575"/>
              <a:ext cx="142875" cy="74725"/>
            </a:xfrm>
            <a:custGeom>
              <a:rect b="b" l="l" r="r" t="t"/>
              <a:pathLst>
                <a:path extrusionOk="0" h="2989" w="5715">
                  <a:moveTo>
                    <a:pt x="5672" y="1"/>
                  </a:moveTo>
                  <a:cubicBezTo>
                    <a:pt x="5530" y="1"/>
                    <a:pt x="4301" y="563"/>
                    <a:pt x="2797" y="1373"/>
                  </a:cubicBezTo>
                  <a:cubicBezTo>
                    <a:pt x="1247" y="2224"/>
                    <a:pt x="1" y="2923"/>
                    <a:pt x="31" y="2984"/>
                  </a:cubicBezTo>
                  <a:cubicBezTo>
                    <a:pt x="32" y="2987"/>
                    <a:pt x="36" y="2988"/>
                    <a:pt x="43" y="2988"/>
                  </a:cubicBezTo>
                  <a:cubicBezTo>
                    <a:pt x="180" y="2988"/>
                    <a:pt x="1411" y="2398"/>
                    <a:pt x="2919" y="1586"/>
                  </a:cubicBezTo>
                  <a:cubicBezTo>
                    <a:pt x="4469" y="765"/>
                    <a:pt x="5715" y="66"/>
                    <a:pt x="5685" y="5"/>
                  </a:cubicBezTo>
                  <a:cubicBezTo>
                    <a:pt x="5683" y="2"/>
                    <a:pt x="5679" y="1"/>
                    <a:pt x="5672"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8"/>
            <p:cNvSpPr/>
            <p:nvPr/>
          </p:nvSpPr>
          <p:spPr>
            <a:xfrm>
              <a:off x="3460050" y="2451625"/>
              <a:ext cx="235600" cy="123250"/>
            </a:xfrm>
            <a:custGeom>
              <a:rect b="b" l="l" r="r" t="t"/>
              <a:pathLst>
                <a:path extrusionOk="0" h="4930" w="9424">
                  <a:moveTo>
                    <a:pt x="9386" y="1"/>
                  </a:moveTo>
                  <a:cubicBezTo>
                    <a:pt x="9246" y="1"/>
                    <a:pt x="7164" y="1043"/>
                    <a:pt x="4651" y="2344"/>
                  </a:cubicBezTo>
                  <a:cubicBezTo>
                    <a:pt x="2068" y="3712"/>
                    <a:pt x="1" y="4867"/>
                    <a:pt x="31" y="4927"/>
                  </a:cubicBezTo>
                  <a:cubicBezTo>
                    <a:pt x="32" y="4929"/>
                    <a:pt x="34" y="4930"/>
                    <a:pt x="38" y="4930"/>
                  </a:cubicBezTo>
                  <a:cubicBezTo>
                    <a:pt x="178" y="4930"/>
                    <a:pt x="2260" y="3888"/>
                    <a:pt x="4773" y="2587"/>
                  </a:cubicBezTo>
                  <a:cubicBezTo>
                    <a:pt x="7357" y="1219"/>
                    <a:pt x="9423" y="64"/>
                    <a:pt x="9393" y="3"/>
                  </a:cubicBezTo>
                  <a:cubicBezTo>
                    <a:pt x="9392" y="2"/>
                    <a:pt x="9390" y="1"/>
                    <a:pt x="9386"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8"/>
            <p:cNvSpPr/>
            <p:nvPr/>
          </p:nvSpPr>
          <p:spPr>
            <a:xfrm>
              <a:off x="3489700" y="2497225"/>
              <a:ext cx="256100" cy="133875"/>
            </a:xfrm>
            <a:custGeom>
              <a:rect b="b" l="l" r="r" t="t"/>
              <a:pathLst>
                <a:path extrusionOk="0" h="5355" w="10244">
                  <a:moveTo>
                    <a:pt x="10207" y="1"/>
                  </a:moveTo>
                  <a:cubicBezTo>
                    <a:pt x="10066" y="1"/>
                    <a:pt x="7802" y="1134"/>
                    <a:pt x="5076" y="2556"/>
                  </a:cubicBezTo>
                  <a:cubicBezTo>
                    <a:pt x="2250" y="4046"/>
                    <a:pt x="0" y="5292"/>
                    <a:pt x="31" y="5353"/>
                  </a:cubicBezTo>
                  <a:cubicBezTo>
                    <a:pt x="31" y="5354"/>
                    <a:pt x="34" y="5355"/>
                    <a:pt x="37" y="5355"/>
                  </a:cubicBezTo>
                  <a:cubicBezTo>
                    <a:pt x="178" y="5355"/>
                    <a:pt x="2442" y="4222"/>
                    <a:pt x="5198" y="2799"/>
                  </a:cubicBezTo>
                  <a:cubicBezTo>
                    <a:pt x="7994" y="1310"/>
                    <a:pt x="10244" y="64"/>
                    <a:pt x="10213" y="3"/>
                  </a:cubicBezTo>
                  <a:cubicBezTo>
                    <a:pt x="10212" y="1"/>
                    <a:pt x="10210" y="1"/>
                    <a:pt x="10207"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8"/>
            <p:cNvSpPr/>
            <p:nvPr/>
          </p:nvSpPr>
          <p:spPr>
            <a:xfrm>
              <a:off x="3517800" y="2550425"/>
              <a:ext cx="256125" cy="133875"/>
            </a:xfrm>
            <a:custGeom>
              <a:rect b="b" l="l" r="r" t="t"/>
              <a:pathLst>
                <a:path extrusionOk="0" h="5355" w="10245">
                  <a:moveTo>
                    <a:pt x="10207" y="0"/>
                  </a:moveTo>
                  <a:cubicBezTo>
                    <a:pt x="10067" y="0"/>
                    <a:pt x="7803" y="1134"/>
                    <a:pt x="5077" y="2556"/>
                  </a:cubicBezTo>
                  <a:cubicBezTo>
                    <a:pt x="2250" y="4045"/>
                    <a:pt x="1" y="5292"/>
                    <a:pt x="31" y="5352"/>
                  </a:cubicBezTo>
                  <a:cubicBezTo>
                    <a:pt x="32" y="5354"/>
                    <a:pt x="34" y="5355"/>
                    <a:pt x="38" y="5355"/>
                  </a:cubicBezTo>
                  <a:cubicBezTo>
                    <a:pt x="179" y="5355"/>
                    <a:pt x="2443" y="4221"/>
                    <a:pt x="5199" y="2799"/>
                  </a:cubicBezTo>
                  <a:cubicBezTo>
                    <a:pt x="7995" y="1310"/>
                    <a:pt x="10244" y="63"/>
                    <a:pt x="10214" y="3"/>
                  </a:cubicBezTo>
                  <a:cubicBezTo>
                    <a:pt x="10213" y="1"/>
                    <a:pt x="10211" y="0"/>
                    <a:pt x="10207"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8"/>
            <p:cNvSpPr/>
            <p:nvPr/>
          </p:nvSpPr>
          <p:spPr>
            <a:xfrm>
              <a:off x="3545925" y="2603625"/>
              <a:ext cx="256100" cy="133875"/>
            </a:xfrm>
            <a:custGeom>
              <a:rect b="b" l="l" r="r" t="t"/>
              <a:pathLst>
                <a:path extrusionOk="0" h="5355" w="10244">
                  <a:moveTo>
                    <a:pt x="10207" y="0"/>
                  </a:moveTo>
                  <a:cubicBezTo>
                    <a:pt x="10063" y="0"/>
                    <a:pt x="7801" y="1105"/>
                    <a:pt x="5077" y="2556"/>
                  </a:cubicBezTo>
                  <a:cubicBezTo>
                    <a:pt x="2250" y="4045"/>
                    <a:pt x="1" y="5291"/>
                    <a:pt x="31" y="5352"/>
                  </a:cubicBezTo>
                  <a:cubicBezTo>
                    <a:pt x="32" y="5354"/>
                    <a:pt x="34" y="5354"/>
                    <a:pt x="38" y="5354"/>
                  </a:cubicBezTo>
                  <a:cubicBezTo>
                    <a:pt x="178" y="5354"/>
                    <a:pt x="2442" y="4221"/>
                    <a:pt x="5168" y="2799"/>
                  </a:cubicBezTo>
                  <a:cubicBezTo>
                    <a:pt x="7995" y="1309"/>
                    <a:pt x="10244" y="63"/>
                    <a:pt x="10213" y="2"/>
                  </a:cubicBezTo>
                  <a:cubicBezTo>
                    <a:pt x="10213" y="1"/>
                    <a:pt x="10210" y="0"/>
                    <a:pt x="10207"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8"/>
            <p:cNvSpPr/>
            <p:nvPr/>
          </p:nvSpPr>
          <p:spPr>
            <a:xfrm>
              <a:off x="3574050" y="2656800"/>
              <a:ext cx="256100" cy="133875"/>
            </a:xfrm>
            <a:custGeom>
              <a:rect b="b" l="l" r="r" t="t"/>
              <a:pathLst>
                <a:path extrusionOk="0" h="5355" w="10244">
                  <a:moveTo>
                    <a:pt x="10206" y="1"/>
                  </a:moveTo>
                  <a:cubicBezTo>
                    <a:pt x="10063" y="1"/>
                    <a:pt x="7799" y="1105"/>
                    <a:pt x="5046" y="2556"/>
                  </a:cubicBezTo>
                  <a:cubicBezTo>
                    <a:pt x="2249" y="4046"/>
                    <a:pt x="0" y="5292"/>
                    <a:pt x="31" y="5353"/>
                  </a:cubicBezTo>
                  <a:cubicBezTo>
                    <a:pt x="31" y="5354"/>
                    <a:pt x="34" y="5355"/>
                    <a:pt x="37" y="5355"/>
                  </a:cubicBezTo>
                  <a:cubicBezTo>
                    <a:pt x="178" y="5355"/>
                    <a:pt x="2442" y="4222"/>
                    <a:pt x="5167" y="2799"/>
                  </a:cubicBezTo>
                  <a:cubicBezTo>
                    <a:pt x="7994" y="1310"/>
                    <a:pt x="10243" y="64"/>
                    <a:pt x="10213" y="3"/>
                  </a:cubicBezTo>
                  <a:cubicBezTo>
                    <a:pt x="10212" y="1"/>
                    <a:pt x="10210" y="1"/>
                    <a:pt x="10206"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8"/>
            <p:cNvSpPr/>
            <p:nvPr/>
          </p:nvSpPr>
          <p:spPr>
            <a:xfrm>
              <a:off x="2731325" y="3077850"/>
              <a:ext cx="57000" cy="49400"/>
            </a:xfrm>
            <a:custGeom>
              <a:rect b="b" l="l" r="r" t="t"/>
              <a:pathLst>
                <a:path extrusionOk="0" h="1976" w="2280">
                  <a:moveTo>
                    <a:pt x="547" y="0"/>
                  </a:moveTo>
                  <a:lnTo>
                    <a:pt x="0" y="1125"/>
                  </a:lnTo>
                  <a:lnTo>
                    <a:pt x="1733" y="1976"/>
                  </a:lnTo>
                  <a:lnTo>
                    <a:pt x="2280" y="882"/>
                  </a:lnTo>
                  <a:lnTo>
                    <a:pt x="547"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8"/>
            <p:cNvSpPr/>
            <p:nvPr/>
          </p:nvSpPr>
          <p:spPr>
            <a:xfrm>
              <a:off x="2690275" y="3045925"/>
              <a:ext cx="75275" cy="80575"/>
            </a:xfrm>
            <a:custGeom>
              <a:rect b="b" l="l" r="r" t="t"/>
              <a:pathLst>
                <a:path extrusionOk="0" h="3223" w="3011">
                  <a:moveTo>
                    <a:pt x="1126" y="1"/>
                  </a:moveTo>
                  <a:cubicBezTo>
                    <a:pt x="548" y="639"/>
                    <a:pt x="153" y="1429"/>
                    <a:pt x="1" y="2280"/>
                  </a:cubicBezTo>
                  <a:lnTo>
                    <a:pt x="1855" y="3223"/>
                  </a:lnTo>
                  <a:lnTo>
                    <a:pt x="3010" y="943"/>
                  </a:lnTo>
                  <a:lnTo>
                    <a:pt x="1126" y="1"/>
                  </a:ln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8"/>
            <p:cNvSpPr/>
            <p:nvPr/>
          </p:nvSpPr>
          <p:spPr>
            <a:xfrm>
              <a:off x="2692575" y="3093050"/>
              <a:ext cx="48650" cy="24325"/>
            </a:xfrm>
            <a:custGeom>
              <a:rect b="b" l="l" r="r" t="t"/>
              <a:pathLst>
                <a:path extrusionOk="0" h="973" w="1946">
                  <a:moveTo>
                    <a:pt x="0" y="0"/>
                  </a:moveTo>
                  <a:cubicBezTo>
                    <a:pt x="304" y="213"/>
                    <a:pt x="608" y="395"/>
                    <a:pt x="942" y="547"/>
                  </a:cubicBezTo>
                  <a:cubicBezTo>
                    <a:pt x="1246" y="730"/>
                    <a:pt x="1611" y="882"/>
                    <a:pt x="1945" y="973"/>
                  </a:cubicBezTo>
                  <a:cubicBezTo>
                    <a:pt x="1672" y="730"/>
                    <a:pt x="1338" y="547"/>
                    <a:pt x="1003" y="426"/>
                  </a:cubicBezTo>
                  <a:cubicBezTo>
                    <a:pt x="699" y="243"/>
                    <a:pt x="365" y="91"/>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8"/>
            <p:cNvSpPr/>
            <p:nvPr/>
          </p:nvSpPr>
          <p:spPr>
            <a:xfrm>
              <a:off x="2697875" y="3080125"/>
              <a:ext cx="48675" cy="25850"/>
            </a:xfrm>
            <a:custGeom>
              <a:rect b="b" l="l" r="r" t="t"/>
              <a:pathLst>
                <a:path extrusionOk="0" h="1034" w="1947">
                  <a:moveTo>
                    <a:pt x="1" y="0"/>
                  </a:moveTo>
                  <a:cubicBezTo>
                    <a:pt x="274" y="244"/>
                    <a:pt x="609" y="426"/>
                    <a:pt x="943" y="578"/>
                  </a:cubicBezTo>
                  <a:cubicBezTo>
                    <a:pt x="1247" y="791"/>
                    <a:pt x="1612" y="943"/>
                    <a:pt x="1946" y="1034"/>
                  </a:cubicBezTo>
                  <a:cubicBezTo>
                    <a:pt x="1673" y="791"/>
                    <a:pt x="1338" y="608"/>
                    <a:pt x="1004" y="456"/>
                  </a:cubicBezTo>
                  <a:cubicBezTo>
                    <a:pt x="700" y="244"/>
                    <a:pt x="335" y="92"/>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8"/>
            <p:cNvSpPr/>
            <p:nvPr/>
          </p:nvSpPr>
          <p:spPr>
            <a:xfrm>
              <a:off x="2704725" y="3064925"/>
              <a:ext cx="49425" cy="26625"/>
            </a:xfrm>
            <a:custGeom>
              <a:rect b="b" l="l" r="r" t="t"/>
              <a:pathLst>
                <a:path extrusionOk="0" h="1065" w="1977">
                  <a:moveTo>
                    <a:pt x="0" y="0"/>
                  </a:moveTo>
                  <a:lnTo>
                    <a:pt x="0" y="0"/>
                  </a:lnTo>
                  <a:cubicBezTo>
                    <a:pt x="274" y="244"/>
                    <a:pt x="608" y="426"/>
                    <a:pt x="943" y="608"/>
                  </a:cubicBezTo>
                  <a:cubicBezTo>
                    <a:pt x="1277" y="791"/>
                    <a:pt x="1611" y="943"/>
                    <a:pt x="1976" y="1064"/>
                  </a:cubicBezTo>
                  <a:cubicBezTo>
                    <a:pt x="1672" y="821"/>
                    <a:pt x="1368" y="639"/>
                    <a:pt x="1034" y="456"/>
                  </a:cubicBezTo>
                  <a:cubicBezTo>
                    <a:pt x="700" y="274"/>
                    <a:pt x="365" y="122"/>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8"/>
            <p:cNvSpPr/>
            <p:nvPr/>
          </p:nvSpPr>
          <p:spPr>
            <a:xfrm>
              <a:off x="2712325" y="3053525"/>
              <a:ext cx="48650" cy="24350"/>
            </a:xfrm>
            <a:custGeom>
              <a:rect b="b" l="l" r="r" t="t"/>
              <a:pathLst>
                <a:path extrusionOk="0" h="974" w="1946">
                  <a:moveTo>
                    <a:pt x="0" y="1"/>
                  </a:moveTo>
                  <a:cubicBezTo>
                    <a:pt x="274" y="213"/>
                    <a:pt x="578" y="426"/>
                    <a:pt x="943" y="548"/>
                  </a:cubicBezTo>
                  <a:cubicBezTo>
                    <a:pt x="1247" y="760"/>
                    <a:pt x="1581" y="882"/>
                    <a:pt x="1946" y="973"/>
                  </a:cubicBezTo>
                  <a:cubicBezTo>
                    <a:pt x="1642" y="760"/>
                    <a:pt x="1338" y="578"/>
                    <a:pt x="1003" y="426"/>
                  </a:cubicBezTo>
                  <a:cubicBezTo>
                    <a:pt x="669" y="244"/>
                    <a:pt x="335" y="92"/>
                    <a:pt x="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8"/>
            <p:cNvSpPr/>
            <p:nvPr/>
          </p:nvSpPr>
          <p:spPr>
            <a:xfrm>
              <a:off x="3093025" y="2930425"/>
              <a:ext cx="47900" cy="57025"/>
            </a:xfrm>
            <a:custGeom>
              <a:rect b="b" l="l" r="r" t="t"/>
              <a:pathLst>
                <a:path extrusionOk="0" h="2281" w="1916">
                  <a:moveTo>
                    <a:pt x="761" y="0"/>
                  </a:moveTo>
                  <a:lnTo>
                    <a:pt x="1" y="1794"/>
                  </a:lnTo>
                  <a:lnTo>
                    <a:pt x="1125" y="2280"/>
                  </a:lnTo>
                  <a:lnTo>
                    <a:pt x="1916" y="487"/>
                  </a:lnTo>
                  <a:lnTo>
                    <a:pt x="761"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8"/>
            <p:cNvSpPr/>
            <p:nvPr/>
          </p:nvSpPr>
          <p:spPr>
            <a:xfrm>
              <a:off x="3091500" y="2890150"/>
              <a:ext cx="79075" cy="72975"/>
            </a:xfrm>
            <a:custGeom>
              <a:rect b="b" l="l" r="r" t="t"/>
              <a:pathLst>
                <a:path extrusionOk="0" h="2919" w="3163">
                  <a:moveTo>
                    <a:pt x="822" y="1"/>
                  </a:moveTo>
                  <a:lnTo>
                    <a:pt x="1" y="1885"/>
                  </a:lnTo>
                  <a:lnTo>
                    <a:pt x="2341" y="2918"/>
                  </a:lnTo>
                  <a:lnTo>
                    <a:pt x="3162" y="1004"/>
                  </a:lnTo>
                  <a:cubicBezTo>
                    <a:pt x="2493" y="456"/>
                    <a:pt x="1703" y="122"/>
                    <a:pt x="8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8"/>
            <p:cNvSpPr/>
            <p:nvPr/>
          </p:nvSpPr>
          <p:spPr>
            <a:xfrm>
              <a:off x="3101400" y="2891675"/>
              <a:ext cx="21300" cy="50175"/>
            </a:xfrm>
            <a:custGeom>
              <a:rect b="b" l="l" r="r" t="t"/>
              <a:pathLst>
                <a:path extrusionOk="0" h="2007" w="852">
                  <a:moveTo>
                    <a:pt x="851" y="0"/>
                  </a:moveTo>
                  <a:cubicBezTo>
                    <a:pt x="638" y="304"/>
                    <a:pt x="486" y="639"/>
                    <a:pt x="365" y="973"/>
                  </a:cubicBezTo>
                  <a:cubicBezTo>
                    <a:pt x="182" y="1307"/>
                    <a:pt x="61" y="1642"/>
                    <a:pt x="0" y="2006"/>
                  </a:cubicBezTo>
                  <a:cubicBezTo>
                    <a:pt x="213" y="1702"/>
                    <a:pt x="365" y="1368"/>
                    <a:pt x="486" y="1034"/>
                  </a:cubicBezTo>
                  <a:cubicBezTo>
                    <a:pt x="669" y="699"/>
                    <a:pt x="790" y="365"/>
                    <a:pt x="85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8"/>
            <p:cNvSpPr/>
            <p:nvPr/>
          </p:nvSpPr>
          <p:spPr>
            <a:xfrm>
              <a:off x="3112025" y="2895475"/>
              <a:ext cx="23575" cy="50925"/>
            </a:xfrm>
            <a:custGeom>
              <a:rect b="b" l="l" r="r" t="t"/>
              <a:pathLst>
                <a:path extrusionOk="0" h="2037" w="943">
                  <a:moveTo>
                    <a:pt x="943" y="0"/>
                  </a:moveTo>
                  <a:cubicBezTo>
                    <a:pt x="730" y="335"/>
                    <a:pt x="548" y="669"/>
                    <a:pt x="426" y="1003"/>
                  </a:cubicBezTo>
                  <a:cubicBezTo>
                    <a:pt x="244" y="1338"/>
                    <a:pt x="92" y="1672"/>
                    <a:pt x="1" y="2037"/>
                  </a:cubicBezTo>
                  <a:cubicBezTo>
                    <a:pt x="244" y="1733"/>
                    <a:pt x="426" y="1398"/>
                    <a:pt x="548" y="1064"/>
                  </a:cubicBezTo>
                  <a:cubicBezTo>
                    <a:pt x="730" y="730"/>
                    <a:pt x="882" y="395"/>
                    <a:pt x="9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8"/>
            <p:cNvSpPr/>
            <p:nvPr/>
          </p:nvSpPr>
          <p:spPr>
            <a:xfrm>
              <a:off x="3127225" y="2902300"/>
              <a:ext cx="23575" cy="50950"/>
            </a:xfrm>
            <a:custGeom>
              <a:rect b="b" l="l" r="r" t="t"/>
              <a:pathLst>
                <a:path extrusionOk="0" h="2038" w="943">
                  <a:moveTo>
                    <a:pt x="943" y="1"/>
                  </a:moveTo>
                  <a:lnTo>
                    <a:pt x="943" y="1"/>
                  </a:lnTo>
                  <a:cubicBezTo>
                    <a:pt x="730" y="305"/>
                    <a:pt x="548" y="639"/>
                    <a:pt x="426" y="974"/>
                  </a:cubicBezTo>
                  <a:cubicBezTo>
                    <a:pt x="244" y="1308"/>
                    <a:pt x="92" y="1673"/>
                    <a:pt x="0" y="2037"/>
                  </a:cubicBezTo>
                  <a:cubicBezTo>
                    <a:pt x="213" y="1733"/>
                    <a:pt x="396" y="1399"/>
                    <a:pt x="548" y="1034"/>
                  </a:cubicBezTo>
                  <a:cubicBezTo>
                    <a:pt x="730" y="700"/>
                    <a:pt x="882" y="366"/>
                    <a:pt x="94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
            <p:cNvSpPr/>
            <p:nvPr/>
          </p:nvSpPr>
          <p:spPr>
            <a:xfrm>
              <a:off x="3140900" y="2909150"/>
              <a:ext cx="22075" cy="50175"/>
            </a:xfrm>
            <a:custGeom>
              <a:rect b="b" l="l" r="r" t="t"/>
              <a:pathLst>
                <a:path extrusionOk="0" h="2007" w="883">
                  <a:moveTo>
                    <a:pt x="882" y="0"/>
                  </a:moveTo>
                  <a:cubicBezTo>
                    <a:pt x="487" y="639"/>
                    <a:pt x="213" y="1307"/>
                    <a:pt x="1" y="2007"/>
                  </a:cubicBezTo>
                  <a:cubicBezTo>
                    <a:pt x="213" y="1703"/>
                    <a:pt x="396" y="1368"/>
                    <a:pt x="517" y="1034"/>
                  </a:cubicBezTo>
                  <a:cubicBezTo>
                    <a:pt x="669" y="700"/>
                    <a:pt x="821" y="365"/>
                    <a:pt x="88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
            <p:cNvSpPr/>
            <p:nvPr/>
          </p:nvSpPr>
          <p:spPr>
            <a:xfrm>
              <a:off x="2882550" y="2920550"/>
              <a:ext cx="56250" cy="66900"/>
            </a:xfrm>
            <a:custGeom>
              <a:rect b="b" l="l" r="r" t="t"/>
              <a:pathLst>
                <a:path extrusionOk="0" h="2676" w="2250">
                  <a:moveTo>
                    <a:pt x="1368" y="0"/>
                  </a:moveTo>
                  <a:lnTo>
                    <a:pt x="0" y="547"/>
                  </a:lnTo>
                  <a:lnTo>
                    <a:pt x="882" y="2675"/>
                  </a:lnTo>
                  <a:lnTo>
                    <a:pt x="2249" y="2098"/>
                  </a:lnTo>
                  <a:lnTo>
                    <a:pt x="1368"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p:nvPr/>
          </p:nvSpPr>
          <p:spPr>
            <a:xfrm>
              <a:off x="2847575" y="2871925"/>
              <a:ext cx="93500" cy="85875"/>
            </a:xfrm>
            <a:custGeom>
              <a:rect b="b" l="l" r="r" t="t"/>
              <a:pathLst>
                <a:path extrusionOk="0" h="3435" w="3740">
                  <a:moveTo>
                    <a:pt x="2797" y="0"/>
                  </a:moveTo>
                  <a:cubicBezTo>
                    <a:pt x="1794" y="122"/>
                    <a:pt x="822" y="517"/>
                    <a:pt x="1" y="1155"/>
                  </a:cubicBezTo>
                  <a:lnTo>
                    <a:pt x="943" y="3435"/>
                  </a:lnTo>
                  <a:lnTo>
                    <a:pt x="3740" y="2280"/>
                  </a:lnTo>
                  <a:lnTo>
                    <a:pt x="2797"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8"/>
            <p:cNvSpPr/>
            <p:nvPr/>
          </p:nvSpPr>
          <p:spPr>
            <a:xfrm>
              <a:off x="2847575" y="2871925"/>
              <a:ext cx="70700" cy="29925"/>
            </a:xfrm>
            <a:custGeom>
              <a:rect b="b" l="l" r="r" t="t"/>
              <a:pathLst>
                <a:path extrusionOk="0" h="1197" w="2828">
                  <a:moveTo>
                    <a:pt x="2828" y="0"/>
                  </a:moveTo>
                  <a:lnTo>
                    <a:pt x="2828" y="0"/>
                  </a:lnTo>
                  <a:cubicBezTo>
                    <a:pt x="2433" y="304"/>
                    <a:pt x="1977" y="578"/>
                    <a:pt x="1521" y="790"/>
                  </a:cubicBezTo>
                  <a:cubicBezTo>
                    <a:pt x="1034" y="973"/>
                    <a:pt x="518" y="1094"/>
                    <a:pt x="1" y="1185"/>
                  </a:cubicBezTo>
                  <a:cubicBezTo>
                    <a:pt x="93" y="1193"/>
                    <a:pt x="186" y="1197"/>
                    <a:pt x="277" y="1197"/>
                  </a:cubicBezTo>
                  <a:cubicBezTo>
                    <a:pt x="1272" y="1197"/>
                    <a:pt x="2215" y="751"/>
                    <a:pt x="282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
            <p:cNvSpPr/>
            <p:nvPr/>
          </p:nvSpPr>
          <p:spPr>
            <a:xfrm>
              <a:off x="2874175" y="2899275"/>
              <a:ext cx="20550" cy="48650"/>
            </a:xfrm>
            <a:custGeom>
              <a:rect b="b" l="l" r="r" t="t"/>
              <a:pathLst>
                <a:path extrusionOk="0" h="1946" w="822">
                  <a:moveTo>
                    <a:pt x="1" y="0"/>
                  </a:moveTo>
                  <a:lnTo>
                    <a:pt x="1" y="0"/>
                  </a:lnTo>
                  <a:cubicBezTo>
                    <a:pt x="61" y="335"/>
                    <a:pt x="183" y="669"/>
                    <a:pt x="335" y="1003"/>
                  </a:cubicBezTo>
                  <a:cubicBezTo>
                    <a:pt x="457" y="1338"/>
                    <a:pt x="609" y="1642"/>
                    <a:pt x="821" y="1946"/>
                  </a:cubicBezTo>
                  <a:cubicBezTo>
                    <a:pt x="761" y="1611"/>
                    <a:pt x="639" y="1246"/>
                    <a:pt x="487" y="943"/>
                  </a:cubicBezTo>
                  <a:cubicBezTo>
                    <a:pt x="365" y="608"/>
                    <a:pt x="213" y="274"/>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8"/>
            <p:cNvSpPr/>
            <p:nvPr/>
          </p:nvSpPr>
          <p:spPr>
            <a:xfrm>
              <a:off x="2887850" y="2893950"/>
              <a:ext cx="20550" cy="48650"/>
            </a:xfrm>
            <a:custGeom>
              <a:rect b="b" l="l" r="r" t="t"/>
              <a:pathLst>
                <a:path extrusionOk="0" h="1946" w="822">
                  <a:moveTo>
                    <a:pt x="1" y="0"/>
                  </a:moveTo>
                  <a:lnTo>
                    <a:pt x="1" y="0"/>
                  </a:lnTo>
                  <a:cubicBezTo>
                    <a:pt x="62" y="335"/>
                    <a:pt x="153" y="669"/>
                    <a:pt x="335" y="1004"/>
                  </a:cubicBezTo>
                  <a:cubicBezTo>
                    <a:pt x="426" y="1338"/>
                    <a:pt x="609" y="1672"/>
                    <a:pt x="822" y="1946"/>
                  </a:cubicBezTo>
                  <a:cubicBezTo>
                    <a:pt x="730" y="1611"/>
                    <a:pt x="609" y="1277"/>
                    <a:pt x="457" y="943"/>
                  </a:cubicBezTo>
                  <a:cubicBezTo>
                    <a:pt x="335" y="608"/>
                    <a:pt x="183" y="274"/>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
            <p:cNvSpPr/>
            <p:nvPr/>
          </p:nvSpPr>
          <p:spPr>
            <a:xfrm>
              <a:off x="2900775" y="2887875"/>
              <a:ext cx="20550" cy="49425"/>
            </a:xfrm>
            <a:custGeom>
              <a:rect b="b" l="l" r="r" t="t"/>
              <a:pathLst>
                <a:path extrusionOk="0" h="1977" w="822">
                  <a:moveTo>
                    <a:pt x="1" y="0"/>
                  </a:moveTo>
                  <a:lnTo>
                    <a:pt x="1" y="0"/>
                  </a:lnTo>
                  <a:cubicBezTo>
                    <a:pt x="61" y="365"/>
                    <a:pt x="183" y="699"/>
                    <a:pt x="335" y="1003"/>
                  </a:cubicBezTo>
                  <a:cubicBezTo>
                    <a:pt x="456" y="1338"/>
                    <a:pt x="608" y="1672"/>
                    <a:pt x="821" y="1976"/>
                  </a:cubicBezTo>
                  <a:cubicBezTo>
                    <a:pt x="760" y="1611"/>
                    <a:pt x="639" y="1277"/>
                    <a:pt x="487" y="943"/>
                  </a:cubicBezTo>
                  <a:cubicBezTo>
                    <a:pt x="365" y="608"/>
                    <a:pt x="213" y="304"/>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8"/>
            <p:cNvSpPr/>
            <p:nvPr/>
          </p:nvSpPr>
          <p:spPr>
            <a:xfrm>
              <a:off x="2909900" y="2879500"/>
              <a:ext cx="22050" cy="53225"/>
            </a:xfrm>
            <a:custGeom>
              <a:rect b="b" l="l" r="r" t="t"/>
              <a:pathLst>
                <a:path extrusionOk="0" h="2129" w="882">
                  <a:moveTo>
                    <a:pt x="0" y="1"/>
                  </a:moveTo>
                  <a:cubicBezTo>
                    <a:pt x="91" y="366"/>
                    <a:pt x="213" y="730"/>
                    <a:pt x="365" y="1095"/>
                  </a:cubicBezTo>
                  <a:cubicBezTo>
                    <a:pt x="517" y="1460"/>
                    <a:pt x="669" y="1794"/>
                    <a:pt x="882" y="2129"/>
                  </a:cubicBezTo>
                  <a:cubicBezTo>
                    <a:pt x="821" y="1734"/>
                    <a:pt x="699" y="1369"/>
                    <a:pt x="517" y="1034"/>
                  </a:cubicBezTo>
                  <a:cubicBezTo>
                    <a:pt x="395" y="670"/>
                    <a:pt x="213" y="305"/>
                    <a:pt x="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8"/>
            <p:cNvSpPr/>
            <p:nvPr/>
          </p:nvSpPr>
          <p:spPr>
            <a:xfrm>
              <a:off x="2859750" y="2900025"/>
              <a:ext cx="22050" cy="53225"/>
            </a:xfrm>
            <a:custGeom>
              <a:rect b="b" l="l" r="r" t="t"/>
              <a:pathLst>
                <a:path extrusionOk="0" h="2129" w="882">
                  <a:moveTo>
                    <a:pt x="0" y="1"/>
                  </a:moveTo>
                  <a:lnTo>
                    <a:pt x="0" y="1"/>
                  </a:lnTo>
                  <a:cubicBezTo>
                    <a:pt x="61" y="365"/>
                    <a:pt x="213" y="730"/>
                    <a:pt x="365" y="1095"/>
                  </a:cubicBezTo>
                  <a:cubicBezTo>
                    <a:pt x="487" y="1460"/>
                    <a:pt x="669" y="1794"/>
                    <a:pt x="882" y="2128"/>
                  </a:cubicBezTo>
                  <a:cubicBezTo>
                    <a:pt x="669" y="1368"/>
                    <a:pt x="365" y="669"/>
                    <a:pt x="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a:off x="2709275" y="2944975"/>
              <a:ext cx="608700" cy="534775"/>
            </a:xfrm>
            <a:custGeom>
              <a:rect b="b" l="l" r="r" t="t"/>
              <a:pathLst>
                <a:path extrusionOk="0" h="21391" w="24348">
                  <a:moveTo>
                    <a:pt x="12196" y="0"/>
                  </a:moveTo>
                  <a:cubicBezTo>
                    <a:pt x="8732" y="0"/>
                    <a:pt x="5336" y="1691"/>
                    <a:pt x="3284" y="4798"/>
                  </a:cubicBezTo>
                  <a:cubicBezTo>
                    <a:pt x="1" y="9692"/>
                    <a:pt x="1338" y="16349"/>
                    <a:pt x="6262" y="19601"/>
                  </a:cubicBezTo>
                  <a:cubicBezTo>
                    <a:pt x="8079" y="20812"/>
                    <a:pt x="10132" y="21390"/>
                    <a:pt x="12162" y="21390"/>
                  </a:cubicBezTo>
                  <a:cubicBezTo>
                    <a:pt x="15635" y="21390"/>
                    <a:pt x="19043" y="19699"/>
                    <a:pt x="21095" y="16592"/>
                  </a:cubicBezTo>
                  <a:cubicBezTo>
                    <a:pt x="24348" y="11668"/>
                    <a:pt x="23010" y="5042"/>
                    <a:pt x="18086" y="1789"/>
                  </a:cubicBezTo>
                  <a:cubicBezTo>
                    <a:pt x="16269" y="578"/>
                    <a:pt x="14221" y="0"/>
                    <a:pt x="12196"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a:off x="2758675" y="2985600"/>
              <a:ext cx="508400" cy="449050"/>
            </a:xfrm>
            <a:custGeom>
              <a:rect b="b" l="l" r="r" t="t"/>
              <a:pathLst>
                <a:path extrusionOk="0" h="17962" w="20336">
                  <a:moveTo>
                    <a:pt x="10163" y="0"/>
                  </a:moveTo>
                  <a:cubicBezTo>
                    <a:pt x="6608" y="0"/>
                    <a:pt x="3237" y="2139"/>
                    <a:pt x="1824" y="5636"/>
                  </a:cubicBezTo>
                  <a:cubicBezTo>
                    <a:pt x="1" y="10256"/>
                    <a:pt x="2219" y="15484"/>
                    <a:pt x="6840" y="17307"/>
                  </a:cubicBezTo>
                  <a:cubicBezTo>
                    <a:pt x="7938" y="17751"/>
                    <a:pt x="9073" y="17962"/>
                    <a:pt x="10190" y="17962"/>
                  </a:cubicBezTo>
                  <a:cubicBezTo>
                    <a:pt x="13739" y="17962"/>
                    <a:pt x="17101" y="15837"/>
                    <a:pt x="18512" y="12323"/>
                  </a:cubicBezTo>
                  <a:cubicBezTo>
                    <a:pt x="20335" y="7733"/>
                    <a:pt x="18116" y="2505"/>
                    <a:pt x="13496" y="651"/>
                  </a:cubicBezTo>
                  <a:cubicBezTo>
                    <a:pt x="12403" y="209"/>
                    <a:pt x="11274" y="0"/>
                    <a:pt x="10163"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a:off x="2786025" y="2984775"/>
              <a:ext cx="453700" cy="451750"/>
            </a:xfrm>
            <a:custGeom>
              <a:rect b="b" l="l" r="r" t="t"/>
              <a:pathLst>
                <a:path extrusionOk="0" h="18070" w="18148">
                  <a:moveTo>
                    <a:pt x="17296" y="5425"/>
                  </a:moveTo>
                  <a:cubicBezTo>
                    <a:pt x="17326" y="5486"/>
                    <a:pt x="17326" y="5517"/>
                    <a:pt x="17357" y="5577"/>
                  </a:cubicBezTo>
                  <a:cubicBezTo>
                    <a:pt x="17357" y="5577"/>
                    <a:pt x="17357" y="5517"/>
                    <a:pt x="17296" y="5425"/>
                  </a:cubicBezTo>
                  <a:close/>
                  <a:moveTo>
                    <a:pt x="9049" y="0"/>
                  </a:moveTo>
                  <a:cubicBezTo>
                    <a:pt x="8434" y="0"/>
                    <a:pt x="7816" y="65"/>
                    <a:pt x="7205" y="197"/>
                  </a:cubicBezTo>
                  <a:cubicBezTo>
                    <a:pt x="6809" y="258"/>
                    <a:pt x="6445" y="380"/>
                    <a:pt x="6080" y="501"/>
                  </a:cubicBezTo>
                  <a:cubicBezTo>
                    <a:pt x="5928" y="592"/>
                    <a:pt x="5715" y="623"/>
                    <a:pt x="5533" y="714"/>
                  </a:cubicBezTo>
                  <a:lnTo>
                    <a:pt x="4986" y="957"/>
                  </a:lnTo>
                  <a:cubicBezTo>
                    <a:pt x="4895" y="1018"/>
                    <a:pt x="4803" y="1048"/>
                    <a:pt x="4712" y="1109"/>
                  </a:cubicBezTo>
                  <a:lnTo>
                    <a:pt x="4469" y="1261"/>
                  </a:lnTo>
                  <a:cubicBezTo>
                    <a:pt x="4287" y="1383"/>
                    <a:pt x="4104" y="1474"/>
                    <a:pt x="3922" y="1596"/>
                  </a:cubicBezTo>
                  <a:cubicBezTo>
                    <a:pt x="3253" y="2082"/>
                    <a:pt x="2615" y="2659"/>
                    <a:pt x="2068" y="3298"/>
                  </a:cubicBezTo>
                  <a:cubicBezTo>
                    <a:pt x="1946" y="3480"/>
                    <a:pt x="1825" y="3662"/>
                    <a:pt x="1673" y="3845"/>
                  </a:cubicBezTo>
                  <a:cubicBezTo>
                    <a:pt x="1551" y="4027"/>
                    <a:pt x="1429" y="4210"/>
                    <a:pt x="1338" y="4392"/>
                  </a:cubicBezTo>
                  <a:cubicBezTo>
                    <a:pt x="852" y="5182"/>
                    <a:pt x="518" y="6003"/>
                    <a:pt x="305" y="6915"/>
                  </a:cubicBezTo>
                  <a:cubicBezTo>
                    <a:pt x="62" y="7827"/>
                    <a:pt x="1" y="8769"/>
                    <a:pt x="62" y="9711"/>
                  </a:cubicBezTo>
                  <a:cubicBezTo>
                    <a:pt x="214" y="11656"/>
                    <a:pt x="973" y="13511"/>
                    <a:pt x="2280" y="14970"/>
                  </a:cubicBezTo>
                  <a:cubicBezTo>
                    <a:pt x="2888" y="15699"/>
                    <a:pt x="3618" y="16307"/>
                    <a:pt x="4439" y="16793"/>
                  </a:cubicBezTo>
                  <a:cubicBezTo>
                    <a:pt x="5198" y="17249"/>
                    <a:pt x="6050" y="17614"/>
                    <a:pt x="6931" y="17827"/>
                  </a:cubicBezTo>
                  <a:cubicBezTo>
                    <a:pt x="7144" y="17857"/>
                    <a:pt x="7357" y="17918"/>
                    <a:pt x="7569" y="17948"/>
                  </a:cubicBezTo>
                  <a:cubicBezTo>
                    <a:pt x="7812" y="17979"/>
                    <a:pt x="8025" y="18009"/>
                    <a:pt x="8238" y="18040"/>
                  </a:cubicBezTo>
                  <a:cubicBezTo>
                    <a:pt x="8664" y="18070"/>
                    <a:pt x="9089" y="18070"/>
                    <a:pt x="9515" y="18070"/>
                  </a:cubicBezTo>
                  <a:cubicBezTo>
                    <a:pt x="9940" y="18040"/>
                    <a:pt x="10366" y="17979"/>
                    <a:pt x="10761" y="17918"/>
                  </a:cubicBezTo>
                  <a:cubicBezTo>
                    <a:pt x="10974" y="17888"/>
                    <a:pt x="11186" y="17827"/>
                    <a:pt x="11369" y="17766"/>
                  </a:cubicBezTo>
                  <a:lnTo>
                    <a:pt x="11673" y="17705"/>
                  </a:lnTo>
                  <a:cubicBezTo>
                    <a:pt x="11764" y="17675"/>
                    <a:pt x="11855" y="17644"/>
                    <a:pt x="11946" y="17614"/>
                  </a:cubicBezTo>
                  <a:lnTo>
                    <a:pt x="12524" y="17401"/>
                  </a:lnTo>
                  <a:cubicBezTo>
                    <a:pt x="12706" y="17340"/>
                    <a:pt x="12858" y="17219"/>
                    <a:pt x="13041" y="17158"/>
                  </a:cubicBezTo>
                  <a:cubicBezTo>
                    <a:pt x="13405" y="16976"/>
                    <a:pt x="13740" y="16793"/>
                    <a:pt x="14044" y="16581"/>
                  </a:cubicBezTo>
                  <a:cubicBezTo>
                    <a:pt x="16202" y="15152"/>
                    <a:pt x="17661" y="12872"/>
                    <a:pt x="18025" y="10289"/>
                  </a:cubicBezTo>
                  <a:cubicBezTo>
                    <a:pt x="18147" y="9438"/>
                    <a:pt x="18147" y="8556"/>
                    <a:pt x="17995" y="7705"/>
                  </a:cubicBezTo>
                  <a:cubicBezTo>
                    <a:pt x="17934" y="7371"/>
                    <a:pt x="17873" y="7067"/>
                    <a:pt x="17782" y="6763"/>
                  </a:cubicBezTo>
                  <a:cubicBezTo>
                    <a:pt x="17752" y="6611"/>
                    <a:pt x="17752" y="6489"/>
                    <a:pt x="17691" y="6398"/>
                  </a:cubicBezTo>
                  <a:cubicBezTo>
                    <a:pt x="17661" y="6276"/>
                    <a:pt x="17630" y="6185"/>
                    <a:pt x="17600" y="6094"/>
                  </a:cubicBezTo>
                  <a:lnTo>
                    <a:pt x="17448" y="5699"/>
                  </a:lnTo>
                  <a:cubicBezTo>
                    <a:pt x="17388" y="5608"/>
                    <a:pt x="17387" y="5548"/>
                    <a:pt x="17387" y="5547"/>
                  </a:cubicBezTo>
                  <a:lnTo>
                    <a:pt x="17387" y="5547"/>
                  </a:lnTo>
                  <a:cubicBezTo>
                    <a:pt x="17387" y="5548"/>
                    <a:pt x="17387" y="5608"/>
                    <a:pt x="17418" y="5699"/>
                  </a:cubicBezTo>
                  <a:lnTo>
                    <a:pt x="17570" y="6094"/>
                  </a:lnTo>
                  <a:lnTo>
                    <a:pt x="17661" y="6398"/>
                  </a:lnTo>
                  <a:cubicBezTo>
                    <a:pt x="17691" y="6520"/>
                    <a:pt x="17721" y="6641"/>
                    <a:pt x="17752" y="6763"/>
                  </a:cubicBezTo>
                  <a:cubicBezTo>
                    <a:pt x="17843" y="7067"/>
                    <a:pt x="17904" y="7401"/>
                    <a:pt x="17934" y="7705"/>
                  </a:cubicBezTo>
                  <a:cubicBezTo>
                    <a:pt x="18056" y="8556"/>
                    <a:pt x="18056" y="9438"/>
                    <a:pt x="17934" y="10289"/>
                  </a:cubicBezTo>
                  <a:cubicBezTo>
                    <a:pt x="17570" y="12812"/>
                    <a:pt x="16141" y="15061"/>
                    <a:pt x="13983" y="16489"/>
                  </a:cubicBezTo>
                  <a:cubicBezTo>
                    <a:pt x="13679" y="16672"/>
                    <a:pt x="13345" y="16885"/>
                    <a:pt x="13010" y="17036"/>
                  </a:cubicBezTo>
                  <a:cubicBezTo>
                    <a:pt x="12828" y="17128"/>
                    <a:pt x="12645" y="17219"/>
                    <a:pt x="12463" y="17280"/>
                  </a:cubicBezTo>
                  <a:lnTo>
                    <a:pt x="11916" y="17462"/>
                  </a:lnTo>
                  <a:cubicBezTo>
                    <a:pt x="11825" y="17523"/>
                    <a:pt x="11734" y="17553"/>
                    <a:pt x="11642" y="17584"/>
                  </a:cubicBezTo>
                  <a:lnTo>
                    <a:pt x="11338" y="17644"/>
                  </a:lnTo>
                  <a:cubicBezTo>
                    <a:pt x="11126" y="17705"/>
                    <a:pt x="10943" y="17736"/>
                    <a:pt x="10761" y="17796"/>
                  </a:cubicBezTo>
                  <a:cubicBezTo>
                    <a:pt x="10335" y="17857"/>
                    <a:pt x="9940" y="17918"/>
                    <a:pt x="9515" y="17918"/>
                  </a:cubicBezTo>
                  <a:cubicBezTo>
                    <a:pt x="9390" y="17927"/>
                    <a:pt x="9265" y="17931"/>
                    <a:pt x="9141" y="17931"/>
                  </a:cubicBezTo>
                  <a:cubicBezTo>
                    <a:pt x="8840" y="17931"/>
                    <a:pt x="8539" y="17909"/>
                    <a:pt x="8238" y="17888"/>
                  </a:cubicBezTo>
                  <a:cubicBezTo>
                    <a:pt x="8025" y="17888"/>
                    <a:pt x="7812" y="17827"/>
                    <a:pt x="7600" y="17796"/>
                  </a:cubicBezTo>
                  <a:cubicBezTo>
                    <a:pt x="7387" y="17766"/>
                    <a:pt x="7174" y="17736"/>
                    <a:pt x="6961" y="17675"/>
                  </a:cubicBezTo>
                  <a:cubicBezTo>
                    <a:pt x="6536" y="17553"/>
                    <a:pt x="6110" y="17432"/>
                    <a:pt x="5715" y="17280"/>
                  </a:cubicBezTo>
                  <a:cubicBezTo>
                    <a:pt x="5290" y="17097"/>
                    <a:pt x="4895" y="16885"/>
                    <a:pt x="4499" y="16641"/>
                  </a:cubicBezTo>
                  <a:cubicBezTo>
                    <a:pt x="3709" y="16185"/>
                    <a:pt x="2980" y="15577"/>
                    <a:pt x="2372" y="14878"/>
                  </a:cubicBezTo>
                  <a:cubicBezTo>
                    <a:pt x="1764" y="14149"/>
                    <a:pt x="1247" y="13328"/>
                    <a:pt x="852" y="12447"/>
                  </a:cubicBezTo>
                  <a:cubicBezTo>
                    <a:pt x="518" y="11565"/>
                    <a:pt x="274" y="10653"/>
                    <a:pt x="214" y="9681"/>
                  </a:cubicBezTo>
                  <a:cubicBezTo>
                    <a:pt x="122" y="8769"/>
                    <a:pt x="214" y="7827"/>
                    <a:pt x="426" y="6945"/>
                  </a:cubicBezTo>
                  <a:cubicBezTo>
                    <a:pt x="548" y="6489"/>
                    <a:pt x="670" y="6064"/>
                    <a:pt x="852" y="5638"/>
                  </a:cubicBezTo>
                  <a:cubicBezTo>
                    <a:pt x="1004" y="5243"/>
                    <a:pt x="1217" y="4848"/>
                    <a:pt x="1460" y="4453"/>
                  </a:cubicBezTo>
                  <a:cubicBezTo>
                    <a:pt x="1551" y="4270"/>
                    <a:pt x="1673" y="4088"/>
                    <a:pt x="1794" y="3906"/>
                  </a:cubicBezTo>
                  <a:cubicBezTo>
                    <a:pt x="1916" y="3754"/>
                    <a:pt x="2037" y="3571"/>
                    <a:pt x="2189" y="3389"/>
                  </a:cubicBezTo>
                  <a:cubicBezTo>
                    <a:pt x="2463" y="3055"/>
                    <a:pt x="2736" y="2751"/>
                    <a:pt x="3040" y="2477"/>
                  </a:cubicBezTo>
                  <a:cubicBezTo>
                    <a:pt x="3344" y="2203"/>
                    <a:pt x="3679" y="1930"/>
                    <a:pt x="4013" y="1687"/>
                  </a:cubicBezTo>
                  <a:cubicBezTo>
                    <a:pt x="4195" y="1596"/>
                    <a:pt x="4347" y="1474"/>
                    <a:pt x="4530" y="1383"/>
                  </a:cubicBezTo>
                  <a:lnTo>
                    <a:pt x="4803" y="1231"/>
                  </a:lnTo>
                  <a:cubicBezTo>
                    <a:pt x="4864" y="1170"/>
                    <a:pt x="4955" y="1140"/>
                    <a:pt x="5046" y="1079"/>
                  </a:cubicBezTo>
                  <a:lnTo>
                    <a:pt x="5594" y="836"/>
                  </a:lnTo>
                  <a:cubicBezTo>
                    <a:pt x="5746" y="744"/>
                    <a:pt x="5958" y="684"/>
                    <a:pt x="6141" y="623"/>
                  </a:cubicBezTo>
                  <a:cubicBezTo>
                    <a:pt x="7084" y="280"/>
                    <a:pt x="8067" y="111"/>
                    <a:pt x="9055" y="111"/>
                  </a:cubicBezTo>
                  <a:cubicBezTo>
                    <a:pt x="9817" y="111"/>
                    <a:pt x="10584" y="212"/>
                    <a:pt x="11338" y="410"/>
                  </a:cubicBezTo>
                  <a:cubicBezTo>
                    <a:pt x="12433" y="684"/>
                    <a:pt x="13466" y="1170"/>
                    <a:pt x="14408" y="1869"/>
                  </a:cubicBezTo>
                  <a:cubicBezTo>
                    <a:pt x="15107" y="2355"/>
                    <a:pt x="15715" y="2963"/>
                    <a:pt x="16232" y="3662"/>
                  </a:cubicBezTo>
                  <a:cubicBezTo>
                    <a:pt x="16445" y="3906"/>
                    <a:pt x="16597" y="4179"/>
                    <a:pt x="16779" y="4453"/>
                  </a:cubicBezTo>
                  <a:cubicBezTo>
                    <a:pt x="16840" y="4574"/>
                    <a:pt x="16901" y="4665"/>
                    <a:pt x="16962" y="4787"/>
                  </a:cubicBezTo>
                  <a:lnTo>
                    <a:pt x="17114" y="5061"/>
                  </a:lnTo>
                  <a:lnTo>
                    <a:pt x="17296" y="5425"/>
                  </a:lnTo>
                  <a:cubicBezTo>
                    <a:pt x="17266" y="5334"/>
                    <a:pt x="17205" y="5213"/>
                    <a:pt x="17144" y="5061"/>
                  </a:cubicBezTo>
                  <a:lnTo>
                    <a:pt x="16992" y="4757"/>
                  </a:lnTo>
                  <a:cubicBezTo>
                    <a:pt x="16931" y="4665"/>
                    <a:pt x="16870" y="4544"/>
                    <a:pt x="16810" y="4422"/>
                  </a:cubicBezTo>
                  <a:cubicBezTo>
                    <a:pt x="16658" y="4149"/>
                    <a:pt x="16475" y="3906"/>
                    <a:pt x="16293" y="3632"/>
                  </a:cubicBezTo>
                  <a:cubicBezTo>
                    <a:pt x="15776" y="2933"/>
                    <a:pt x="15138" y="2325"/>
                    <a:pt x="14439" y="1808"/>
                  </a:cubicBezTo>
                  <a:cubicBezTo>
                    <a:pt x="12873" y="634"/>
                    <a:pt x="10975" y="0"/>
                    <a:pt x="904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a:off x="3153050" y="3113800"/>
              <a:ext cx="68425" cy="31700"/>
            </a:xfrm>
            <a:custGeom>
              <a:rect b="b" l="l" r="r" t="t"/>
              <a:pathLst>
                <a:path extrusionOk="0" h="1268" w="2737">
                  <a:moveTo>
                    <a:pt x="2649" y="0"/>
                  </a:moveTo>
                  <a:cubicBezTo>
                    <a:pt x="2474" y="0"/>
                    <a:pt x="1924" y="200"/>
                    <a:pt x="1308" y="508"/>
                  </a:cubicBezTo>
                  <a:cubicBezTo>
                    <a:pt x="822" y="690"/>
                    <a:pt x="396" y="963"/>
                    <a:pt x="1" y="1267"/>
                  </a:cubicBezTo>
                  <a:cubicBezTo>
                    <a:pt x="518" y="1176"/>
                    <a:pt x="974" y="1024"/>
                    <a:pt x="1430" y="781"/>
                  </a:cubicBezTo>
                  <a:cubicBezTo>
                    <a:pt x="2159" y="447"/>
                    <a:pt x="2737" y="112"/>
                    <a:pt x="2706" y="21"/>
                  </a:cubicBezTo>
                  <a:cubicBezTo>
                    <a:pt x="2701" y="7"/>
                    <a:pt x="2682" y="0"/>
                    <a:pt x="264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a:off x="3158375" y="3263250"/>
              <a:ext cx="70700" cy="25775"/>
            </a:xfrm>
            <a:custGeom>
              <a:rect b="b" l="l" r="r" t="t"/>
              <a:pathLst>
                <a:path extrusionOk="0" h="1031" w="2828">
                  <a:moveTo>
                    <a:pt x="1" y="1"/>
                  </a:moveTo>
                  <a:lnTo>
                    <a:pt x="1" y="1"/>
                  </a:lnTo>
                  <a:cubicBezTo>
                    <a:pt x="426" y="274"/>
                    <a:pt x="882" y="487"/>
                    <a:pt x="1368" y="639"/>
                  </a:cubicBezTo>
                  <a:cubicBezTo>
                    <a:pt x="1981" y="884"/>
                    <a:pt x="2514" y="1030"/>
                    <a:pt x="2714" y="1030"/>
                  </a:cubicBezTo>
                  <a:cubicBezTo>
                    <a:pt x="2762" y="1030"/>
                    <a:pt x="2791" y="1022"/>
                    <a:pt x="2797" y="1004"/>
                  </a:cubicBezTo>
                  <a:cubicBezTo>
                    <a:pt x="2827" y="913"/>
                    <a:pt x="2220" y="639"/>
                    <a:pt x="1460" y="365"/>
                  </a:cubicBezTo>
                  <a:cubicBezTo>
                    <a:pt x="1004" y="183"/>
                    <a:pt x="517" y="62"/>
                    <a:pt x="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8"/>
            <p:cNvSpPr/>
            <p:nvPr/>
          </p:nvSpPr>
          <p:spPr>
            <a:xfrm>
              <a:off x="3079350" y="3349875"/>
              <a:ext cx="34225" cy="67700"/>
            </a:xfrm>
            <a:custGeom>
              <a:rect b="b" l="l" r="r" t="t"/>
              <a:pathLst>
                <a:path extrusionOk="0" h="2708" w="1369">
                  <a:moveTo>
                    <a:pt x="1" y="1"/>
                  </a:moveTo>
                  <a:lnTo>
                    <a:pt x="1" y="1"/>
                  </a:lnTo>
                  <a:cubicBezTo>
                    <a:pt x="92" y="487"/>
                    <a:pt x="274" y="973"/>
                    <a:pt x="517" y="1399"/>
                  </a:cubicBezTo>
                  <a:cubicBezTo>
                    <a:pt x="843" y="2140"/>
                    <a:pt x="1169" y="2707"/>
                    <a:pt x="1270" y="2707"/>
                  </a:cubicBezTo>
                  <a:cubicBezTo>
                    <a:pt x="1272" y="2707"/>
                    <a:pt x="1275" y="2707"/>
                    <a:pt x="1277" y="2706"/>
                  </a:cubicBezTo>
                  <a:cubicBezTo>
                    <a:pt x="1368" y="2645"/>
                    <a:pt x="1156" y="2007"/>
                    <a:pt x="760" y="1277"/>
                  </a:cubicBezTo>
                  <a:cubicBezTo>
                    <a:pt x="578" y="822"/>
                    <a:pt x="304" y="396"/>
                    <a:pt x="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8"/>
            <p:cNvSpPr/>
            <p:nvPr/>
          </p:nvSpPr>
          <p:spPr>
            <a:xfrm>
              <a:off x="2934975" y="3356725"/>
              <a:ext cx="27375" cy="69950"/>
            </a:xfrm>
            <a:custGeom>
              <a:rect b="b" l="l" r="r" t="t"/>
              <a:pathLst>
                <a:path extrusionOk="0" h="2798" w="1095">
                  <a:moveTo>
                    <a:pt x="1095" y="0"/>
                  </a:moveTo>
                  <a:cubicBezTo>
                    <a:pt x="791" y="396"/>
                    <a:pt x="608" y="851"/>
                    <a:pt x="456" y="1338"/>
                  </a:cubicBezTo>
                  <a:cubicBezTo>
                    <a:pt x="183" y="2098"/>
                    <a:pt x="0" y="2766"/>
                    <a:pt x="92" y="2797"/>
                  </a:cubicBezTo>
                  <a:cubicBezTo>
                    <a:pt x="94" y="2797"/>
                    <a:pt x="96" y="2798"/>
                    <a:pt x="98" y="2798"/>
                  </a:cubicBezTo>
                  <a:cubicBezTo>
                    <a:pt x="195" y="2798"/>
                    <a:pt x="463" y="2171"/>
                    <a:pt x="730" y="1429"/>
                  </a:cubicBezTo>
                  <a:cubicBezTo>
                    <a:pt x="912" y="973"/>
                    <a:pt x="1034" y="487"/>
                    <a:pt x="10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8"/>
            <p:cNvSpPr/>
            <p:nvPr/>
          </p:nvSpPr>
          <p:spPr>
            <a:xfrm>
              <a:off x="2806550" y="3278450"/>
              <a:ext cx="67650" cy="33225"/>
            </a:xfrm>
            <a:custGeom>
              <a:rect b="b" l="l" r="r" t="t"/>
              <a:pathLst>
                <a:path extrusionOk="0" h="1329" w="2706">
                  <a:moveTo>
                    <a:pt x="2706" y="1"/>
                  </a:moveTo>
                  <a:lnTo>
                    <a:pt x="2706" y="1"/>
                  </a:lnTo>
                  <a:cubicBezTo>
                    <a:pt x="2219" y="122"/>
                    <a:pt x="1733" y="305"/>
                    <a:pt x="1307" y="548"/>
                  </a:cubicBezTo>
                  <a:cubicBezTo>
                    <a:pt x="578" y="852"/>
                    <a:pt x="0" y="1216"/>
                    <a:pt x="31" y="1308"/>
                  </a:cubicBezTo>
                  <a:cubicBezTo>
                    <a:pt x="36" y="1322"/>
                    <a:pt x="55" y="1329"/>
                    <a:pt x="87" y="1329"/>
                  </a:cubicBezTo>
                  <a:cubicBezTo>
                    <a:pt x="261" y="1329"/>
                    <a:pt x="813" y="1125"/>
                    <a:pt x="1429" y="791"/>
                  </a:cubicBezTo>
                  <a:cubicBezTo>
                    <a:pt x="1885" y="609"/>
                    <a:pt x="2311" y="335"/>
                    <a:pt x="270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8"/>
            <p:cNvSpPr/>
            <p:nvPr/>
          </p:nvSpPr>
          <p:spPr>
            <a:xfrm>
              <a:off x="2795150" y="3136450"/>
              <a:ext cx="71450" cy="25000"/>
            </a:xfrm>
            <a:custGeom>
              <a:rect b="b" l="l" r="r" t="t"/>
              <a:pathLst>
                <a:path extrusionOk="0" h="1000" w="2858">
                  <a:moveTo>
                    <a:pt x="119" y="1"/>
                  </a:moveTo>
                  <a:cubicBezTo>
                    <a:pt x="68" y="1"/>
                    <a:pt x="37" y="9"/>
                    <a:pt x="31" y="27"/>
                  </a:cubicBezTo>
                  <a:cubicBezTo>
                    <a:pt x="1" y="118"/>
                    <a:pt x="608" y="392"/>
                    <a:pt x="1399" y="635"/>
                  </a:cubicBezTo>
                  <a:cubicBezTo>
                    <a:pt x="1855" y="817"/>
                    <a:pt x="2341" y="939"/>
                    <a:pt x="2858" y="1000"/>
                  </a:cubicBezTo>
                  <a:cubicBezTo>
                    <a:pt x="2432" y="726"/>
                    <a:pt x="1976" y="513"/>
                    <a:pt x="1490" y="361"/>
                  </a:cubicBezTo>
                  <a:cubicBezTo>
                    <a:pt x="880" y="142"/>
                    <a:pt x="329" y="1"/>
                    <a:pt x="11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
            <p:cNvSpPr/>
            <p:nvPr/>
          </p:nvSpPr>
          <p:spPr>
            <a:xfrm>
              <a:off x="2908375" y="3006300"/>
              <a:ext cx="34975" cy="66250"/>
            </a:xfrm>
            <a:custGeom>
              <a:rect b="b" l="l" r="r" t="t"/>
              <a:pathLst>
                <a:path extrusionOk="0" h="2650" w="1399">
                  <a:moveTo>
                    <a:pt x="103" y="1"/>
                  </a:moveTo>
                  <a:cubicBezTo>
                    <a:pt x="98" y="1"/>
                    <a:pt x="95" y="2"/>
                    <a:pt x="92" y="5"/>
                  </a:cubicBezTo>
                  <a:cubicBezTo>
                    <a:pt x="1" y="35"/>
                    <a:pt x="244" y="643"/>
                    <a:pt x="608" y="1373"/>
                  </a:cubicBezTo>
                  <a:cubicBezTo>
                    <a:pt x="821" y="1829"/>
                    <a:pt x="1095" y="2254"/>
                    <a:pt x="1399" y="2649"/>
                  </a:cubicBezTo>
                  <a:cubicBezTo>
                    <a:pt x="1308" y="2163"/>
                    <a:pt x="1125" y="1677"/>
                    <a:pt x="882" y="1251"/>
                  </a:cubicBezTo>
                  <a:cubicBezTo>
                    <a:pt x="535" y="557"/>
                    <a:pt x="188" y="1"/>
                    <a:pt x="10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
            <p:cNvSpPr/>
            <p:nvPr/>
          </p:nvSpPr>
          <p:spPr>
            <a:xfrm>
              <a:off x="3061125" y="2992700"/>
              <a:ext cx="25100" cy="70725"/>
            </a:xfrm>
            <a:custGeom>
              <a:rect b="b" l="l" r="r" t="t"/>
              <a:pathLst>
                <a:path extrusionOk="0" h="2829" w="1004">
                  <a:moveTo>
                    <a:pt x="905" y="1"/>
                  </a:moveTo>
                  <a:cubicBezTo>
                    <a:pt x="808" y="1"/>
                    <a:pt x="541" y="598"/>
                    <a:pt x="304" y="1370"/>
                  </a:cubicBezTo>
                  <a:cubicBezTo>
                    <a:pt x="122" y="1826"/>
                    <a:pt x="30" y="2342"/>
                    <a:pt x="0" y="2829"/>
                  </a:cubicBezTo>
                  <a:cubicBezTo>
                    <a:pt x="243" y="2403"/>
                    <a:pt x="456" y="1947"/>
                    <a:pt x="578" y="1461"/>
                  </a:cubicBezTo>
                  <a:cubicBezTo>
                    <a:pt x="851" y="701"/>
                    <a:pt x="1003" y="32"/>
                    <a:pt x="912" y="2"/>
                  </a:cubicBezTo>
                  <a:cubicBezTo>
                    <a:pt x="910" y="1"/>
                    <a:pt x="907" y="1"/>
                    <a:pt x="90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
            <p:cNvSpPr/>
            <p:nvPr/>
          </p:nvSpPr>
          <p:spPr>
            <a:xfrm>
              <a:off x="3150775" y="3105525"/>
              <a:ext cx="66900" cy="34650"/>
            </a:xfrm>
            <a:custGeom>
              <a:rect b="b" l="l" r="r" t="t"/>
              <a:pathLst>
                <a:path extrusionOk="0" h="1386" w="2676">
                  <a:moveTo>
                    <a:pt x="2572" y="0"/>
                  </a:moveTo>
                  <a:cubicBezTo>
                    <a:pt x="2415" y="0"/>
                    <a:pt x="1854" y="248"/>
                    <a:pt x="1247" y="565"/>
                  </a:cubicBezTo>
                  <a:cubicBezTo>
                    <a:pt x="791" y="778"/>
                    <a:pt x="365" y="1051"/>
                    <a:pt x="1" y="1386"/>
                  </a:cubicBezTo>
                  <a:cubicBezTo>
                    <a:pt x="457" y="1264"/>
                    <a:pt x="943" y="1051"/>
                    <a:pt x="1369" y="808"/>
                  </a:cubicBezTo>
                  <a:cubicBezTo>
                    <a:pt x="2098" y="443"/>
                    <a:pt x="2676" y="109"/>
                    <a:pt x="2615" y="18"/>
                  </a:cubicBezTo>
                  <a:cubicBezTo>
                    <a:pt x="2611" y="6"/>
                    <a:pt x="2596" y="0"/>
                    <a:pt x="25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a:off x="2741200" y="3020100"/>
              <a:ext cx="98050" cy="297125"/>
            </a:xfrm>
            <a:custGeom>
              <a:rect b="b" l="l" r="r" t="t"/>
              <a:pathLst>
                <a:path extrusionOk="0" h="11885" w="3922">
                  <a:moveTo>
                    <a:pt x="3921" y="0"/>
                  </a:moveTo>
                  <a:lnTo>
                    <a:pt x="3921" y="0"/>
                  </a:lnTo>
                  <a:cubicBezTo>
                    <a:pt x="3921" y="0"/>
                    <a:pt x="3861" y="31"/>
                    <a:pt x="3800" y="61"/>
                  </a:cubicBezTo>
                  <a:cubicBezTo>
                    <a:pt x="3739" y="122"/>
                    <a:pt x="3648" y="213"/>
                    <a:pt x="3526" y="335"/>
                  </a:cubicBezTo>
                  <a:cubicBezTo>
                    <a:pt x="3192" y="638"/>
                    <a:pt x="2858" y="1003"/>
                    <a:pt x="2584" y="1368"/>
                  </a:cubicBezTo>
                  <a:cubicBezTo>
                    <a:pt x="669" y="3830"/>
                    <a:pt x="0" y="7082"/>
                    <a:pt x="791" y="10091"/>
                  </a:cubicBezTo>
                  <a:cubicBezTo>
                    <a:pt x="882" y="10547"/>
                    <a:pt x="1034" y="11003"/>
                    <a:pt x="1216" y="11429"/>
                  </a:cubicBezTo>
                  <a:cubicBezTo>
                    <a:pt x="1277" y="11581"/>
                    <a:pt x="1338" y="11702"/>
                    <a:pt x="1399" y="11763"/>
                  </a:cubicBezTo>
                  <a:cubicBezTo>
                    <a:pt x="1399" y="11794"/>
                    <a:pt x="1429" y="11854"/>
                    <a:pt x="1459" y="11885"/>
                  </a:cubicBezTo>
                  <a:cubicBezTo>
                    <a:pt x="1399" y="11733"/>
                    <a:pt x="1338" y="11550"/>
                    <a:pt x="1277" y="11399"/>
                  </a:cubicBezTo>
                  <a:cubicBezTo>
                    <a:pt x="1125" y="10973"/>
                    <a:pt x="973" y="10517"/>
                    <a:pt x="882" y="10091"/>
                  </a:cubicBezTo>
                  <a:cubicBezTo>
                    <a:pt x="152" y="7082"/>
                    <a:pt x="821" y="3891"/>
                    <a:pt x="2675" y="1429"/>
                  </a:cubicBezTo>
                  <a:cubicBezTo>
                    <a:pt x="2949" y="1064"/>
                    <a:pt x="3253" y="699"/>
                    <a:pt x="3557" y="365"/>
                  </a:cubicBezTo>
                  <a:cubicBezTo>
                    <a:pt x="3678" y="243"/>
                    <a:pt x="3800" y="122"/>
                    <a:pt x="39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8"/>
            <p:cNvSpPr/>
            <p:nvPr/>
          </p:nvSpPr>
          <p:spPr>
            <a:xfrm>
              <a:off x="2855950" y="2978300"/>
              <a:ext cx="46375" cy="26625"/>
            </a:xfrm>
            <a:custGeom>
              <a:rect b="b" l="l" r="r" t="t"/>
              <a:pathLst>
                <a:path extrusionOk="0" h="1065" w="1855">
                  <a:moveTo>
                    <a:pt x="1854" y="0"/>
                  </a:moveTo>
                  <a:cubicBezTo>
                    <a:pt x="1490" y="92"/>
                    <a:pt x="1186" y="244"/>
                    <a:pt x="882" y="426"/>
                  </a:cubicBezTo>
                  <a:cubicBezTo>
                    <a:pt x="547" y="608"/>
                    <a:pt x="274" y="821"/>
                    <a:pt x="0" y="1064"/>
                  </a:cubicBezTo>
                  <a:cubicBezTo>
                    <a:pt x="335" y="943"/>
                    <a:pt x="669" y="760"/>
                    <a:pt x="942" y="578"/>
                  </a:cubicBezTo>
                  <a:cubicBezTo>
                    <a:pt x="1277" y="396"/>
                    <a:pt x="1581" y="213"/>
                    <a:pt x="18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a:off x="2899250" y="3041375"/>
              <a:ext cx="419075" cy="409675"/>
            </a:xfrm>
            <a:custGeom>
              <a:rect b="b" l="l" r="r" t="t"/>
              <a:pathLst>
                <a:path extrusionOk="0" h="16387" w="16763">
                  <a:moveTo>
                    <a:pt x="10487" y="0"/>
                  </a:moveTo>
                  <a:cubicBezTo>
                    <a:pt x="10488" y="0"/>
                    <a:pt x="10744" y="236"/>
                    <a:pt x="11124" y="663"/>
                  </a:cubicBezTo>
                  <a:lnTo>
                    <a:pt x="11124" y="663"/>
                  </a:lnTo>
                  <a:cubicBezTo>
                    <a:pt x="10752" y="232"/>
                    <a:pt x="10488" y="0"/>
                    <a:pt x="10487" y="0"/>
                  </a:cubicBezTo>
                  <a:close/>
                  <a:moveTo>
                    <a:pt x="11124" y="663"/>
                  </a:moveTo>
                  <a:cubicBezTo>
                    <a:pt x="12527" y="2288"/>
                    <a:pt x="15460" y="6757"/>
                    <a:pt x="11521" y="12402"/>
                  </a:cubicBezTo>
                  <a:cubicBezTo>
                    <a:pt x="10305" y="14195"/>
                    <a:pt x="8451" y="14955"/>
                    <a:pt x="6992" y="15411"/>
                  </a:cubicBezTo>
                  <a:cubicBezTo>
                    <a:pt x="6183" y="15654"/>
                    <a:pt x="5397" y="15749"/>
                    <a:pt x="4661" y="15749"/>
                  </a:cubicBezTo>
                  <a:cubicBezTo>
                    <a:pt x="1998" y="15749"/>
                    <a:pt x="1" y="14499"/>
                    <a:pt x="1" y="14499"/>
                  </a:cubicBezTo>
                  <a:lnTo>
                    <a:pt x="1" y="14499"/>
                  </a:lnTo>
                  <a:cubicBezTo>
                    <a:pt x="1" y="14499"/>
                    <a:pt x="2706" y="16387"/>
                    <a:pt x="5998" y="16387"/>
                  </a:cubicBezTo>
                  <a:cubicBezTo>
                    <a:pt x="8055" y="16387"/>
                    <a:pt x="10342" y="15649"/>
                    <a:pt x="12341" y="13253"/>
                  </a:cubicBezTo>
                  <a:cubicBezTo>
                    <a:pt x="16762" y="7943"/>
                    <a:pt x="12775" y="2512"/>
                    <a:pt x="11124" y="663"/>
                  </a:cubicBezTo>
                  <a:close/>
                </a:path>
              </a:pathLst>
            </a:custGeom>
            <a:solidFill>
              <a:srgbClr val="203E80">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
            <p:cNvSpPr/>
            <p:nvPr/>
          </p:nvSpPr>
          <p:spPr>
            <a:xfrm>
              <a:off x="3022350" y="3076325"/>
              <a:ext cx="44875" cy="169050"/>
            </a:xfrm>
            <a:custGeom>
              <a:rect b="b" l="l" r="r" t="t"/>
              <a:pathLst>
                <a:path extrusionOk="0" h="6762" w="1795">
                  <a:moveTo>
                    <a:pt x="92" y="0"/>
                  </a:moveTo>
                  <a:lnTo>
                    <a:pt x="1" y="6657"/>
                  </a:lnTo>
                  <a:cubicBezTo>
                    <a:pt x="153" y="6728"/>
                    <a:pt x="312" y="6762"/>
                    <a:pt x="468" y="6762"/>
                  </a:cubicBezTo>
                  <a:cubicBezTo>
                    <a:pt x="781" y="6762"/>
                    <a:pt x="1085" y="6627"/>
                    <a:pt x="1308" y="6384"/>
                  </a:cubicBezTo>
                  <a:cubicBezTo>
                    <a:pt x="1642" y="6049"/>
                    <a:pt x="1794" y="5563"/>
                    <a:pt x="1794" y="5076"/>
                  </a:cubicBezTo>
                  <a:cubicBezTo>
                    <a:pt x="1764" y="4590"/>
                    <a:pt x="1673" y="4134"/>
                    <a:pt x="1521" y="3678"/>
                  </a:cubicBezTo>
                  <a:cubicBezTo>
                    <a:pt x="1125" y="2432"/>
                    <a:pt x="639" y="1186"/>
                    <a:pt x="92"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p:nvPr/>
          </p:nvSpPr>
          <p:spPr>
            <a:xfrm>
              <a:off x="3001850" y="3037575"/>
              <a:ext cx="36500" cy="179350"/>
            </a:xfrm>
            <a:custGeom>
              <a:rect b="b" l="l" r="r" t="t"/>
              <a:pathLst>
                <a:path extrusionOk="0" h="7174" w="1460">
                  <a:moveTo>
                    <a:pt x="882" y="0"/>
                  </a:moveTo>
                  <a:lnTo>
                    <a:pt x="0" y="6353"/>
                  </a:lnTo>
                  <a:lnTo>
                    <a:pt x="638" y="7174"/>
                  </a:lnTo>
                  <a:lnTo>
                    <a:pt x="1459" y="6505"/>
                  </a:lnTo>
                  <a:lnTo>
                    <a:pt x="882"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p:nvPr/>
          </p:nvSpPr>
          <p:spPr>
            <a:xfrm>
              <a:off x="3022350" y="3037575"/>
              <a:ext cx="16000" cy="162625"/>
            </a:xfrm>
            <a:custGeom>
              <a:rect b="b" l="l" r="r" t="t"/>
              <a:pathLst>
                <a:path extrusionOk="0" h="6505" w="640">
                  <a:moveTo>
                    <a:pt x="62" y="0"/>
                  </a:moveTo>
                  <a:lnTo>
                    <a:pt x="1" y="6110"/>
                  </a:lnTo>
                  <a:lnTo>
                    <a:pt x="639" y="6505"/>
                  </a:lnTo>
                  <a:lnTo>
                    <a:pt x="6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
            <p:cNvSpPr/>
            <p:nvPr/>
          </p:nvSpPr>
          <p:spPr>
            <a:xfrm>
              <a:off x="2986650" y="3190225"/>
              <a:ext cx="63150" cy="52375"/>
            </a:xfrm>
            <a:custGeom>
              <a:rect b="b" l="l" r="r" t="t"/>
              <a:pathLst>
                <a:path extrusionOk="0" h="2095" w="2526">
                  <a:moveTo>
                    <a:pt x="1287" y="1"/>
                  </a:moveTo>
                  <a:cubicBezTo>
                    <a:pt x="1143" y="1"/>
                    <a:pt x="995" y="31"/>
                    <a:pt x="851" y="95"/>
                  </a:cubicBezTo>
                  <a:cubicBezTo>
                    <a:pt x="0" y="429"/>
                    <a:pt x="0" y="1676"/>
                    <a:pt x="851" y="2010"/>
                  </a:cubicBezTo>
                  <a:cubicBezTo>
                    <a:pt x="992" y="2068"/>
                    <a:pt x="1131" y="2094"/>
                    <a:pt x="1266" y="2094"/>
                  </a:cubicBezTo>
                  <a:cubicBezTo>
                    <a:pt x="1973" y="2094"/>
                    <a:pt x="2526" y="1358"/>
                    <a:pt x="2219" y="642"/>
                  </a:cubicBezTo>
                  <a:cubicBezTo>
                    <a:pt x="2062" y="239"/>
                    <a:pt x="1691" y="1"/>
                    <a:pt x="1287"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8"/>
            <p:cNvSpPr/>
            <p:nvPr/>
          </p:nvSpPr>
          <p:spPr>
            <a:xfrm>
              <a:off x="2980225" y="3188675"/>
              <a:ext cx="65725" cy="55650"/>
            </a:xfrm>
            <a:custGeom>
              <a:rect b="b" l="l" r="r" t="t"/>
              <a:pathLst>
                <a:path extrusionOk="0" h="2226" w="2629">
                  <a:moveTo>
                    <a:pt x="1524" y="1"/>
                  </a:moveTo>
                  <a:cubicBezTo>
                    <a:pt x="1247" y="1"/>
                    <a:pt x="970" y="97"/>
                    <a:pt x="744" y="279"/>
                  </a:cubicBezTo>
                  <a:cubicBezTo>
                    <a:pt x="1" y="962"/>
                    <a:pt x="507" y="2226"/>
                    <a:pt x="1495" y="2226"/>
                  </a:cubicBezTo>
                  <a:cubicBezTo>
                    <a:pt x="1518" y="2226"/>
                    <a:pt x="1541" y="2225"/>
                    <a:pt x="1564" y="2224"/>
                  </a:cubicBezTo>
                  <a:cubicBezTo>
                    <a:pt x="1929" y="2193"/>
                    <a:pt x="2294" y="1981"/>
                    <a:pt x="2476" y="1677"/>
                  </a:cubicBezTo>
                  <a:cubicBezTo>
                    <a:pt x="2598" y="1434"/>
                    <a:pt x="2628" y="1190"/>
                    <a:pt x="2567" y="947"/>
                  </a:cubicBezTo>
                  <a:cubicBezTo>
                    <a:pt x="2567" y="856"/>
                    <a:pt x="2537" y="765"/>
                    <a:pt x="2476" y="704"/>
                  </a:cubicBezTo>
                  <a:lnTo>
                    <a:pt x="2476" y="704"/>
                  </a:lnTo>
                  <a:cubicBezTo>
                    <a:pt x="2476" y="704"/>
                    <a:pt x="2507" y="795"/>
                    <a:pt x="2507" y="947"/>
                  </a:cubicBezTo>
                  <a:cubicBezTo>
                    <a:pt x="2537" y="1190"/>
                    <a:pt x="2507" y="1403"/>
                    <a:pt x="2385" y="1616"/>
                  </a:cubicBezTo>
                  <a:cubicBezTo>
                    <a:pt x="2203" y="1890"/>
                    <a:pt x="1899" y="2072"/>
                    <a:pt x="1564" y="2102"/>
                  </a:cubicBezTo>
                  <a:cubicBezTo>
                    <a:pt x="1557" y="2102"/>
                    <a:pt x="1549" y="2103"/>
                    <a:pt x="1542" y="2103"/>
                  </a:cubicBezTo>
                  <a:cubicBezTo>
                    <a:pt x="506" y="2103"/>
                    <a:pt x="666" y="134"/>
                    <a:pt x="1597" y="134"/>
                  </a:cubicBezTo>
                  <a:cubicBezTo>
                    <a:pt x="1654" y="134"/>
                    <a:pt x="1714" y="141"/>
                    <a:pt x="1777" y="157"/>
                  </a:cubicBezTo>
                  <a:cubicBezTo>
                    <a:pt x="1990" y="187"/>
                    <a:pt x="2172" y="309"/>
                    <a:pt x="2324" y="491"/>
                  </a:cubicBezTo>
                  <a:cubicBezTo>
                    <a:pt x="2446" y="613"/>
                    <a:pt x="2476" y="704"/>
                    <a:pt x="2476" y="704"/>
                  </a:cubicBezTo>
                  <a:cubicBezTo>
                    <a:pt x="2476" y="613"/>
                    <a:pt x="2446" y="522"/>
                    <a:pt x="2385" y="461"/>
                  </a:cubicBezTo>
                  <a:cubicBezTo>
                    <a:pt x="2233" y="248"/>
                    <a:pt x="2020" y="96"/>
                    <a:pt x="1807" y="35"/>
                  </a:cubicBezTo>
                  <a:cubicBezTo>
                    <a:pt x="1714" y="12"/>
                    <a:pt x="1619" y="1"/>
                    <a:pt x="15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8"/>
            <p:cNvSpPr/>
            <p:nvPr/>
          </p:nvSpPr>
          <p:spPr>
            <a:xfrm>
              <a:off x="2994250" y="3196900"/>
              <a:ext cx="47525" cy="39125"/>
            </a:xfrm>
            <a:custGeom>
              <a:rect b="b" l="l" r="r" t="t"/>
              <a:pathLst>
                <a:path extrusionOk="0" h="1565" w="1901">
                  <a:moveTo>
                    <a:pt x="959" y="0"/>
                  </a:moveTo>
                  <a:cubicBezTo>
                    <a:pt x="852" y="0"/>
                    <a:pt x="743" y="23"/>
                    <a:pt x="639" y="71"/>
                  </a:cubicBezTo>
                  <a:cubicBezTo>
                    <a:pt x="0" y="345"/>
                    <a:pt x="0" y="1257"/>
                    <a:pt x="669" y="1500"/>
                  </a:cubicBezTo>
                  <a:cubicBezTo>
                    <a:pt x="773" y="1544"/>
                    <a:pt x="877" y="1565"/>
                    <a:pt x="977" y="1565"/>
                  </a:cubicBezTo>
                  <a:cubicBezTo>
                    <a:pt x="1491" y="1565"/>
                    <a:pt x="1901" y="1026"/>
                    <a:pt x="1672" y="466"/>
                  </a:cubicBezTo>
                  <a:cubicBezTo>
                    <a:pt x="1538" y="176"/>
                    <a:pt x="1256" y="0"/>
                    <a:pt x="95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8"/>
            <p:cNvSpPr/>
            <p:nvPr/>
          </p:nvSpPr>
          <p:spPr>
            <a:xfrm>
              <a:off x="2200150" y="3571575"/>
              <a:ext cx="484075" cy="399450"/>
            </a:xfrm>
            <a:custGeom>
              <a:rect b="b" l="l" r="r" t="t"/>
              <a:pathLst>
                <a:path extrusionOk="0" h="15978" w="19363">
                  <a:moveTo>
                    <a:pt x="18686" y="12043"/>
                  </a:moveTo>
                  <a:lnTo>
                    <a:pt x="18686" y="12043"/>
                  </a:lnTo>
                  <a:cubicBezTo>
                    <a:pt x="18661" y="12051"/>
                    <a:pt x="18636" y="12059"/>
                    <a:pt x="18603" y="12075"/>
                  </a:cubicBezTo>
                  <a:cubicBezTo>
                    <a:pt x="18631" y="12066"/>
                    <a:pt x="18659" y="12055"/>
                    <a:pt x="18686" y="12043"/>
                  </a:cubicBezTo>
                  <a:close/>
                  <a:moveTo>
                    <a:pt x="15974" y="1"/>
                  </a:moveTo>
                  <a:cubicBezTo>
                    <a:pt x="15939" y="1"/>
                    <a:pt x="15904" y="3"/>
                    <a:pt x="15867" y="8"/>
                  </a:cubicBezTo>
                  <a:cubicBezTo>
                    <a:pt x="15654" y="39"/>
                    <a:pt x="15472" y="69"/>
                    <a:pt x="15259" y="130"/>
                  </a:cubicBezTo>
                  <a:lnTo>
                    <a:pt x="14104" y="434"/>
                  </a:lnTo>
                  <a:lnTo>
                    <a:pt x="11673" y="1042"/>
                  </a:lnTo>
                  <a:lnTo>
                    <a:pt x="882" y="3838"/>
                  </a:lnTo>
                  <a:cubicBezTo>
                    <a:pt x="335" y="3990"/>
                    <a:pt x="1" y="4507"/>
                    <a:pt x="92" y="5054"/>
                  </a:cubicBezTo>
                  <a:cubicBezTo>
                    <a:pt x="213" y="5540"/>
                    <a:pt x="305" y="6027"/>
                    <a:pt x="426" y="6483"/>
                  </a:cubicBezTo>
                  <a:lnTo>
                    <a:pt x="1095" y="9249"/>
                  </a:lnTo>
                  <a:lnTo>
                    <a:pt x="2372" y="14477"/>
                  </a:lnTo>
                  <a:cubicBezTo>
                    <a:pt x="2432" y="14689"/>
                    <a:pt x="2493" y="14902"/>
                    <a:pt x="2524" y="15115"/>
                  </a:cubicBezTo>
                  <a:cubicBezTo>
                    <a:pt x="2584" y="15328"/>
                    <a:pt x="2676" y="15540"/>
                    <a:pt x="2858" y="15692"/>
                  </a:cubicBezTo>
                  <a:cubicBezTo>
                    <a:pt x="3010" y="15844"/>
                    <a:pt x="3223" y="15966"/>
                    <a:pt x="3466" y="15966"/>
                  </a:cubicBezTo>
                  <a:cubicBezTo>
                    <a:pt x="3519" y="15974"/>
                    <a:pt x="3572" y="15977"/>
                    <a:pt x="3625" y="15977"/>
                  </a:cubicBezTo>
                  <a:cubicBezTo>
                    <a:pt x="3783" y="15977"/>
                    <a:pt x="3937" y="15943"/>
                    <a:pt x="4074" y="15875"/>
                  </a:cubicBezTo>
                  <a:lnTo>
                    <a:pt x="6353" y="15297"/>
                  </a:lnTo>
                  <a:lnTo>
                    <a:pt x="10457" y="14233"/>
                  </a:lnTo>
                  <a:lnTo>
                    <a:pt x="16414" y="12653"/>
                  </a:lnTo>
                  <a:lnTo>
                    <a:pt x="18025" y="12227"/>
                  </a:lnTo>
                  <a:lnTo>
                    <a:pt x="18451" y="12106"/>
                  </a:lnTo>
                  <a:lnTo>
                    <a:pt x="18572" y="12045"/>
                  </a:lnTo>
                  <a:lnTo>
                    <a:pt x="18451" y="12075"/>
                  </a:lnTo>
                  <a:lnTo>
                    <a:pt x="18025" y="12197"/>
                  </a:lnTo>
                  <a:lnTo>
                    <a:pt x="16384" y="12562"/>
                  </a:lnTo>
                  <a:lnTo>
                    <a:pt x="10426" y="14081"/>
                  </a:lnTo>
                  <a:lnTo>
                    <a:pt x="6323" y="15145"/>
                  </a:lnTo>
                  <a:lnTo>
                    <a:pt x="4043" y="15723"/>
                  </a:lnTo>
                  <a:cubicBezTo>
                    <a:pt x="3861" y="15784"/>
                    <a:pt x="3679" y="15814"/>
                    <a:pt x="3466" y="15814"/>
                  </a:cubicBezTo>
                  <a:cubicBezTo>
                    <a:pt x="3283" y="15784"/>
                    <a:pt x="3101" y="15692"/>
                    <a:pt x="2979" y="15571"/>
                  </a:cubicBezTo>
                  <a:cubicBezTo>
                    <a:pt x="2828" y="15419"/>
                    <a:pt x="2736" y="15267"/>
                    <a:pt x="2706" y="15054"/>
                  </a:cubicBezTo>
                  <a:lnTo>
                    <a:pt x="2554" y="14446"/>
                  </a:lnTo>
                  <a:cubicBezTo>
                    <a:pt x="2159" y="12774"/>
                    <a:pt x="1733" y="11012"/>
                    <a:pt x="1277" y="9218"/>
                  </a:cubicBezTo>
                  <a:cubicBezTo>
                    <a:pt x="1065" y="8306"/>
                    <a:pt x="852" y="7394"/>
                    <a:pt x="609" y="6452"/>
                  </a:cubicBezTo>
                  <a:cubicBezTo>
                    <a:pt x="517" y="5966"/>
                    <a:pt x="396" y="5510"/>
                    <a:pt x="274" y="5024"/>
                  </a:cubicBezTo>
                  <a:cubicBezTo>
                    <a:pt x="213" y="4568"/>
                    <a:pt x="487" y="4142"/>
                    <a:pt x="943" y="4021"/>
                  </a:cubicBezTo>
                  <a:lnTo>
                    <a:pt x="11733" y="1224"/>
                  </a:lnTo>
                  <a:lnTo>
                    <a:pt x="14165" y="586"/>
                  </a:lnTo>
                  <a:lnTo>
                    <a:pt x="15320" y="282"/>
                  </a:lnTo>
                  <a:cubicBezTo>
                    <a:pt x="15503" y="252"/>
                    <a:pt x="15685" y="191"/>
                    <a:pt x="15867" y="160"/>
                  </a:cubicBezTo>
                  <a:cubicBezTo>
                    <a:pt x="16050" y="160"/>
                    <a:pt x="16232" y="191"/>
                    <a:pt x="16384" y="282"/>
                  </a:cubicBezTo>
                  <a:cubicBezTo>
                    <a:pt x="16536" y="373"/>
                    <a:pt x="16658" y="495"/>
                    <a:pt x="16718" y="677"/>
                  </a:cubicBezTo>
                  <a:cubicBezTo>
                    <a:pt x="16779" y="829"/>
                    <a:pt x="16840" y="1011"/>
                    <a:pt x="16870" y="1194"/>
                  </a:cubicBezTo>
                  <a:cubicBezTo>
                    <a:pt x="16962" y="1528"/>
                    <a:pt x="17053" y="1893"/>
                    <a:pt x="17144" y="2227"/>
                  </a:cubicBezTo>
                  <a:cubicBezTo>
                    <a:pt x="17296" y="2926"/>
                    <a:pt x="17478" y="3595"/>
                    <a:pt x="17630" y="4203"/>
                  </a:cubicBezTo>
                  <a:cubicBezTo>
                    <a:pt x="18238" y="6726"/>
                    <a:pt x="18755" y="8762"/>
                    <a:pt x="19089" y="10191"/>
                  </a:cubicBezTo>
                  <a:cubicBezTo>
                    <a:pt x="19150" y="10343"/>
                    <a:pt x="19180" y="10525"/>
                    <a:pt x="19211" y="10677"/>
                  </a:cubicBezTo>
                  <a:cubicBezTo>
                    <a:pt x="19272" y="10829"/>
                    <a:pt x="19302" y="10951"/>
                    <a:pt x="19302" y="11103"/>
                  </a:cubicBezTo>
                  <a:cubicBezTo>
                    <a:pt x="19302" y="11346"/>
                    <a:pt x="19211" y="11559"/>
                    <a:pt x="19059" y="11741"/>
                  </a:cubicBezTo>
                  <a:cubicBezTo>
                    <a:pt x="18956" y="11869"/>
                    <a:pt x="18832" y="11976"/>
                    <a:pt x="18686" y="12043"/>
                  </a:cubicBezTo>
                  <a:lnTo>
                    <a:pt x="18686" y="12043"/>
                  </a:lnTo>
                  <a:cubicBezTo>
                    <a:pt x="18707" y="12036"/>
                    <a:pt x="18728" y="12028"/>
                    <a:pt x="18755" y="12015"/>
                  </a:cubicBezTo>
                  <a:cubicBezTo>
                    <a:pt x="18907" y="11954"/>
                    <a:pt x="19028" y="11863"/>
                    <a:pt x="19120" y="11771"/>
                  </a:cubicBezTo>
                  <a:cubicBezTo>
                    <a:pt x="19272" y="11589"/>
                    <a:pt x="19363" y="11346"/>
                    <a:pt x="19363" y="11103"/>
                  </a:cubicBezTo>
                  <a:cubicBezTo>
                    <a:pt x="19363" y="10951"/>
                    <a:pt x="19363" y="10799"/>
                    <a:pt x="19302" y="10647"/>
                  </a:cubicBezTo>
                  <a:cubicBezTo>
                    <a:pt x="19272" y="10495"/>
                    <a:pt x="19241" y="10312"/>
                    <a:pt x="19180" y="10160"/>
                  </a:cubicBezTo>
                  <a:cubicBezTo>
                    <a:pt x="18846" y="8732"/>
                    <a:pt x="18360" y="6695"/>
                    <a:pt x="17782" y="4173"/>
                  </a:cubicBezTo>
                  <a:cubicBezTo>
                    <a:pt x="17630" y="3534"/>
                    <a:pt x="17448" y="2866"/>
                    <a:pt x="17296" y="2197"/>
                  </a:cubicBezTo>
                  <a:cubicBezTo>
                    <a:pt x="17205" y="1862"/>
                    <a:pt x="17144" y="1498"/>
                    <a:pt x="17053" y="1133"/>
                  </a:cubicBezTo>
                  <a:cubicBezTo>
                    <a:pt x="16992" y="951"/>
                    <a:pt x="16962" y="768"/>
                    <a:pt x="16901" y="586"/>
                  </a:cubicBezTo>
                  <a:cubicBezTo>
                    <a:pt x="16779" y="403"/>
                    <a:pt x="16627" y="252"/>
                    <a:pt x="16445" y="160"/>
                  </a:cubicBezTo>
                  <a:cubicBezTo>
                    <a:pt x="16294" y="60"/>
                    <a:pt x="16143" y="1"/>
                    <a:pt x="15974"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8"/>
            <p:cNvSpPr/>
            <p:nvPr/>
          </p:nvSpPr>
          <p:spPr>
            <a:xfrm>
              <a:off x="2395450" y="3724500"/>
              <a:ext cx="115525" cy="121625"/>
            </a:xfrm>
            <a:custGeom>
              <a:rect b="b" l="l" r="r" t="t"/>
              <a:pathLst>
                <a:path extrusionOk="0" h="4865" w="4621">
                  <a:moveTo>
                    <a:pt x="0" y="1"/>
                  </a:moveTo>
                  <a:lnTo>
                    <a:pt x="578" y="2433"/>
                  </a:lnTo>
                  <a:lnTo>
                    <a:pt x="1155" y="4864"/>
                  </a:lnTo>
                  <a:lnTo>
                    <a:pt x="2888" y="3132"/>
                  </a:lnTo>
                  <a:lnTo>
                    <a:pt x="4621" y="1399"/>
                  </a:lnTo>
                  <a:lnTo>
                    <a:pt x="2310" y="700"/>
                  </a:lnTo>
                  <a:lnTo>
                    <a:pt x="0"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8"/>
            <p:cNvSpPr/>
            <p:nvPr/>
          </p:nvSpPr>
          <p:spPr>
            <a:xfrm>
              <a:off x="1582350" y="3302775"/>
              <a:ext cx="367075" cy="321450"/>
            </a:xfrm>
            <a:custGeom>
              <a:rect b="b" l="l" r="r" t="t"/>
              <a:pathLst>
                <a:path extrusionOk="0" h="12858" w="14683">
                  <a:moveTo>
                    <a:pt x="12190" y="0"/>
                  </a:moveTo>
                  <a:lnTo>
                    <a:pt x="1" y="3131"/>
                  </a:lnTo>
                  <a:lnTo>
                    <a:pt x="2524" y="12858"/>
                  </a:lnTo>
                  <a:lnTo>
                    <a:pt x="14682" y="9727"/>
                  </a:lnTo>
                  <a:lnTo>
                    <a:pt x="12190" y="0"/>
                  </a:ln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8"/>
            <p:cNvSpPr/>
            <p:nvPr/>
          </p:nvSpPr>
          <p:spPr>
            <a:xfrm>
              <a:off x="1583875" y="3292125"/>
              <a:ext cx="368575" cy="322225"/>
            </a:xfrm>
            <a:custGeom>
              <a:rect b="b" l="l" r="r" t="t"/>
              <a:pathLst>
                <a:path extrusionOk="0" h="12889" w="14743">
                  <a:moveTo>
                    <a:pt x="12129" y="1"/>
                  </a:moveTo>
                  <a:lnTo>
                    <a:pt x="11977" y="31"/>
                  </a:lnTo>
                  <a:lnTo>
                    <a:pt x="11308" y="214"/>
                  </a:lnTo>
                  <a:lnTo>
                    <a:pt x="8816" y="852"/>
                  </a:lnTo>
                  <a:lnTo>
                    <a:pt x="31" y="3132"/>
                  </a:lnTo>
                  <a:lnTo>
                    <a:pt x="1" y="3132"/>
                  </a:lnTo>
                  <a:lnTo>
                    <a:pt x="1" y="3162"/>
                  </a:lnTo>
                  <a:lnTo>
                    <a:pt x="2524" y="12858"/>
                  </a:lnTo>
                  <a:lnTo>
                    <a:pt x="2524" y="12889"/>
                  </a:lnTo>
                  <a:lnTo>
                    <a:pt x="2554" y="12889"/>
                  </a:lnTo>
                  <a:lnTo>
                    <a:pt x="14712" y="9727"/>
                  </a:lnTo>
                  <a:lnTo>
                    <a:pt x="14743" y="9727"/>
                  </a:lnTo>
                  <a:lnTo>
                    <a:pt x="14743" y="9697"/>
                  </a:lnTo>
                  <a:cubicBezTo>
                    <a:pt x="13983" y="6779"/>
                    <a:pt x="13345" y="4347"/>
                    <a:pt x="12889" y="2645"/>
                  </a:cubicBezTo>
                  <a:lnTo>
                    <a:pt x="12372" y="669"/>
                  </a:lnTo>
                  <a:cubicBezTo>
                    <a:pt x="12311" y="457"/>
                    <a:pt x="12281" y="274"/>
                    <a:pt x="12250" y="183"/>
                  </a:cubicBezTo>
                  <a:lnTo>
                    <a:pt x="12189" y="1"/>
                  </a:lnTo>
                  <a:lnTo>
                    <a:pt x="12189" y="1"/>
                  </a:lnTo>
                  <a:cubicBezTo>
                    <a:pt x="12189" y="1"/>
                    <a:pt x="12189" y="62"/>
                    <a:pt x="12220" y="183"/>
                  </a:cubicBezTo>
                  <a:lnTo>
                    <a:pt x="12372" y="700"/>
                  </a:lnTo>
                  <a:cubicBezTo>
                    <a:pt x="12493" y="1156"/>
                    <a:pt x="12645" y="1825"/>
                    <a:pt x="12858" y="2676"/>
                  </a:cubicBezTo>
                  <a:cubicBezTo>
                    <a:pt x="13313" y="4374"/>
                    <a:pt x="13919" y="6798"/>
                    <a:pt x="14676" y="9706"/>
                  </a:cubicBezTo>
                  <a:lnTo>
                    <a:pt x="14676" y="9706"/>
                  </a:lnTo>
                  <a:lnTo>
                    <a:pt x="2575" y="12822"/>
                  </a:lnTo>
                  <a:lnTo>
                    <a:pt x="2575" y="12822"/>
                  </a:lnTo>
                  <a:cubicBezTo>
                    <a:pt x="1669" y="9348"/>
                    <a:pt x="823" y="6056"/>
                    <a:pt x="67" y="3183"/>
                  </a:cubicBezTo>
                  <a:lnTo>
                    <a:pt x="67" y="3183"/>
                  </a:lnTo>
                  <a:lnTo>
                    <a:pt x="8816" y="913"/>
                  </a:lnTo>
                  <a:lnTo>
                    <a:pt x="11308" y="244"/>
                  </a:lnTo>
                  <a:lnTo>
                    <a:pt x="11946" y="92"/>
                  </a:lnTo>
                  <a:lnTo>
                    <a:pt x="12129" y="31"/>
                  </a:lnTo>
                  <a:lnTo>
                    <a:pt x="12189" y="31"/>
                  </a:lnTo>
                  <a:lnTo>
                    <a:pt x="12129"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8"/>
            <p:cNvSpPr/>
            <p:nvPr/>
          </p:nvSpPr>
          <p:spPr>
            <a:xfrm>
              <a:off x="1599075" y="3311125"/>
              <a:ext cx="337425" cy="285750"/>
            </a:xfrm>
            <a:custGeom>
              <a:rect b="b" l="l" r="r" t="t"/>
              <a:pathLst>
                <a:path extrusionOk="0" h="11430" w="13497">
                  <a:moveTo>
                    <a:pt x="11308" y="1"/>
                  </a:moveTo>
                  <a:lnTo>
                    <a:pt x="1" y="2949"/>
                  </a:lnTo>
                  <a:lnTo>
                    <a:pt x="2220" y="11429"/>
                  </a:lnTo>
                  <a:lnTo>
                    <a:pt x="13496" y="8481"/>
                  </a:lnTo>
                  <a:lnTo>
                    <a:pt x="11308"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p:nvPr/>
          </p:nvSpPr>
          <p:spPr>
            <a:xfrm>
              <a:off x="1654550" y="3439550"/>
              <a:ext cx="281950" cy="157325"/>
            </a:xfrm>
            <a:custGeom>
              <a:rect b="b" l="l" r="r" t="t"/>
              <a:pathLst>
                <a:path extrusionOk="0" h="6293" w="11278">
                  <a:moveTo>
                    <a:pt x="2554" y="1"/>
                  </a:moveTo>
                  <a:lnTo>
                    <a:pt x="1" y="6292"/>
                  </a:lnTo>
                  <a:lnTo>
                    <a:pt x="11277" y="3344"/>
                  </a:lnTo>
                  <a:lnTo>
                    <a:pt x="7083" y="456"/>
                  </a:lnTo>
                  <a:lnTo>
                    <a:pt x="5867" y="2645"/>
                  </a:lnTo>
                  <a:lnTo>
                    <a:pt x="2554"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8"/>
            <p:cNvSpPr/>
            <p:nvPr/>
          </p:nvSpPr>
          <p:spPr>
            <a:xfrm>
              <a:off x="1750300" y="3383100"/>
              <a:ext cx="55100" cy="46125"/>
            </a:xfrm>
            <a:custGeom>
              <a:rect b="b" l="l" r="r" t="t"/>
              <a:pathLst>
                <a:path extrusionOk="0" h="1845" w="2204">
                  <a:moveTo>
                    <a:pt x="1168" y="0"/>
                  </a:moveTo>
                  <a:cubicBezTo>
                    <a:pt x="1083" y="0"/>
                    <a:pt x="997" y="13"/>
                    <a:pt x="912" y="40"/>
                  </a:cubicBezTo>
                  <a:cubicBezTo>
                    <a:pt x="122" y="252"/>
                    <a:pt x="0" y="1316"/>
                    <a:pt x="700" y="1711"/>
                  </a:cubicBezTo>
                  <a:cubicBezTo>
                    <a:pt x="850" y="1803"/>
                    <a:pt x="1008" y="1844"/>
                    <a:pt x="1161" y="1844"/>
                  </a:cubicBezTo>
                  <a:cubicBezTo>
                    <a:pt x="1716" y="1844"/>
                    <a:pt x="2204" y="1304"/>
                    <a:pt x="2037" y="708"/>
                  </a:cubicBezTo>
                  <a:cubicBezTo>
                    <a:pt x="1937" y="282"/>
                    <a:pt x="1567" y="0"/>
                    <a:pt x="1168"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8"/>
            <p:cNvSpPr/>
            <p:nvPr/>
          </p:nvSpPr>
          <p:spPr>
            <a:xfrm>
              <a:off x="1654550" y="3439550"/>
              <a:ext cx="281950" cy="157325"/>
            </a:xfrm>
            <a:custGeom>
              <a:rect b="b" l="l" r="r" t="t"/>
              <a:pathLst>
                <a:path extrusionOk="0" h="6293" w="11278">
                  <a:moveTo>
                    <a:pt x="2554" y="1"/>
                  </a:moveTo>
                  <a:lnTo>
                    <a:pt x="1" y="6292"/>
                  </a:lnTo>
                  <a:lnTo>
                    <a:pt x="11277" y="3344"/>
                  </a:lnTo>
                  <a:lnTo>
                    <a:pt x="7083" y="456"/>
                  </a:lnTo>
                  <a:lnTo>
                    <a:pt x="5867" y="2645"/>
                  </a:lnTo>
                  <a:lnTo>
                    <a:pt x="255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8"/>
            <p:cNvSpPr/>
            <p:nvPr/>
          </p:nvSpPr>
          <p:spPr>
            <a:xfrm>
              <a:off x="1750300" y="3383100"/>
              <a:ext cx="55100" cy="46125"/>
            </a:xfrm>
            <a:custGeom>
              <a:rect b="b" l="l" r="r" t="t"/>
              <a:pathLst>
                <a:path extrusionOk="0" h="1845" w="2204">
                  <a:moveTo>
                    <a:pt x="1168" y="0"/>
                  </a:moveTo>
                  <a:cubicBezTo>
                    <a:pt x="1083" y="0"/>
                    <a:pt x="997" y="13"/>
                    <a:pt x="912" y="40"/>
                  </a:cubicBezTo>
                  <a:cubicBezTo>
                    <a:pt x="122" y="252"/>
                    <a:pt x="0" y="1316"/>
                    <a:pt x="700" y="1711"/>
                  </a:cubicBezTo>
                  <a:cubicBezTo>
                    <a:pt x="850" y="1803"/>
                    <a:pt x="1008" y="1844"/>
                    <a:pt x="1161" y="1844"/>
                  </a:cubicBezTo>
                  <a:cubicBezTo>
                    <a:pt x="1716" y="1844"/>
                    <a:pt x="2204" y="1304"/>
                    <a:pt x="2037" y="708"/>
                  </a:cubicBezTo>
                  <a:cubicBezTo>
                    <a:pt x="1937" y="282"/>
                    <a:pt x="1567" y="0"/>
                    <a:pt x="11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8"/>
            <p:cNvSpPr/>
            <p:nvPr/>
          </p:nvSpPr>
          <p:spPr>
            <a:xfrm>
              <a:off x="1735850" y="3083150"/>
              <a:ext cx="499275" cy="411125"/>
            </a:xfrm>
            <a:custGeom>
              <a:rect b="b" l="l" r="r" t="t"/>
              <a:pathLst>
                <a:path extrusionOk="0" h="16445" w="19971">
                  <a:moveTo>
                    <a:pt x="18907" y="1"/>
                  </a:moveTo>
                  <a:lnTo>
                    <a:pt x="1" y="1338"/>
                  </a:lnTo>
                  <a:lnTo>
                    <a:pt x="1065" y="16445"/>
                  </a:lnTo>
                  <a:lnTo>
                    <a:pt x="19971" y="15138"/>
                  </a:lnTo>
                  <a:lnTo>
                    <a:pt x="18907" y="1"/>
                  </a:ln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
            <p:cNvSpPr/>
            <p:nvPr/>
          </p:nvSpPr>
          <p:spPr>
            <a:xfrm>
              <a:off x="1734350" y="3082400"/>
              <a:ext cx="501550" cy="412650"/>
            </a:xfrm>
            <a:custGeom>
              <a:rect b="b" l="l" r="r" t="t"/>
              <a:pathLst>
                <a:path extrusionOk="0" h="16506" w="20062">
                  <a:moveTo>
                    <a:pt x="18960" y="31"/>
                  </a:moveTo>
                  <a:cubicBezTo>
                    <a:pt x="18954" y="72"/>
                    <a:pt x="18947" y="153"/>
                    <a:pt x="18967" y="274"/>
                  </a:cubicBezTo>
                  <a:cubicBezTo>
                    <a:pt x="18967" y="487"/>
                    <a:pt x="18997" y="760"/>
                    <a:pt x="18997" y="1095"/>
                  </a:cubicBezTo>
                  <a:cubicBezTo>
                    <a:pt x="19058" y="1794"/>
                    <a:pt x="19119" y="2858"/>
                    <a:pt x="19210" y="4165"/>
                  </a:cubicBezTo>
                  <a:cubicBezTo>
                    <a:pt x="19392" y="6798"/>
                    <a:pt x="19664" y="10547"/>
                    <a:pt x="19966" y="15081"/>
                  </a:cubicBezTo>
                  <a:lnTo>
                    <a:pt x="19966" y="15081"/>
                  </a:lnTo>
                  <a:lnTo>
                    <a:pt x="1151" y="16410"/>
                  </a:lnTo>
                  <a:lnTo>
                    <a:pt x="1151" y="16410"/>
                  </a:lnTo>
                  <a:cubicBezTo>
                    <a:pt x="759" y="10986"/>
                    <a:pt x="397" y="5862"/>
                    <a:pt x="95" y="1394"/>
                  </a:cubicBezTo>
                  <a:lnTo>
                    <a:pt x="95" y="1394"/>
                  </a:lnTo>
                  <a:lnTo>
                    <a:pt x="13709" y="396"/>
                  </a:lnTo>
                  <a:lnTo>
                    <a:pt x="17599" y="122"/>
                  </a:lnTo>
                  <a:lnTo>
                    <a:pt x="18633" y="31"/>
                  </a:lnTo>
                  <a:close/>
                  <a:moveTo>
                    <a:pt x="18602" y="1"/>
                  </a:moveTo>
                  <a:lnTo>
                    <a:pt x="17569" y="61"/>
                  </a:lnTo>
                  <a:lnTo>
                    <a:pt x="13709" y="335"/>
                  </a:lnTo>
                  <a:lnTo>
                    <a:pt x="31" y="1277"/>
                  </a:lnTo>
                  <a:lnTo>
                    <a:pt x="0" y="1277"/>
                  </a:lnTo>
                  <a:lnTo>
                    <a:pt x="0" y="1308"/>
                  </a:lnTo>
                  <a:cubicBezTo>
                    <a:pt x="274" y="5806"/>
                    <a:pt x="669" y="10973"/>
                    <a:pt x="1034" y="16445"/>
                  </a:cubicBezTo>
                  <a:lnTo>
                    <a:pt x="1034" y="16505"/>
                  </a:lnTo>
                  <a:lnTo>
                    <a:pt x="1094" y="16505"/>
                  </a:lnTo>
                  <a:lnTo>
                    <a:pt x="20031" y="15168"/>
                  </a:lnTo>
                  <a:lnTo>
                    <a:pt x="20061" y="15168"/>
                  </a:lnTo>
                  <a:lnTo>
                    <a:pt x="20061" y="15107"/>
                  </a:lnTo>
                  <a:cubicBezTo>
                    <a:pt x="19727" y="10548"/>
                    <a:pt x="19453" y="6779"/>
                    <a:pt x="19271" y="4104"/>
                  </a:cubicBezTo>
                  <a:cubicBezTo>
                    <a:pt x="19180" y="2827"/>
                    <a:pt x="19089" y="1794"/>
                    <a:pt x="19058" y="1064"/>
                  </a:cubicBezTo>
                  <a:cubicBezTo>
                    <a:pt x="19028" y="730"/>
                    <a:pt x="18997" y="457"/>
                    <a:pt x="18997" y="274"/>
                  </a:cubicBezTo>
                  <a:lnTo>
                    <a:pt x="18967" y="1"/>
                  </a:lnTo>
                  <a:cubicBezTo>
                    <a:pt x="18967" y="1"/>
                    <a:pt x="18964" y="10"/>
                    <a:pt x="18961" y="29"/>
                  </a:cubicBezTo>
                  <a:lnTo>
                    <a:pt x="18961" y="29"/>
                  </a:lnTo>
                  <a:lnTo>
                    <a:pt x="18845"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8"/>
            <p:cNvSpPr/>
            <p:nvPr/>
          </p:nvSpPr>
          <p:spPr>
            <a:xfrm>
              <a:off x="1753350" y="3108250"/>
              <a:ext cx="463550" cy="360950"/>
            </a:xfrm>
            <a:custGeom>
              <a:rect b="b" l="l" r="r" t="t"/>
              <a:pathLst>
                <a:path extrusionOk="0" h="14438" w="18542">
                  <a:moveTo>
                    <a:pt x="17599" y="0"/>
                  </a:moveTo>
                  <a:lnTo>
                    <a:pt x="0" y="1246"/>
                  </a:lnTo>
                  <a:lnTo>
                    <a:pt x="942" y="14438"/>
                  </a:lnTo>
                  <a:lnTo>
                    <a:pt x="18541" y="13222"/>
                  </a:lnTo>
                  <a:lnTo>
                    <a:pt x="17599"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8"/>
            <p:cNvSpPr/>
            <p:nvPr/>
          </p:nvSpPr>
          <p:spPr>
            <a:xfrm>
              <a:off x="1776900" y="3253375"/>
              <a:ext cx="440000" cy="216600"/>
            </a:xfrm>
            <a:custGeom>
              <a:rect b="b" l="l" r="r" t="t"/>
              <a:pathLst>
                <a:path extrusionOk="0" h="8664" w="17600">
                  <a:moveTo>
                    <a:pt x="5563" y="1"/>
                  </a:moveTo>
                  <a:lnTo>
                    <a:pt x="0" y="8663"/>
                  </a:lnTo>
                  <a:lnTo>
                    <a:pt x="0" y="8663"/>
                  </a:lnTo>
                  <a:lnTo>
                    <a:pt x="17599" y="7417"/>
                  </a:lnTo>
                  <a:lnTo>
                    <a:pt x="12128" y="1946"/>
                  </a:lnTo>
                  <a:lnTo>
                    <a:pt x="9727" y="4864"/>
                  </a:lnTo>
                  <a:lnTo>
                    <a:pt x="5563"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
            <p:cNvSpPr/>
            <p:nvPr/>
          </p:nvSpPr>
          <p:spPr>
            <a:xfrm>
              <a:off x="1969150" y="3186400"/>
              <a:ext cx="82175" cy="69625"/>
            </a:xfrm>
            <a:custGeom>
              <a:rect b="b" l="l" r="r" t="t"/>
              <a:pathLst>
                <a:path extrusionOk="0" h="2785" w="3287">
                  <a:moveTo>
                    <a:pt x="1847" y="0"/>
                  </a:moveTo>
                  <a:cubicBezTo>
                    <a:pt x="1809" y="0"/>
                    <a:pt x="1771" y="2"/>
                    <a:pt x="1733" y="5"/>
                  </a:cubicBezTo>
                  <a:cubicBezTo>
                    <a:pt x="517" y="96"/>
                    <a:pt x="0" y="1616"/>
                    <a:pt x="943" y="2436"/>
                  </a:cubicBezTo>
                  <a:cubicBezTo>
                    <a:pt x="1210" y="2677"/>
                    <a:pt x="1525" y="2785"/>
                    <a:pt x="1834" y="2785"/>
                  </a:cubicBezTo>
                  <a:cubicBezTo>
                    <a:pt x="2577" y="2785"/>
                    <a:pt x="3287" y="2162"/>
                    <a:pt x="3222" y="1281"/>
                  </a:cubicBezTo>
                  <a:cubicBezTo>
                    <a:pt x="3165" y="558"/>
                    <a:pt x="2584" y="0"/>
                    <a:pt x="1847"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8"/>
            <p:cNvSpPr/>
            <p:nvPr/>
          </p:nvSpPr>
          <p:spPr>
            <a:xfrm>
              <a:off x="1776900" y="3253375"/>
              <a:ext cx="440000" cy="216600"/>
            </a:xfrm>
            <a:custGeom>
              <a:rect b="b" l="l" r="r" t="t"/>
              <a:pathLst>
                <a:path extrusionOk="0" h="8664" w="17600">
                  <a:moveTo>
                    <a:pt x="5563" y="1"/>
                  </a:moveTo>
                  <a:lnTo>
                    <a:pt x="0" y="8663"/>
                  </a:lnTo>
                  <a:lnTo>
                    <a:pt x="0" y="8663"/>
                  </a:lnTo>
                  <a:lnTo>
                    <a:pt x="17599" y="7417"/>
                  </a:lnTo>
                  <a:lnTo>
                    <a:pt x="12128" y="1946"/>
                  </a:lnTo>
                  <a:lnTo>
                    <a:pt x="9727" y="4864"/>
                  </a:lnTo>
                  <a:lnTo>
                    <a:pt x="556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a:off x="1969150" y="3186400"/>
              <a:ext cx="82175" cy="69625"/>
            </a:xfrm>
            <a:custGeom>
              <a:rect b="b" l="l" r="r" t="t"/>
              <a:pathLst>
                <a:path extrusionOk="0" h="2785" w="3287">
                  <a:moveTo>
                    <a:pt x="1847" y="0"/>
                  </a:moveTo>
                  <a:cubicBezTo>
                    <a:pt x="1809" y="0"/>
                    <a:pt x="1771" y="2"/>
                    <a:pt x="1733" y="5"/>
                  </a:cubicBezTo>
                  <a:cubicBezTo>
                    <a:pt x="517" y="96"/>
                    <a:pt x="0" y="1616"/>
                    <a:pt x="943" y="2436"/>
                  </a:cubicBezTo>
                  <a:cubicBezTo>
                    <a:pt x="1210" y="2677"/>
                    <a:pt x="1525" y="2785"/>
                    <a:pt x="1834" y="2785"/>
                  </a:cubicBezTo>
                  <a:cubicBezTo>
                    <a:pt x="2577" y="2785"/>
                    <a:pt x="3287" y="2162"/>
                    <a:pt x="3222" y="1281"/>
                  </a:cubicBezTo>
                  <a:cubicBezTo>
                    <a:pt x="3165" y="558"/>
                    <a:pt x="2584" y="0"/>
                    <a:pt x="184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
            <p:cNvSpPr/>
            <p:nvPr/>
          </p:nvSpPr>
          <p:spPr>
            <a:xfrm>
              <a:off x="991175" y="3562625"/>
              <a:ext cx="329050" cy="313875"/>
            </a:xfrm>
            <a:custGeom>
              <a:rect b="b" l="l" r="r" t="t"/>
              <a:pathLst>
                <a:path extrusionOk="0" h="12555" w="13162">
                  <a:moveTo>
                    <a:pt x="7152" y="0"/>
                  </a:moveTo>
                  <a:cubicBezTo>
                    <a:pt x="5605" y="0"/>
                    <a:pt x="4041" y="630"/>
                    <a:pt x="2888" y="1977"/>
                  </a:cubicBezTo>
                  <a:cubicBezTo>
                    <a:pt x="0" y="5351"/>
                    <a:pt x="2006" y="10610"/>
                    <a:pt x="6414" y="11218"/>
                  </a:cubicBezTo>
                  <a:lnTo>
                    <a:pt x="6809" y="12555"/>
                  </a:lnTo>
                  <a:lnTo>
                    <a:pt x="11520" y="11096"/>
                  </a:lnTo>
                  <a:cubicBezTo>
                    <a:pt x="11520" y="11096"/>
                    <a:pt x="11338" y="10336"/>
                    <a:pt x="11125" y="9637"/>
                  </a:cubicBezTo>
                  <a:cubicBezTo>
                    <a:pt x="12614" y="8178"/>
                    <a:pt x="13161" y="5990"/>
                    <a:pt x="12554" y="3983"/>
                  </a:cubicBezTo>
                  <a:cubicBezTo>
                    <a:pt x="11768" y="1427"/>
                    <a:pt x="9480" y="0"/>
                    <a:pt x="7152"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p:nvPr/>
          </p:nvSpPr>
          <p:spPr>
            <a:xfrm>
              <a:off x="1111225" y="3702175"/>
              <a:ext cx="150500" cy="160650"/>
            </a:xfrm>
            <a:custGeom>
              <a:rect b="b" l="l" r="r" t="t"/>
              <a:pathLst>
                <a:path extrusionOk="0" h="6426" w="6020">
                  <a:moveTo>
                    <a:pt x="3679" y="73"/>
                  </a:moveTo>
                  <a:cubicBezTo>
                    <a:pt x="3770" y="73"/>
                    <a:pt x="3891" y="104"/>
                    <a:pt x="3952" y="164"/>
                  </a:cubicBezTo>
                  <a:cubicBezTo>
                    <a:pt x="4013" y="256"/>
                    <a:pt x="4074" y="347"/>
                    <a:pt x="4074" y="438"/>
                  </a:cubicBezTo>
                  <a:cubicBezTo>
                    <a:pt x="4074" y="651"/>
                    <a:pt x="4013" y="863"/>
                    <a:pt x="3891" y="1046"/>
                  </a:cubicBezTo>
                  <a:cubicBezTo>
                    <a:pt x="3840" y="1129"/>
                    <a:pt x="3781" y="1206"/>
                    <a:pt x="3716" y="1277"/>
                  </a:cubicBezTo>
                  <a:lnTo>
                    <a:pt x="3716" y="1277"/>
                  </a:lnTo>
                  <a:cubicBezTo>
                    <a:pt x="3669" y="1224"/>
                    <a:pt x="3626" y="1167"/>
                    <a:pt x="3587" y="1107"/>
                  </a:cubicBezTo>
                  <a:cubicBezTo>
                    <a:pt x="3466" y="955"/>
                    <a:pt x="3375" y="742"/>
                    <a:pt x="3375" y="529"/>
                  </a:cubicBezTo>
                  <a:cubicBezTo>
                    <a:pt x="3375" y="438"/>
                    <a:pt x="3375" y="347"/>
                    <a:pt x="3435" y="256"/>
                  </a:cubicBezTo>
                  <a:cubicBezTo>
                    <a:pt x="3496" y="164"/>
                    <a:pt x="3587" y="104"/>
                    <a:pt x="3679" y="73"/>
                  </a:cubicBezTo>
                  <a:close/>
                  <a:moveTo>
                    <a:pt x="1686" y="426"/>
                  </a:moveTo>
                  <a:cubicBezTo>
                    <a:pt x="1713" y="426"/>
                    <a:pt x="1739" y="430"/>
                    <a:pt x="1764" y="438"/>
                  </a:cubicBezTo>
                  <a:cubicBezTo>
                    <a:pt x="1976" y="499"/>
                    <a:pt x="2128" y="651"/>
                    <a:pt x="2189" y="833"/>
                  </a:cubicBezTo>
                  <a:cubicBezTo>
                    <a:pt x="2311" y="1137"/>
                    <a:pt x="2333" y="1455"/>
                    <a:pt x="2273" y="1751"/>
                  </a:cubicBezTo>
                  <a:lnTo>
                    <a:pt x="2273" y="1751"/>
                  </a:lnTo>
                  <a:cubicBezTo>
                    <a:pt x="2009" y="1690"/>
                    <a:pt x="1767" y="1554"/>
                    <a:pt x="1581" y="1350"/>
                  </a:cubicBezTo>
                  <a:cubicBezTo>
                    <a:pt x="1429" y="1198"/>
                    <a:pt x="1338" y="985"/>
                    <a:pt x="1338" y="772"/>
                  </a:cubicBezTo>
                  <a:cubicBezTo>
                    <a:pt x="1368" y="651"/>
                    <a:pt x="1399" y="560"/>
                    <a:pt x="1490" y="499"/>
                  </a:cubicBezTo>
                  <a:cubicBezTo>
                    <a:pt x="1535" y="454"/>
                    <a:pt x="1612" y="426"/>
                    <a:pt x="1686" y="426"/>
                  </a:cubicBezTo>
                  <a:close/>
                  <a:moveTo>
                    <a:pt x="5558" y="657"/>
                  </a:moveTo>
                  <a:cubicBezTo>
                    <a:pt x="5601" y="657"/>
                    <a:pt x="5644" y="665"/>
                    <a:pt x="5685" y="681"/>
                  </a:cubicBezTo>
                  <a:cubicBezTo>
                    <a:pt x="5867" y="711"/>
                    <a:pt x="5989" y="863"/>
                    <a:pt x="5958" y="1046"/>
                  </a:cubicBezTo>
                  <a:cubicBezTo>
                    <a:pt x="5897" y="1228"/>
                    <a:pt x="5806" y="1380"/>
                    <a:pt x="5654" y="1502"/>
                  </a:cubicBezTo>
                  <a:cubicBezTo>
                    <a:pt x="5422" y="1665"/>
                    <a:pt x="5136" y="1756"/>
                    <a:pt x="4837" y="1763"/>
                  </a:cubicBezTo>
                  <a:lnTo>
                    <a:pt x="4837" y="1763"/>
                  </a:lnTo>
                  <a:cubicBezTo>
                    <a:pt x="4879" y="1585"/>
                    <a:pt x="4932" y="1406"/>
                    <a:pt x="4986" y="1228"/>
                  </a:cubicBezTo>
                  <a:cubicBezTo>
                    <a:pt x="5016" y="1046"/>
                    <a:pt x="5107" y="924"/>
                    <a:pt x="5229" y="803"/>
                  </a:cubicBezTo>
                  <a:cubicBezTo>
                    <a:pt x="5318" y="714"/>
                    <a:pt x="5439" y="657"/>
                    <a:pt x="5558" y="657"/>
                  </a:cubicBezTo>
                  <a:close/>
                  <a:moveTo>
                    <a:pt x="459" y="2315"/>
                  </a:moveTo>
                  <a:cubicBezTo>
                    <a:pt x="488" y="2315"/>
                    <a:pt x="517" y="2317"/>
                    <a:pt x="548" y="2322"/>
                  </a:cubicBezTo>
                  <a:cubicBezTo>
                    <a:pt x="700" y="2353"/>
                    <a:pt x="852" y="2444"/>
                    <a:pt x="943" y="2566"/>
                  </a:cubicBezTo>
                  <a:cubicBezTo>
                    <a:pt x="1063" y="2686"/>
                    <a:pt x="1169" y="2807"/>
                    <a:pt x="1271" y="2927"/>
                  </a:cubicBezTo>
                  <a:lnTo>
                    <a:pt x="1271" y="2927"/>
                  </a:lnTo>
                  <a:cubicBezTo>
                    <a:pt x="1128" y="2979"/>
                    <a:pt x="977" y="3010"/>
                    <a:pt x="821" y="3022"/>
                  </a:cubicBezTo>
                  <a:cubicBezTo>
                    <a:pt x="776" y="3029"/>
                    <a:pt x="730" y="3033"/>
                    <a:pt x="685" y="3033"/>
                  </a:cubicBezTo>
                  <a:cubicBezTo>
                    <a:pt x="550" y="3033"/>
                    <a:pt x="419" y="2999"/>
                    <a:pt x="305" y="2930"/>
                  </a:cubicBezTo>
                  <a:cubicBezTo>
                    <a:pt x="153" y="2839"/>
                    <a:pt x="61" y="2687"/>
                    <a:pt x="122" y="2505"/>
                  </a:cubicBezTo>
                  <a:cubicBezTo>
                    <a:pt x="198" y="2378"/>
                    <a:pt x="316" y="2315"/>
                    <a:pt x="459" y="2315"/>
                  </a:cubicBezTo>
                  <a:close/>
                  <a:moveTo>
                    <a:pt x="3769" y="1"/>
                  </a:moveTo>
                  <a:cubicBezTo>
                    <a:pt x="3739" y="1"/>
                    <a:pt x="3709" y="5"/>
                    <a:pt x="3679" y="12"/>
                  </a:cubicBezTo>
                  <a:cubicBezTo>
                    <a:pt x="3435" y="73"/>
                    <a:pt x="3283" y="286"/>
                    <a:pt x="3283" y="529"/>
                  </a:cubicBezTo>
                  <a:cubicBezTo>
                    <a:pt x="3314" y="742"/>
                    <a:pt x="3375" y="955"/>
                    <a:pt x="3527" y="1137"/>
                  </a:cubicBezTo>
                  <a:cubicBezTo>
                    <a:pt x="3571" y="1204"/>
                    <a:pt x="3620" y="1266"/>
                    <a:pt x="3672" y="1323"/>
                  </a:cubicBezTo>
                  <a:lnTo>
                    <a:pt x="3672" y="1323"/>
                  </a:lnTo>
                  <a:cubicBezTo>
                    <a:pt x="3431" y="1567"/>
                    <a:pt x="3114" y="1730"/>
                    <a:pt x="2797" y="1775"/>
                  </a:cubicBezTo>
                  <a:cubicBezTo>
                    <a:pt x="2731" y="1784"/>
                    <a:pt x="2665" y="1788"/>
                    <a:pt x="2600" y="1788"/>
                  </a:cubicBezTo>
                  <a:cubicBezTo>
                    <a:pt x="2511" y="1788"/>
                    <a:pt x="2423" y="1780"/>
                    <a:pt x="2337" y="1765"/>
                  </a:cubicBezTo>
                  <a:lnTo>
                    <a:pt x="2337" y="1765"/>
                  </a:lnTo>
                  <a:cubicBezTo>
                    <a:pt x="2360" y="1658"/>
                    <a:pt x="2372" y="1550"/>
                    <a:pt x="2372" y="1441"/>
                  </a:cubicBezTo>
                  <a:cubicBezTo>
                    <a:pt x="2372" y="1228"/>
                    <a:pt x="2341" y="1015"/>
                    <a:pt x="2250" y="803"/>
                  </a:cubicBezTo>
                  <a:cubicBezTo>
                    <a:pt x="2220" y="711"/>
                    <a:pt x="2159" y="620"/>
                    <a:pt x="2068" y="529"/>
                  </a:cubicBezTo>
                  <a:cubicBezTo>
                    <a:pt x="2007" y="438"/>
                    <a:pt x="1885" y="377"/>
                    <a:pt x="1794" y="377"/>
                  </a:cubicBezTo>
                  <a:cubicBezTo>
                    <a:pt x="1761" y="369"/>
                    <a:pt x="1729" y="365"/>
                    <a:pt x="1696" y="365"/>
                  </a:cubicBezTo>
                  <a:cubicBezTo>
                    <a:pt x="1607" y="365"/>
                    <a:pt x="1518" y="393"/>
                    <a:pt x="1429" y="438"/>
                  </a:cubicBezTo>
                  <a:cubicBezTo>
                    <a:pt x="1338" y="529"/>
                    <a:pt x="1277" y="620"/>
                    <a:pt x="1277" y="742"/>
                  </a:cubicBezTo>
                  <a:cubicBezTo>
                    <a:pt x="1277" y="985"/>
                    <a:pt x="1338" y="1228"/>
                    <a:pt x="1520" y="1380"/>
                  </a:cubicBezTo>
                  <a:cubicBezTo>
                    <a:pt x="1727" y="1606"/>
                    <a:pt x="1981" y="1750"/>
                    <a:pt x="2259" y="1813"/>
                  </a:cubicBezTo>
                  <a:lnTo>
                    <a:pt x="2259" y="1813"/>
                  </a:lnTo>
                  <a:cubicBezTo>
                    <a:pt x="2192" y="2086"/>
                    <a:pt x="2053" y="2337"/>
                    <a:pt x="1855" y="2535"/>
                  </a:cubicBezTo>
                  <a:cubicBezTo>
                    <a:pt x="1703" y="2704"/>
                    <a:pt x="1523" y="2826"/>
                    <a:pt x="1325" y="2906"/>
                  </a:cubicBezTo>
                  <a:lnTo>
                    <a:pt x="1325" y="2906"/>
                  </a:lnTo>
                  <a:cubicBezTo>
                    <a:pt x="1220" y="2783"/>
                    <a:pt x="1112" y="2659"/>
                    <a:pt x="1004" y="2535"/>
                  </a:cubicBezTo>
                  <a:cubicBezTo>
                    <a:pt x="882" y="2383"/>
                    <a:pt x="730" y="2292"/>
                    <a:pt x="548" y="2262"/>
                  </a:cubicBezTo>
                  <a:cubicBezTo>
                    <a:pt x="521" y="2253"/>
                    <a:pt x="494" y="2249"/>
                    <a:pt x="468" y="2249"/>
                  </a:cubicBezTo>
                  <a:cubicBezTo>
                    <a:pt x="403" y="2249"/>
                    <a:pt x="339" y="2271"/>
                    <a:pt x="274" y="2292"/>
                  </a:cubicBezTo>
                  <a:cubicBezTo>
                    <a:pt x="183" y="2322"/>
                    <a:pt x="122" y="2383"/>
                    <a:pt x="61" y="2474"/>
                  </a:cubicBezTo>
                  <a:cubicBezTo>
                    <a:pt x="1" y="2657"/>
                    <a:pt x="92" y="2870"/>
                    <a:pt x="274" y="2991"/>
                  </a:cubicBezTo>
                  <a:cubicBezTo>
                    <a:pt x="388" y="3060"/>
                    <a:pt x="536" y="3094"/>
                    <a:pt x="680" y="3094"/>
                  </a:cubicBezTo>
                  <a:cubicBezTo>
                    <a:pt x="728" y="3094"/>
                    <a:pt x="776" y="3090"/>
                    <a:pt x="821" y="3082"/>
                  </a:cubicBezTo>
                  <a:cubicBezTo>
                    <a:pt x="986" y="3070"/>
                    <a:pt x="1151" y="3031"/>
                    <a:pt x="1306" y="2970"/>
                  </a:cubicBezTo>
                  <a:lnTo>
                    <a:pt x="1306" y="2970"/>
                  </a:lnTo>
                  <a:cubicBezTo>
                    <a:pt x="1397" y="3078"/>
                    <a:pt x="1486" y="3187"/>
                    <a:pt x="1581" y="3295"/>
                  </a:cubicBezTo>
                  <a:cubicBezTo>
                    <a:pt x="2341" y="4237"/>
                    <a:pt x="2919" y="5028"/>
                    <a:pt x="3344" y="5575"/>
                  </a:cubicBezTo>
                  <a:cubicBezTo>
                    <a:pt x="3527" y="5848"/>
                    <a:pt x="3679" y="6061"/>
                    <a:pt x="3800" y="6213"/>
                  </a:cubicBezTo>
                  <a:cubicBezTo>
                    <a:pt x="3709" y="6061"/>
                    <a:pt x="3557" y="5848"/>
                    <a:pt x="3344" y="5544"/>
                  </a:cubicBezTo>
                  <a:cubicBezTo>
                    <a:pt x="2949" y="4997"/>
                    <a:pt x="2372" y="4207"/>
                    <a:pt x="1612" y="3265"/>
                  </a:cubicBezTo>
                  <a:cubicBezTo>
                    <a:pt x="1532" y="3159"/>
                    <a:pt x="1448" y="3054"/>
                    <a:pt x="1359" y="2948"/>
                  </a:cubicBezTo>
                  <a:lnTo>
                    <a:pt x="1359" y="2948"/>
                  </a:lnTo>
                  <a:cubicBezTo>
                    <a:pt x="1557" y="2863"/>
                    <a:pt x="1739" y="2743"/>
                    <a:pt x="1885" y="2596"/>
                  </a:cubicBezTo>
                  <a:cubicBezTo>
                    <a:pt x="2097" y="2384"/>
                    <a:pt x="2249" y="2114"/>
                    <a:pt x="2323" y="1826"/>
                  </a:cubicBezTo>
                  <a:lnTo>
                    <a:pt x="2323" y="1826"/>
                  </a:lnTo>
                  <a:cubicBezTo>
                    <a:pt x="2410" y="1841"/>
                    <a:pt x="2500" y="1849"/>
                    <a:pt x="2591" y="1849"/>
                  </a:cubicBezTo>
                  <a:cubicBezTo>
                    <a:pt x="2659" y="1849"/>
                    <a:pt x="2728" y="1845"/>
                    <a:pt x="2797" y="1836"/>
                  </a:cubicBezTo>
                  <a:cubicBezTo>
                    <a:pt x="3155" y="1769"/>
                    <a:pt x="3463" y="1603"/>
                    <a:pt x="3710" y="1363"/>
                  </a:cubicBezTo>
                  <a:lnTo>
                    <a:pt x="3710" y="1363"/>
                  </a:lnTo>
                  <a:cubicBezTo>
                    <a:pt x="3994" y="1652"/>
                    <a:pt x="4372" y="1805"/>
                    <a:pt x="4757" y="1813"/>
                  </a:cubicBezTo>
                  <a:lnTo>
                    <a:pt x="4757" y="1813"/>
                  </a:lnTo>
                  <a:cubicBezTo>
                    <a:pt x="4737" y="1914"/>
                    <a:pt x="4722" y="2013"/>
                    <a:pt x="4712" y="2110"/>
                  </a:cubicBezTo>
                  <a:cubicBezTo>
                    <a:pt x="4651" y="2657"/>
                    <a:pt x="4651" y="3204"/>
                    <a:pt x="4712" y="3751"/>
                  </a:cubicBezTo>
                  <a:cubicBezTo>
                    <a:pt x="4742" y="4237"/>
                    <a:pt x="4803" y="4663"/>
                    <a:pt x="4864" y="4997"/>
                  </a:cubicBezTo>
                  <a:cubicBezTo>
                    <a:pt x="4894" y="5332"/>
                    <a:pt x="4955" y="5575"/>
                    <a:pt x="4986" y="5757"/>
                  </a:cubicBezTo>
                  <a:cubicBezTo>
                    <a:pt x="5016" y="5848"/>
                    <a:pt x="5016" y="5909"/>
                    <a:pt x="5016" y="5970"/>
                  </a:cubicBezTo>
                  <a:lnTo>
                    <a:pt x="5016" y="6031"/>
                  </a:lnTo>
                  <a:lnTo>
                    <a:pt x="5046" y="5970"/>
                  </a:lnTo>
                  <a:lnTo>
                    <a:pt x="5016" y="5788"/>
                  </a:lnTo>
                  <a:cubicBezTo>
                    <a:pt x="4986" y="5605"/>
                    <a:pt x="4925" y="5362"/>
                    <a:pt x="4894" y="5028"/>
                  </a:cubicBezTo>
                  <a:cubicBezTo>
                    <a:pt x="4834" y="4663"/>
                    <a:pt x="4773" y="4268"/>
                    <a:pt x="4742" y="3781"/>
                  </a:cubicBezTo>
                  <a:cubicBezTo>
                    <a:pt x="4712" y="3234"/>
                    <a:pt x="4712" y="2687"/>
                    <a:pt x="4773" y="2140"/>
                  </a:cubicBezTo>
                  <a:cubicBezTo>
                    <a:pt x="4784" y="2031"/>
                    <a:pt x="4802" y="1922"/>
                    <a:pt x="4826" y="1813"/>
                  </a:cubicBezTo>
                  <a:lnTo>
                    <a:pt x="4826" y="1813"/>
                  </a:lnTo>
                  <a:cubicBezTo>
                    <a:pt x="5124" y="1806"/>
                    <a:pt x="5423" y="1714"/>
                    <a:pt x="5685" y="1532"/>
                  </a:cubicBezTo>
                  <a:cubicBezTo>
                    <a:pt x="5837" y="1411"/>
                    <a:pt x="5958" y="1228"/>
                    <a:pt x="5989" y="1046"/>
                  </a:cubicBezTo>
                  <a:cubicBezTo>
                    <a:pt x="6019" y="924"/>
                    <a:pt x="5989" y="833"/>
                    <a:pt x="5928" y="742"/>
                  </a:cubicBezTo>
                  <a:cubicBezTo>
                    <a:pt x="5867" y="681"/>
                    <a:pt x="5776" y="620"/>
                    <a:pt x="5685" y="590"/>
                  </a:cubicBezTo>
                  <a:cubicBezTo>
                    <a:pt x="5644" y="583"/>
                    <a:pt x="5603" y="579"/>
                    <a:pt x="5562" y="579"/>
                  </a:cubicBezTo>
                  <a:cubicBezTo>
                    <a:pt x="5422" y="579"/>
                    <a:pt x="5286" y="624"/>
                    <a:pt x="5168" y="742"/>
                  </a:cubicBezTo>
                  <a:cubicBezTo>
                    <a:pt x="5046" y="863"/>
                    <a:pt x="4955" y="1015"/>
                    <a:pt x="4925" y="1167"/>
                  </a:cubicBezTo>
                  <a:cubicBezTo>
                    <a:pt x="4867" y="1359"/>
                    <a:pt x="4810" y="1563"/>
                    <a:pt x="4768" y="1763"/>
                  </a:cubicBezTo>
                  <a:lnTo>
                    <a:pt x="4768" y="1763"/>
                  </a:lnTo>
                  <a:cubicBezTo>
                    <a:pt x="4699" y="1762"/>
                    <a:pt x="4629" y="1756"/>
                    <a:pt x="4560" y="1745"/>
                  </a:cubicBezTo>
                  <a:cubicBezTo>
                    <a:pt x="4254" y="1698"/>
                    <a:pt x="3967" y="1542"/>
                    <a:pt x="3754" y="1319"/>
                  </a:cubicBezTo>
                  <a:lnTo>
                    <a:pt x="3754" y="1319"/>
                  </a:lnTo>
                  <a:cubicBezTo>
                    <a:pt x="3826" y="1244"/>
                    <a:pt x="3892" y="1163"/>
                    <a:pt x="3952" y="1076"/>
                  </a:cubicBezTo>
                  <a:cubicBezTo>
                    <a:pt x="4074" y="894"/>
                    <a:pt x="4134" y="651"/>
                    <a:pt x="4134" y="438"/>
                  </a:cubicBezTo>
                  <a:cubicBezTo>
                    <a:pt x="4134" y="316"/>
                    <a:pt x="4074" y="195"/>
                    <a:pt x="4013" y="104"/>
                  </a:cubicBezTo>
                  <a:cubicBezTo>
                    <a:pt x="3945" y="35"/>
                    <a:pt x="3859" y="1"/>
                    <a:pt x="3769" y="1"/>
                  </a:cubicBezTo>
                  <a:close/>
                  <a:moveTo>
                    <a:pt x="3922" y="6365"/>
                  </a:moveTo>
                  <a:cubicBezTo>
                    <a:pt x="3922" y="6380"/>
                    <a:pt x="3929" y="6388"/>
                    <a:pt x="3937" y="6395"/>
                  </a:cubicBezTo>
                  <a:lnTo>
                    <a:pt x="3922" y="6365"/>
                  </a:lnTo>
                  <a:close/>
                  <a:moveTo>
                    <a:pt x="3937" y="6395"/>
                  </a:moveTo>
                  <a:lnTo>
                    <a:pt x="3952" y="6426"/>
                  </a:lnTo>
                  <a:cubicBezTo>
                    <a:pt x="3952" y="6411"/>
                    <a:pt x="3945" y="6403"/>
                    <a:pt x="3937" y="6395"/>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8"/>
            <p:cNvSpPr/>
            <p:nvPr/>
          </p:nvSpPr>
          <p:spPr>
            <a:xfrm>
              <a:off x="1165175" y="3849750"/>
              <a:ext cx="118575" cy="46675"/>
            </a:xfrm>
            <a:custGeom>
              <a:rect b="b" l="l" r="r" t="t"/>
              <a:pathLst>
                <a:path extrusionOk="0" h="1867" w="4743">
                  <a:moveTo>
                    <a:pt x="4377" y="0"/>
                  </a:moveTo>
                  <a:cubicBezTo>
                    <a:pt x="4357" y="0"/>
                    <a:pt x="4337" y="2"/>
                    <a:pt x="4317" y="6"/>
                  </a:cubicBezTo>
                  <a:lnTo>
                    <a:pt x="274" y="1283"/>
                  </a:lnTo>
                  <a:cubicBezTo>
                    <a:pt x="92" y="1313"/>
                    <a:pt x="1" y="1496"/>
                    <a:pt x="62" y="1647"/>
                  </a:cubicBezTo>
                  <a:cubicBezTo>
                    <a:pt x="114" y="1780"/>
                    <a:pt x="237" y="1866"/>
                    <a:pt x="368" y="1866"/>
                  </a:cubicBezTo>
                  <a:cubicBezTo>
                    <a:pt x="387" y="1866"/>
                    <a:pt x="407" y="1864"/>
                    <a:pt x="426" y="1860"/>
                  </a:cubicBezTo>
                  <a:lnTo>
                    <a:pt x="4469" y="614"/>
                  </a:lnTo>
                  <a:cubicBezTo>
                    <a:pt x="4651" y="553"/>
                    <a:pt x="4742" y="371"/>
                    <a:pt x="4682" y="219"/>
                  </a:cubicBezTo>
                  <a:cubicBezTo>
                    <a:pt x="4655" y="87"/>
                    <a:pt x="4514" y="0"/>
                    <a:pt x="437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
            <p:cNvSpPr/>
            <p:nvPr/>
          </p:nvSpPr>
          <p:spPr>
            <a:xfrm>
              <a:off x="1168625" y="3870775"/>
              <a:ext cx="124125" cy="69850"/>
            </a:xfrm>
            <a:custGeom>
              <a:rect b="b" l="l" r="r" t="t"/>
              <a:pathLst>
                <a:path extrusionOk="0" h="2794" w="4965">
                  <a:moveTo>
                    <a:pt x="4523" y="0"/>
                  </a:moveTo>
                  <a:cubicBezTo>
                    <a:pt x="4492" y="0"/>
                    <a:pt x="4458" y="5"/>
                    <a:pt x="4422" y="16"/>
                  </a:cubicBezTo>
                  <a:lnTo>
                    <a:pt x="410" y="1293"/>
                  </a:lnTo>
                  <a:cubicBezTo>
                    <a:pt x="0" y="1375"/>
                    <a:pt x="130" y="1923"/>
                    <a:pt x="470" y="1923"/>
                  </a:cubicBezTo>
                  <a:cubicBezTo>
                    <a:pt x="508" y="1923"/>
                    <a:pt x="549" y="1916"/>
                    <a:pt x="592" y="1901"/>
                  </a:cubicBezTo>
                  <a:lnTo>
                    <a:pt x="1018" y="1749"/>
                  </a:lnTo>
                  <a:lnTo>
                    <a:pt x="1960" y="2691"/>
                  </a:lnTo>
                  <a:cubicBezTo>
                    <a:pt x="2028" y="2759"/>
                    <a:pt x="2131" y="2794"/>
                    <a:pt x="2242" y="2794"/>
                  </a:cubicBezTo>
                  <a:cubicBezTo>
                    <a:pt x="2279" y="2794"/>
                    <a:pt x="2317" y="2790"/>
                    <a:pt x="2355" y="2782"/>
                  </a:cubicBezTo>
                  <a:lnTo>
                    <a:pt x="3814" y="2326"/>
                  </a:lnTo>
                  <a:cubicBezTo>
                    <a:pt x="3966" y="2265"/>
                    <a:pt x="4057" y="2144"/>
                    <a:pt x="4088" y="2022"/>
                  </a:cubicBezTo>
                  <a:lnTo>
                    <a:pt x="4301" y="715"/>
                  </a:lnTo>
                  <a:lnTo>
                    <a:pt x="4604" y="624"/>
                  </a:lnTo>
                  <a:cubicBezTo>
                    <a:pt x="4964" y="513"/>
                    <a:pt x="4845" y="0"/>
                    <a:pt x="45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
            <p:cNvSpPr/>
            <p:nvPr/>
          </p:nvSpPr>
          <p:spPr>
            <a:xfrm>
              <a:off x="1042075" y="3604150"/>
              <a:ext cx="65375" cy="174475"/>
            </a:xfrm>
            <a:custGeom>
              <a:rect b="b" l="l" r="r" t="t"/>
              <a:pathLst>
                <a:path extrusionOk="0" h="6979" w="2615">
                  <a:moveTo>
                    <a:pt x="2541" y="0"/>
                  </a:moveTo>
                  <a:cubicBezTo>
                    <a:pt x="2484" y="0"/>
                    <a:pt x="2383" y="29"/>
                    <a:pt x="2250" y="73"/>
                  </a:cubicBezTo>
                  <a:cubicBezTo>
                    <a:pt x="1946" y="195"/>
                    <a:pt x="1703" y="377"/>
                    <a:pt x="1490" y="590"/>
                  </a:cubicBezTo>
                  <a:cubicBezTo>
                    <a:pt x="1125" y="894"/>
                    <a:pt x="852" y="1228"/>
                    <a:pt x="639" y="1623"/>
                  </a:cubicBezTo>
                  <a:lnTo>
                    <a:pt x="92" y="3204"/>
                  </a:lnTo>
                  <a:cubicBezTo>
                    <a:pt x="1" y="3781"/>
                    <a:pt x="31" y="4329"/>
                    <a:pt x="183" y="4876"/>
                  </a:cubicBezTo>
                  <a:cubicBezTo>
                    <a:pt x="305" y="5332"/>
                    <a:pt x="487" y="5757"/>
                    <a:pt x="730" y="6122"/>
                  </a:cubicBezTo>
                  <a:cubicBezTo>
                    <a:pt x="882" y="6365"/>
                    <a:pt x="1095" y="6608"/>
                    <a:pt x="1308" y="6791"/>
                  </a:cubicBezTo>
                  <a:cubicBezTo>
                    <a:pt x="1440" y="6901"/>
                    <a:pt x="1508" y="6979"/>
                    <a:pt x="1570" y="6979"/>
                  </a:cubicBezTo>
                  <a:cubicBezTo>
                    <a:pt x="1594" y="6979"/>
                    <a:pt x="1617" y="6968"/>
                    <a:pt x="1642" y="6943"/>
                  </a:cubicBezTo>
                  <a:cubicBezTo>
                    <a:pt x="1703" y="6882"/>
                    <a:pt x="1429" y="6517"/>
                    <a:pt x="1156" y="5879"/>
                  </a:cubicBezTo>
                  <a:cubicBezTo>
                    <a:pt x="365" y="4237"/>
                    <a:pt x="639" y="2292"/>
                    <a:pt x="1824" y="924"/>
                  </a:cubicBezTo>
                  <a:cubicBezTo>
                    <a:pt x="2280" y="377"/>
                    <a:pt x="2615" y="73"/>
                    <a:pt x="2584" y="12"/>
                  </a:cubicBezTo>
                  <a:cubicBezTo>
                    <a:pt x="2576" y="4"/>
                    <a:pt x="2561" y="0"/>
                    <a:pt x="25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p:nvPr/>
          </p:nvSpPr>
          <p:spPr>
            <a:xfrm>
              <a:off x="1120350" y="3582675"/>
              <a:ext cx="34975" cy="19550"/>
            </a:xfrm>
            <a:custGeom>
              <a:rect b="b" l="l" r="r" t="t"/>
              <a:pathLst>
                <a:path extrusionOk="0" h="782" w="1399">
                  <a:moveTo>
                    <a:pt x="929" y="0"/>
                  </a:moveTo>
                  <a:cubicBezTo>
                    <a:pt x="822" y="0"/>
                    <a:pt x="715" y="15"/>
                    <a:pt x="608" y="51"/>
                  </a:cubicBezTo>
                  <a:cubicBezTo>
                    <a:pt x="426" y="111"/>
                    <a:pt x="274" y="203"/>
                    <a:pt x="122" y="324"/>
                  </a:cubicBezTo>
                  <a:cubicBezTo>
                    <a:pt x="61" y="446"/>
                    <a:pt x="0" y="567"/>
                    <a:pt x="61" y="659"/>
                  </a:cubicBezTo>
                  <a:cubicBezTo>
                    <a:pt x="95" y="744"/>
                    <a:pt x="217" y="782"/>
                    <a:pt x="381" y="782"/>
                  </a:cubicBezTo>
                  <a:cubicBezTo>
                    <a:pt x="508" y="782"/>
                    <a:pt x="662" y="759"/>
                    <a:pt x="821" y="719"/>
                  </a:cubicBezTo>
                  <a:lnTo>
                    <a:pt x="1399" y="233"/>
                  </a:lnTo>
                  <a:cubicBezTo>
                    <a:pt x="1399" y="142"/>
                    <a:pt x="1307" y="51"/>
                    <a:pt x="1155" y="20"/>
                  </a:cubicBezTo>
                  <a:cubicBezTo>
                    <a:pt x="1080" y="8"/>
                    <a:pt x="1004" y="0"/>
                    <a:pt x="9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8"/>
            <p:cNvSpPr/>
            <p:nvPr/>
          </p:nvSpPr>
          <p:spPr>
            <a:xfrm>
              <a:off x="1222175" y="3922650"/>
              <a:ext cx="47900" cy="17700"/>
            </a:xfrm>
            <a:custGeom>
              <a:rect b="b" l="l" r="r" t="t"/>
              <a:pathLst>
                <a:path extrusionOk="0" h="708" w="1916">
                  <a:moveTo>
                    <a:pt x="1447" y="0"/>
                  </a:moveTo>
                  <a:cubicBezTo>
                    <a:pt x="1249" y="0"/>
                    <a:pt x="1050" y="50"/>
                    <a:pt x="852" y="99"/>
                  </a:cubicBezTo>
                  <a:cubicBezTo>
                    <a:pt x="608" y="190"/>
                    <a:pt x="396" y="312"/>
                    <a:pt x="213" y="494"/>
                  </a:cubicBezTo>
                  <a:cubicBezTo>
                    <a:pt x="122" y="555"/>
                    <a:pt x="61" y="616"/>
                    <a:pt x="0" y="707"/>
                  </a:cubicBezTo>
                  <a:cubicBezTo>
                    <a:pt x="0" y="707"/>
                    <a:pt x="92" y="646"/>
                    <a:pt x="244" y="525"/>
                  </a:cubicBezTo>
                  <a:cubicBezTo>
                    <a:pt x="426" y="373"/>
                    <a:pt x="639" y="282"/>
                    <a:pt x="882" y="190"/>
                  </a:cubicBezTo>
                  <a:cubicBezTo>
                    <a:pt x="1125" y="99"/>
                    <a:pt x="1338" y="69"/>
                    <a:pt x="1581" y="69"/>
                  </a:cubicBezTo>
                  <a:lnTo>
                    <a:pt x="1915" y="69"/>
                  </a:lnTo>
                  <a:cubicBezTo>
                    <a:pt x="1794" y="38"/>
                    <a:pt x="1703" y="8"/>
                    <a:pt x="1581" y="8"/>
                  </a:cubicBezTo>
                  <a:cubicBezTo>
                    <a:pt x="1536" y="3"/>
                    <a:pt x="1492" y="0"/>
                    <a:pt x="144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8"/>
            <p:cNvSpPr/>
            <p:nvPr/>
          </p:nvSpPr>
          <p:spPr>
            <a:xfrm>
              <a:off x="1194825" y="3889325"/>
              <a:ext cx="82075" cy="25250"/>
            </a:xfrm>
            <a:custGeom>
              <a:rect b="b" l="l" r="r" t="t"/>
              <a:pathLst>
                <a:path extrusionOk="0" h="1010" w="3283">
                  <a:moveTo>
                    <a:pt x="3274" y="1"/>
                  </a:moveTo>
                  <a:cubicBezTo>
                    <a:pt x="3189" y="1"/>
                    <a:pt x="2495" y="204"/>
                    <a:pt x="1642" y="460"/>
                  </a:cubicBezTo>
                  <a:cubicBezTo>
                    <a:pt x="730" y="764"/>
                    <a:pt x="0" y="976"/>
                    <a:pt x="0" y="1007"/>
                  </a:cubicBezTo>
                  <a:cubicBezTo>
                    <a:pt x="2" y="1009"/>
                    <a:pt x="7" y="1010"/>
                    <a:pt x="14" y="1010"/>
                  </a:cubicBezTo>
                  <a:cubicBezTo>
                    <a:pt x="124" y="1010"/>
                    <a:pt x="816" y="805"/>
                    <a:pt x="1642" y="520"/>
                  </a:cubicBezTo>
                  <a:cubicBezTo>
                    <a:pt x="2553" y="247"/>
                    <a:pt x="3283" y="4"/>
                    <a:pt x="3283" y="4"/>
                  </a:cubicBezTo>
                  <a:cubicBezTo>
                    <a:pt x="3283" y="2"/>
                    <a:pt x="3280" y="1"/>
                    <a:pt x="327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8"/>
            <p:cNvSpPr/>
            <p:nvPr/>
          </p:nvSpPr>
          <p:spPr>
            <a:xfrm>
              <a:off x="1206225" y="3903075"/>
              <a:ext cx="67650" cy="22075"/>
            </a:xfrm>
            <a:custGeom>
              <a:rect b="b" l="l" r="r" t="t"/>
              <a:pathLst>
                <a:path extrusionOk="0" h="883" w="2706">
                  <a:moveTo>
                    <a:pt x="2705" y="1"/>
                  </a:moveTo>
                  <a:lnTo>
                    <a:pt x="2705" y="1"/>
                  </a:lnTo>
                  <a:cubicBezTo>
                    <a:pt x="2584" y="31"/>
                    <a:pt x="2432" y="62"/>
                    <a:pt x="2310" y="122"/>
                  </a:cubicBezTo>
                  <a:lnTo>
                    <a:pt x="1338" y="426"/>
                  </a:lnTo>
                  <a:lnTo>
                    <a:pt x="395" y="761"/>
                  </a:lnTo>
                  <a:cubicBezTo>
                    <a:pt x="243" y="791"/>
                    <a:pt x="122" y="821"/>
                    <a:pt x="0" y="882"/>
                  </a:cubicBezTo>
                  <a:cubicBezTo>
                    <a:pt x="152" y="882"/>
                    <a:pt x="274" y="821"/>
                    <a:pt x="426" y="791"/>
                  </a:cubicBezTo>
                  <a:cubicBezTo>
                    <a:pt x="669" y="730"/>
                    <a:pt x="1003" y="609"/>
                    <a:pt x="1368" y="487"/>
                  </a:cubicBezTo>
                  <a:cubicBezTo>
                    <a:pt x="1763" y="366"/>
                    <a:pt x="2097" y="244"/>
                    <a:pt x="2341" y="153"/>
                  </a:cubicBezTo>
                  <a:cubicBezTo>
                    <a:pt x="2462" y="122"/>
                    <a:pt x="2584" y="62"/>
                    <a:pt x="2705"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8"/>
            <p:cNvSpPr/>
            <p:nvPr/>
          </p:nvSpPr>
          <p:spPr>
            <a:xfrm>
              <a:off x="3222200" y="2966275"/>
              <a:ext cx="1224225" cy="922125"/>
            </a:xfrm>
            <a:custGeom>
              <a:rect b="b" l="l" r="r" t="t"/>
              <a:pathLst>
                <a:path extrusionOk="0" h="36885" w="48969">
                  <a:moveTo>
                    <a:pt x="36092" y="0"/>
                  </a:moveTo>
                  <a:cubicBezTo>
                    <a:pt x="33013" y="0"/>
                    <a:pt x="29926" y="1212"/>
                    <a:pt x="27935" y="3582"/>
                  </a:cubicBezTo>
                  <a:cubicBezTo>
                    <a:pt x="26506" y="5284"/>
                    <a:pt x="25503" y="7533"/>
                    <a:pt x="23527" y="8597"/>
                  </a:cubicBezTo>
                  <a:cubicBezTo>
                    <a:pt x="22651" y="9053"/>
                    <a:pt x="21719" y="9210"/>
                    <a:pt x="20754" y="9210"/>
                  </a:cubicBezTo>
                  <a:cubicBezTo>
                    <a:pt x="18591" y="9210"/>
                    <a:pt x="16263" y="8419"/>
                    <a:pt x="14023" y="8419"/>
                  </a:cubicBezTo>
                  <a:cubicBezTo>
                    <a:pt x="13796" y="8419"/>
                    <a:pt x="13570" y="8427"/>
                    <a:pt x="13345" y="8445"/>
                  </a:cubicBezTo>
                  <a:cubicBezTo>
                    <a:pt x="9302" y="8810"/>
                    <a:pt x="6019" y="12883"/>
                    <a:pt x="6506" y="16895"/>
                  </a:cubicBezTo>
                  <a:cubicBezTo>
                    <a:pt x="6718" y="18719"/>
                    <a:pt x="7600" y="20634"/>
                    <a:pt x="6749" y="22245"/>
                  </a:cubicBezTo>
                  <a:cubicBezTo>
                    <a:pt x="5655" y="24312"/>
                    <a:pt x="2524" y="24372"/>
                    <a:pt x="1186" y="26287"/>
                  </a:cubicBezTo>
                  <a:cubicBezTo>
                    <a:pt x="1" y="28020"/>
                    <a:pt x="943" y="30573"/>
                    <a:pt x="2676" y="31758"/>
                  </a:cubicBezTo>
                  <a:cubicBezTo>
                    <a:pt x="4147" y="32765"/>
                    <a:pt x="5970" y="33027"/>
                    <a:pt x="7771" y="33027"/>
                  </a:cubicBezTo>
                  <a:cubicBezTo>
                    <a:pt x="8090" y="33027"/>
                    <a:pt x="8409" y="33018"/>
                    <a:pt x="8724" y="33005"/>
                  </a:cubicBezTo>
                  <a:cubicBezTo>
                    <a:pt x="9929" y="32952"/>
                    <a:pt x="11143" y="32840"/>
                    <a:pt x="12344" y="32840"/>
                  </a:cubicBezTo>
                  <a:cubicBezTo>
                    <a:pt x="13235" y="32840"/>
                    <a:pt x="14119" y="32902"/>
                    <a:pt x="14986" y="33096"/>
                  </a:cubicBezTo>
                  <a:cubicBezTo>
                    <a:pt x="17235" y="33582"/>
                    <a:pt x="19181" y="34980"/>
                    <a:pt x="21339" y="35831"/>
                  </a:cubicBezTo>
                  <a:cubicBezTo>
                    <a:pt x="23138" y="36555"/>
                    <a:pt x="25049" y="36884"/>
                    <a:pt x="26978" y="36884"/>
                  </a:cubicBezTo>
                  <a:cubicBezTo>
                    <a:pt x="30556" y="36884"/>
                    <a:pt x="34196" y="35753"/>
                    <a:pt x="37296" y="33917"/>
                  </a:cubicBezTo>
                  <a:cubicBezTo>
                    <a:pt x="42038" y="31090"/>
                    <a:pt x="45746" y="26743"/>
                    <a:pt x="48968" y="22214"/>
                  </a:cubicBezTo>
                  <a:lnTo>
                    <a:pt x="43224" y="2639"/>
                  </a:lnTo>
                  <a:cubicBezTo>
                    <a:pt x="41300" y="869"/>
                    <a:pt x="38699" y="0"/>
                    <a:pt x="36092"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
            <p:cNvSpPr/>
            <p:nvPr/>
          </p:nvSpPr>
          <p:spPr>
            <a:xfrm>
              <a:off x="3222200" y="2966275"/>
              <a:ext cx="1224225" cy="922125"/>
            </a:xfrm>
            <a:custGeom>
              <a:rect b="b" l="l" r="r" t="t"/>
              <a:pathLst>
                <a:path extrusionOk="0" h="36885" w="48969">
                  <a:moveTo>
                    <a:pt x="36092" y="0"/>
                  </a:moveTo>
                  <a:cubicBezTo>
                    <a:pt x="33013" y="0"/>
                    <a:pt x="29926" y="1212"/>
                    <a:pt x="27935" y="3582"/>
                  </a:cubicBezTo>
                  <a:cubicBezTo>
                    <a:pt x="26506" y="5284"/>
                    <a:pt x="25503" y="7533"/>
                    <a:pt x="23527" y="8597"/>
                  </a:cubicBezTo>
                  <a:cubicBezTo>
                    <a:pt x="22651" y="9053"/>
                    <a:pt x="21719" y="9210"/>
                    <a:pt x="20754" y="9210"/>
                  </a:cubicBezTo>
                  <a:cubicBezTo>
                    <a:pt x="18591" y="9210"/>
                    <a:pt x="16263" y="8419"/>
                    <a:pt x="14023" y="8419"/>
                  </a:cubicBezTo>
                  <a:cubicBezTo>
                    <a:pt x="13796" y="8419"/>
                    <a:pt x="13570" y="8427"/>
                    <a:pt x="13345" y="8445"/>
                  </a:cubicBezTo>
                  <a:cubicBezTo>
                    <a:pt x="9302" y="8810"/>
                    <a:pt x="6019" y="12883"/>
                    <a:pt x="6506" y="16895"/>
                  </a:cubicBezTo>
                  <a:cubicBezTo>
                    <a:pt x="6718" y="18719"/>
                    <a:pt x="7600" y="20634"/>
                    <a:pt x="6749" y="22245"/>
                  </a:cubicBezTo>
                  <a:cubicBezTo>
                    <a:pt x="5655" y="24312"/>
                    <a:pt x="2524" y="24372"/>
                    <a:pt x="1186" y="26287"/>
                  </a:cubicBezTo>
                  <a:cubicBezTo>
                    <a:pt x="1" y="28020"/>
                    <a:pt x="943" y="30573"/>
                    <a:pt x="2676" y="31758"/>
                  </a:cubicBezTo>
                  <a:cubicBezTo>
                    <a:pt x="4147" y="32765"/>
                    <a:pt x="5970" y="33027"/>
                    <a:pt x="7771" y="33027"/>
                  </a:cubicBezTo>
                  <a:cubicBezTo>
                    <a:pt x="8090" y="33027"/>
                    <a:pt x="8409" y="33018"/>
                    <a:pt x="8724" y="33005"/>
                  </a:cubicBezTo>
                  <a:cubicBezTo>
                    <a:pt x="9929" y="32952"/>
                    <a:pt x="11143" y="32840"/>
                    <a:pt x="12344" y="32840"/>
                  </a:cubicBezTo>
                  <a:cubicBezTo>
                    <a:pt x="13235" y="32840"/>
                    <a:pt x="14119" y="32902"/>
                    <a:pt x="14986" y="33096"/>
                  </a:cubicBezTo>
                  <a:cubicBezTo>
                    <a:pt x="17235" y="33582"/>
                    <a:pt x="19181" y="34980"/>
                    <a:pt x="21339" y="35831"/>
                  </a:cubicBezTo>
                  <a:cubicBezTo>
                    <a:pt x="23138" y="36555"/>
                    <a:pt x="25049" y="36884"/>
                    <a:pt x="26978" y="36884"/>
                  </a:cubicBezTo>
                  <a:cubicBezTo>
                    <a:pt x="30556" y="36884"/>
                    <a:pt x="34196" y="35753"/>
                    <a:pt x="37296" y="33917"/>
                  </a:cubicBezTo>
                  <a:cubicBezTo>
                    <a:pt x="42038" y="31090"/>
                    <a:pt x="45746" y="26743"/>
                    <a:pt x="48968" y="22214"/>
                  </a:cubicBezTo>
                  <a:lnTo>
                    <a:pt x="43224" y="2639"/>
                  </a:lnTo>
                  <a:cubicBezTo>
                    <a:pt x="41300" y="869"/>
                    <a:pt x="38699" y="0"/>
                    <a:pt x="360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
            <p:cNvSpPr/>
            <p:nvPr/>
          </p:nvSpPr>
          <p:spPr>
            <a:xfrm>
              <a:off x="3571750" y="3108175"/>
              <a:ext cx="769050" cy="548450"/>
            </a:xfrm>
            <a:custGeom>
              <a:rect b="b" l="l" r="r" t="t"/>
              <a:pathLst>
                <a:path extrusionOk="0" h="21938" w="30762">
                  <a:moveTo>
                    <a:pt x="22407" y="0"/>
                  </a:moveTo>
                  <a:cubicBezTo>
                    <a:pt x="19806" y="0"/>
                    <a:pt x="17193" y="1078"/>
                    <a:pt x="15624" y="3164"/>
                  </a:cubicBezTo>
                  <a:cubicBezTo>
                    <a:pt x="13861" y="5505"/>
                    <a:pt x="12858" y="9031"/>
                    <a:pt x="9971" y="9426"/>
                  </a:cubicBezTo>
                  <a:cubicBezTo>
                    <a:pt x="9806" y="9449"/>
                    <a:pt x="9643" y="9459"/>
                    <a:pt x="9480" y="9459"/>
                  </a:cubicBezTo>
                  <a:cubicBezTo>
                    <a:pt x="7805" y="9459"/>
                    <a:pt x="6186" y="8351"/>
                    <a:pt x="4484" y="8351"/>
                  </a:cubicBezTo>
                  <a:cubicBezTo>
                    <a:pt x="4388" y="8351"/>
                    <a:pt x="4292" y="8354"/>
                    <a:pt x="4196" y="8362"/>
                  </a:cubicBezTo>
                  <a:cubicBezTo>
                    <a:pt x="1582" y="8575"/>
                    <a:pt x="1" y="11766"/>
                    <a:pt x="670" y="14319"/>
                  </a:cubicBezTo>
                  <a:cubicBezTo>
                    <a:pt x="1338" y="16842"/>
                    <a:pt x="3588" y="18666"/>
                    <a:pt x="5928" y="19851"/>
                  </a:cubicBezTo>
                  <a:cubicBezTo>
                    <a:pt x="8700" y="21263"/>
                    <a:pt x="11787" y="21937"/>
                    <a:pt x="14885" y="21937"/>
                  </a:cubicBezTo>
                  <a:cubicBezTo>
                    <a:pt x="20860" y="21937"/>
                    <a:pt x="26878" y="19430"/>
                    <a:pt x="30761" y="14866"/>
                  </a:cubicBezTo>
                  <a:lnTo>
                    <a:pt x="28208" y="2222"/>
                  </a:lnTo>
                  <a:cubicBezTo>
                    <a:pt x="26673" y="728"/>
                    <a:pt x="24544" y="0"/>
                    <a:pt x="22407"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8"/>
            <p:cNvSpPr/>
            <p:nvPr/>
          </p:nvSpPr>
          <p:spPr>
            <a:xfrm>
              <a:off x="6102200" y="3118875"/>
              <a:ext cx="243200" cy="257625"/>
            </a:xfrm>
            <a:custGeom>
              <a:rect b="b" l="l" r="r" t="t"/>
              <a:pathLst>
                <a:path extrusionOk="0" h="10305" w="9728">
                  <a:moveTo>
                    <a:pt x="5715" y="1"/>
                  </a:moveTo>
                  <a:lnTo>
                    <a:pt x="1" y="4074"/>
                  </a:lnTo>
                  <a:lnTo>
                    <a:pt x="4408" y="10305"/>
                  </a:lnTo>
                  <a:lnTo>
                    <a:pt x="4651" y="10244"/>
                  </a:lnTo>
                  <a:lnTo>
                    <a:pt x="9727" y="8147"/>
                  </a:lnTo>
                  <a:lnTo>
                    <a:pt x="5715" y="1"/>
                  </a:ln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8"/>
            <p:cNvSpPr/>
            <p:nvPr/>
          </p:nvSpPr>
          <p:spPr>
            <a:xfrm>
              <a:off x="6206300" y="3294400"/>
              <a:ext cx="396700" cy="294125"/>
            </a:xfrm>
            <a:custGeom>
              <a:rect b="b" l="l" r="r" t="t"/>
              <a:pathLst>
                <a:path extrusionOk="0" h="11765" w="15868">
                  <a:moveTo>
                    <a:pt x="5320" y="1"/>
                  </a:moveTo>
                  <a:lnTo>
                    <a:pt x="1" y="3192"/>
                  </a:lnTo>
                  <a:lnTo>
                    <a:pt x="5199" y="11764"/>
                  </a:lnTo>
                  <a:lnTo>
                    <a:pt x="15867" y="5320"/>
                  </a:lnTo>
                  <a:cubicBezTo>
                    <a:pt x="15683" y="5052"/>
                    <a:pt x="15036" y="4955"/>
                    <a:pt x="14195" y="4955"/>
                  </a:cubicBezTo>
                  <a:cubicBezTo>
                    <a:pt x="11989" y="4955"/>
                    <a:pt x="8451" y="5624"/>
                    <a:pt x="8451" y="5624"/>
                  </a:cubicBezTo>
                  <a:lnTo>
                    <a:pt x="5320"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
            <p:cNvSpPr/>
            <p:nvPr/>
          </p:nvSpPr>
          <p:spPr>
            <a:xfrm>
              <a:off x="6323325" y="3469225"/>
              <a:ext cx="25875" cy="24100"/>
            </a:xfrm>
            <a:custGeom>
              <a:rect b="b" l="l" r="r" t="t"/>
              <a:pathLst>
                <a:path extrusionOk="0" h="964" w="1035">
                  <a:moveTo>
                    <a:pt x="534" y="1"/>
                  </a:moveTo>
                  <a:cubicBezTo>
                    <a:pt x="394" y="1"/>
                    <a:pt x="254" y="63"/>
                    <a:pt x="153" y="181"/>
                  </a:cubicBezTo>
                  <a:lnTo>
                    <a:pt x="183" y="151"/>
                  </a:lnTo>
                  <a:lnTo>
                    <a:pt x="183" y="151"/>
                  </a:lnTo>
                  <a:cubicBezTo>
                    <a:pt x="1" y="333"/>
                    <a:pt x="1" y="637"/>
                    <a:pt x="183" y="850"/>
                  </a:cubicBezTo>
                  <a:cubicBezTo>
                    <a:pt x="274" y="926"/>
                    <a:pt x="396" y="964"/>
                    <a:pt x="518" y="964"/>
                  </a:cubicBezTo>
                  <a:cubicBezTo>
                    <a:pt x="639" y="964"/>
                    <a:pt x="761" y="926"/>
                    <a:pt x="852" y="850"/>
                  </a:cubicBezTo>
                  <a:cubicBezTo>
                    <a:pt x="1034" y="637"/>
                    <a:pt x="1034" y="333"/>
                    <a:pt x="852" y="121"/>
                  </a:cubicBezTo>
                  <a:cubicBezTo>
                    <a:pt x="758" y="40"/>
                    <a:pt x="646" y="1"/>
                    <a:pt x="5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8"/>
            <p:cNvSpPr/>
            <p:nvPr/>
          </p:nvSpPr>
          <p:spPr>
            <a:xfrm>
              <a:off x="6324100" y="3420300"/>
              <a:ext cx="278900" cy="168225"/>
            </a:xfrm>
            <a:custGeom>
              <a:rect b="b" l="l" r="r" t="t"/>
              <a:pathLst>
                <a:path extrusionOk="0" h="6729" w="11156">
                  <a:moveTo>
                    <a:pt x="10559" y="0"/>
                  </a:moveTo>
                  <a:cubicBezTo>
                    <a:pt x="10463" y="0"/>
                    <a:pt x="10396" y="11"/>
                    <a:pt x="10396" y="11"/>
                  </a:cubicBezTo>
                  <a:lnTo>
                    <a:pt x="0" y="5847"/>
                  </a:lnTo>
                  <a:lnTo>
                    <a:pt x="487" y="6728"/>
                  </a:lnTo>
                  <a:lnTo>
                    <a:pt x="11155" y="284"/>
                  </a:lnTo>
                  <a:cubicBezTo>
                    <a:pt x="11054" y="41"/>
                    <a:pt x="10750" y="0"/>
                    <a:pt x="1055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8"/>
            <p:cNvSpPr/>
            <p:nvPr/>
          </p:nvSpPr>
          <p:spPr>
            <a:xfrm>
              <a:off x="6401600" y="3430825"/>
              <a:ext cx="19775" cy="30025"/>
            </a:xfrm>
            <a:custGeom>
              <a:rect b="b" l="l" r="r" t="t"/>
              <a:pathLst>
                <a:path extrusionOk="0" h="1201" w="791">
                  <a:moveTo>
                    <a:pt x="734" y="0"/>
                  </a:moveTo>
                  <a:cubicBezTo>
                    <a:pt x="647" y="0"/>
                    <a:pt x="362" y="139"/>
                    <a:pt x="183" y="471"/>
                  </a:cubicBezTo>
                  <a:cubicBezTo>
                    <a:pt x="1" y="866"/>
                    <a:pt x="92" y="1201"/>
                    <a:pt x="153" y="1201"/>
                  </a:cubicBezTo>
                  <a:cubicBezTo>
                    <a:pt x="213" y="1201"/>
                    <a:pt x="213" y="866"/>
                    <a:pt x="396" y="562"/>
                  </a:cubicBezTo>
                  <a:cubicBezTo>
                    <a:pt x="548" y="258"/>
                    <a:pt x="791" y="76"/>
                    <a:pt x="760" y="15"/>
                  </a:cubicBezTo>
                  <a:cubicBezTo>
                    <a:pt x="760" y="5"/>
                    <a:pt x="751" y="0"/>
                    <a:pt x="73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8"/>
            <p:cNvSpPr/>
            <p:nvPr/>
          </p:nvSpPr>
          <p:spPr>
            <a:xfrm>
              <a:off x="6445000" y="3425800"/>
              <a:ext cx="11350" cy="30550"/>
            </a:xfrm>
            <a:custGeom>
              <a:rect b="b" l="l" r="r" t="t"/>
              <a:pathLst>
                <a:path extrusionOk="0" h="1222" w="454">
                  <a:moveTo>
                    <a:pt x="413" y="0"/>
                  </a:moveTo>
                  <a:cubicBezTo>
                    <a:pt x="354" y="0"/>
                    <a:pt x="114" y="184"/>
                    <a:pt x="58" y="551"/>
                  </a:cubicBezTo>
                  <a:cubicBezTo>
                    <a:pt x="0" y="955"/>
                    <a:pt x="189" y="1222"/>
                    <a:pt x="234" y="1222"/>
                  </a:cubicBezTo>
                  <a:cubicBezTo>
                    <a:pt x="237" y="1222"/>
                    <a:pt x="239" y="1221"/>
                    <a:pt x="240" y="1219"/>
                  </a:cubicBezTo>
                  <a:cubicBezTo>
                    <a:pt x="301" y="1189"/>
                    <a:pt x="210" y="915"/>
                    <a:pt x="240" y="581"/>
                  </a:cubicBezTo>
                  <a:cubicBezTo>
                    <a:pt x="301" y="277"/>
                    <a:pt x="453" y="34"/>
                    <a:pt x="423" y="3"/>
                  </a:cubicBezTo>
                  <a:cubicBezTo>
                    <a:pt x="420" y="1"/>
                    <a:pt x="417" y="0"/>
                    <a:pt x="41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8"/>
            <p:cNvSpPr/>
            <p:nvPr/>
          </p:nvSpPr>
          <p:spPr>
            <a:xfrm>
              <a:off x="6482950" y="3421250"/>
              <a:ext cx="9875" cy="28425"/>
            </a:xfrm>
            <a:custGeom>
              <a:rect b="b" l="l" r="r" t="t"/>
              <a:pathLst>
                <a:path extrusionOk="0" h="1137" w="395">
                  <a:moveTo>
                    <a:pt x="206" y="1"/>
                  </a:moveTo>
                  <a:cubicBezTo>
                    <a:pt x="163" y="1"/>
                    <a:pt x="0" y="265"/>
                    <a:pt x="29" y="611"/>
                  </a:cubicBezTo>
                  <a:cubicBezTo>
                    <a:pt x="84" y="911"/>
                    <a:pt x="260" y="1137"/>
                    <a:pt x="340" y="1137"/>
                  </a:cubicBezTo>
                  <a:cubicBezTo>
                    <a:pt x="349" y="1137"/>
                    <a:pt x="357" y="1134"/>
                    <a:pt x="364" y="1128"/>
                  </a:cubicBezTo>
                  <a:cubicBezTo>
                    <a:pt x="394" y="1097"/>
                    <a:pt x="272" y="884"/>
                    <a:pt x="242" y="581"/>
                  </a:cubicBezTo>
                  <a:cubicBezTo>
                    <a:pt x="212" y="277"/>
                    <a:pt x="272" y="33"/>
                    <a:pt x="212" y="3"/>
                  </a:cubicBezTo>
                  <a:cubicBezTo>
                    <a:pt x="210" y="1"/>
                    <a:pt x="208" y="1"/>
                    <a:pt x="20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8"/>
            <p:cNvSpPr/>
            <p:nvPr/>
          </p:nvSpPr>
          <p:spPr>
            <a:xfrm>
              <a:off x="6371200" y="3400250"/>
              <a:ext cx="28150" cy="18875"/>
            </a:xfrm>
            <a:custGeom>
              <a:rect b="b" l="l" r="r" t="t"/>
              <a:pathLst>
                <a:path extrusionOk="0" h="755" w="1126">
                  <a:moveTo>
                    <a:pt x="1006" y="1"/>
                  </a:moveTo>
                  <a:cubicBezTo>
                    <a:pt x="871" y="1"/>
                    <a:pt x="642" y="37"/>
                    <a:pt x="426" y="174"/>
                  </a:cubicBezTo>
                  <a:cubicBezTo>
                    <a:pt x="122" y="417"/>
                    <a:pt x="1" y="721"/>
                    <a:pt x="62" y="752"/>
                  </a:cubicBezTo>
                  <a:cubicBezTo>
                    <a:pt x="65" y="754"/>
                    <a:pt x="70" y="755"/>
                    <a:pt x="74" y="755"/>
                  </a:cubicBezTo>
                  <a:cubicBezTo>
                    <a:pt x="143" y="755"/>
                    <a:pt x="294" y="556"/>
                    <a:pt x="578" y="357"/>
                  </a:cubicBezTo>
                  <a:cubicBezTo>
                    <a:pt x="852" y="174"/>
                    <a:pt x="1125" y="83"/>
                    <a:pt x="1125" y="22"/>
                  </a:cubicBezTo>
                  <a:cubicBezTo>
                    <a:pt x="1125" y="12"/>
                    <a:pt x="1080" y="1"/>
                    <a:pt x="100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8"/>
            <p:cNvSpPr/>
            <p:nvPr/>
          </p:nvSpPr>
          <p:spPr>
            <a:xfrm>
              <a:off x="6332450" y="3367050"/>
              <a:ext cx="50950" cy="18575"/>
            </a:xfrm>
            <a:custGeom>
              <a:rect b="b" l="l" r="r" t="t"/>
              <a:pathLst>
                <a:path extrusionOk="0" h="743" w="2038">
                  <a:moveTo>
                    <a:pt x="1110" y="173"/>
                  </a:moveTo>
                  <a:cubicBezTo>
                    <a:pt x="1216" y="173"/>
                    <a:pt x="1323" y="180"/>
                    <a:pt x="1429" y="195"/>
                  </a:cubicBezTo>
                  <a:cubicBezTo>
                    <a:pt x="1629" y="212"/>
                    <a:pt x="1784" y="247"/>
                    <a:pt x="1882" y="270"/>
                  </a:cubicBezTo>
                  <a:lnTo>
                    <a:pt x="1882" y="270"/>
                  </a:lnTo>
                  <a:cubicBezTo>
                    <a:pt x="1723" y="316"/>
                    <a:pt x="1567" y="362"/>
                    <a:pt x="1429" y="408"/>
                  </a:cubicBezTo>
                  <a:cubicBezTo>
                    <a:pt x="1216" y="469"/>
                    <a:pt x="1004" y="499"/>
                    <a:pt x="791" y="530"/>
                  </a:cubicBezTo>
                  <a:lnTo>
                    <a:pt x="213" y="530"/>
                  </a:lnTo>
                  <a:cubicBezTo>
                    <a:pt x="183" y="499"/>
                    <a:pt x="183" y="530"/>
                    <a:pt x="183" y="469"/>
                  </a:cubicBezTo>
                  <a:cubicBezTo>
                    <a:pt x="183" y="408"/>
                    <a:pt x="274" y="347"/>
                    <a:pt x="396" y="286"/>
                  </a:cubicBezTo>
                  <a:cubicBezTo>
                    <a:pt x="517" y="256"/>
                    <a:pt x="639" y="226"/>
                    <a:pt x="791" y="195"/>
                  </a:cubicBezTo>
                  <a:cubicBezTo>
                    <a:pt x="897" y="180"/>
                    <a:pt x="1004" y="173"/>
                    <a:pt x="1110" y="173"/>
                  </a:cubicBezTo>
                  <a:close/>
                  <a:moveTo>
                    <a:pt x="954" y="0"/>
                  </a:moveTo>
                  <a:cubicBezTo>
                    <a:pt x="888" y="0"/>
                    <a:pt x="823" y="4"/>
                    <a:pt x="760" y="13"/>
                  </a:cubicBezTo>
                  <a:cubicBezTo>
                    <a:pt x="639" y="43"/>
                    <a:pt x="487" y="74"/>
                    <a:pt x="365" y="104"/>
                  </a:cubicBezTo>
                  <a:cubicBezTo>
                    <a:pt x="304" y="135"/>
                    <a:pt x="213" y="165"/>
                    <a:pt x="153" y="195"/>
                  </a:cubicBezTo>
                  <a:cubicBezTo>
                    <a:pt x="61" y="256"/>
                    <a:pt x="1" y="347"/>
                    <a:pt x="1" y="469"/>
                  </a:cubicBezTo>
                  <a:cubicBezTo>
                    <a:pt x="1" y="560"/>
                    <a:pt x="61" y="682"/>
                    <a:pt x="183" y="712"/>
                  </a:cubicBezTo>
                  <a:cubicBezTo>
                    <a:pt x="274" y="742"/>
                    <a:pt x="335" y="742"/>
                    <a:pt x="426" y="742"/>
                  </a:cubicBezTo>
                  <a:cubicBezTo>
                    <a:pt x="791" y="742"/>
                    <a:pt x="1156" y="682"/>
                    <a:pt x="1490" y="560"/>
                  </a:cubicBezTo>
                  <a:cubicBezTo>
                    <a:pt x="1734" y="458"/>
                    <a:pt x="1897" y="356"/>
                    <a:pt x="1978" y="291"/>
                  </a:cubicBezTo>
                  <a:lnTo>
                    <a:pt x="1978" y="291"/>
                  </a:lnTo>
                  <a:cubicBezTo>
                    <a:pt x="1984" y="292"/>
                    <a:pt x="1990" y="293"/>
                    <a:pt x="1994" y="293"/>
                  </a:cubicBezTo>
                  <a:cubicBezTo>
                    <a:pt x="2003" y="293"/>
                    <a:pt x="2007" y="291"/>
                    <a:pt x="2007" y="286"/>
                  </a:cubicBezTo>
                  <a:cubicBezTo>
                    <a:pt x="2011" y="282"/>
                    <a:pt x="2010" y="276"/>
                    <a:pt x="2005" y="268"/>
                  </a:cubicBezTo>
                  <a:lnTo>
                    <a:pt x="2005" y="268"/>
                  </a:lnTo>
                  <a:cubicBezTo>
                    <a:pt x="2026" y="248"/>
                    <a:pt x="2037" y="233"/>
                    <a:pt x="2037" y="226"/>
                  </a:cubicBezTo>
                  <a:lnTo>
                    <a:pt x="2037" y="226"/>
                  </a:lnTo>
                  <a:cubicBezTo>
                    <a:pt x="2017" y="231"/>
                    <a:pt x="1997" y="237"/>
                    <a:pt x="1977" y="243"/>
                  </a:cubicBezTo>
                  <a:lnTo>
                    <a:pt x="1977" y="243"/>
                  </a:lnTo>
                  <a:cubicBezTo>
                    <a:pt x="1905" y="191"/>
                    <a:pt x="1715" y="109"/>
                    <a:pt x="1429" y="43"/>
                  </a:cubicBezTo>
                  <a:cubicBezTo>
                    <a:pt x="1279" y="22"/>
                    <a:pt x="1113" y="0"/>
                    <a:pt x="95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8"/>
            <p:cNvSpPr/>
            <p:nvPr/>
          </p:nvSpPr>
          <p:spPr>
            <a:xfrm>
              <a:off x="6362075" y="3325950"/>
              <a:ext cx="25875" cy="49900"/>
            </a:xfrm>
            <a:custGeom>
              <a:rect b="b" l="l" r="r" t="t"/>
              <a:pathLst>
                <a:path extrusionOk="0" h="1996" w="1035">
                  <a:moveTo>
                    <a:pt x="366" y="0"/>
                  </a:moveTo>
                  <a:cubicBezTo>
                    <a:pt x="313" y="0"/>
                    <a:pt x="259" y="16"/>
                    <a:pt x="214" y="46"/>
                  </a:cubicBezTo>
                  <a:cubicBezTo>
                    <a:pt x="62" y="168"/>
                    <a:pt x="1" y="350"/>
                    <a:pt x="31" y="532"/>
                  </a:cubicBezTo>
                  <a:cubicBezTo>
                    <a:pt x="31" y="684"/>
                    <a:pt x="62" y="806"/>
                    <a:pt x="92" y="927"/>
                  </a:cubicBezTo>
                  <a:cubicBezTo>
                    <a:pt x="153" y="1171"/>
                    <a:pt x="244" y="1383"/>
                    <a:pt x="366" y="1566"/>
                  </a:cubicBezTo>
                  <a:cubicBezTo>
                    <a:pt x="585" y="1867"/>
                    <a:pt x="780" y="1996"/>
                    <a:pt x="816" y="1996"/>
                  </a:cubicBezTo>
                  <a:cubicBezTo>
                    <a:pt x="820" y="1996"/>
                    <a:pt x="822" y="1994"/>
                    <a:pt x="822" y="1991"/>
                  </a:cubicBezTo>
                  <a:cubicBezTo>
                    <a:pt x="852" y="1961"/>
                    <a:pt x="670" y="1809"/>
                    <a:pt x="487" y="1505"/>
                  </a:cubicBezTo>
                  <a:cubicBezTo>
                    <a:pt x="396" y="1323"/>
                    <a:pt x="335" y="1140"/>
                    <a:pt x="275" y="927"/>
                  </a:cubicBezTo>
                  <a:cubicBezTo>
                    <a:pt x="244" y="806"/>
                    <a:pt x="244" y="654"/>
                    <a:pt x="244" y="532"/>
                  </a:cubicBezTo>
                  <a:cubicBezTo>
                    <a:pt x="214" y="441"/>
                    <a:pt x="244" y="320"/>
                    <a:pt x="305" y="259"/>
                  </a:cubicBezTo>
                  <a:cubicBezTo>
                    <a:pt x="316" y="253"/>
                    <a:pt x="327" y="251"/>
                    <a:pt x="340" y="251"/>
                  </a:cubicBezTo>
                  <a:cubicBezTo>
                    <a:pt x="398" y="251"/>
                    <a:pt x="473" y="305"/>
                    <a:pt x="548" y="380"/>
                  </a:cubicBezTo>
                  <a:cubicBezTo>
                    <a:pt x="609" y="472"/>
                    <a:pt x="670" y="563"/>
                    <a:pt x="730" y="684"/>
                  </a:cubicBezTo>
                  <a:cubicBezTo>
                    <a:pt x="822" y="867"/>
                    <a:pt x="882" y="1079"/>
                    <a:pt x="882" y="1292"/>
                  </a:cubicBezTo>
                  <a:cubicBezTo>
                    <a:pt x="852" y="1475"/>
                    <a:pt x="822" y="1657"/>
                    <a:pt x="791" y="1839"/>
                  </a:cubicBezTo>
                  <a:cubicBezTo>
                    <a:pt x="791" y="1841"/>
                    <a:pt x="792" y="1842"/>
                    <a:pt x="793" y="1842"/>
                  </a:cubicBezTo>
                  <a:cubicBezTo>
                    <a:pt x="814" y="1842"/>
                    <a:pt x="976" y="1632"/>
                    <a:pt x="1004" y="1262"/>
                  </a:cubicBezTo>
                  <a:cubicBezTo>
                    <a:pt x="1034" y="1049"/>
                    <a:pt x="1004" y="806"/>
                    <a:pt x="913" y="593"/>
                  </a:cubicBezTo>
                  <a:cubicBezTo>
                    <a:pt x="852" y="441"/>
                    <a:pt x="791" y="320"/>
                    <a:pt x="700" y="228"/>
                  </a:cubicBezTo>
                  <a:cubicBezTo>
                    <a:pt x="639" y="168"/>
                    <a:pt x="578" y="107"/>
                    <a:pt x="518" y="46"/>
                  </a:cubicBezTo>
                  <a:cubicBezTo>
                    <a:pt x="472" y="16"/>
                    <a:pt x="419" y="0"/>
                    <a:pt x="36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8"/>
            <p:cNvSpPr/>
            <p:nvPr/>
          </p:nvSpPr>
          <p:spPr>
            <a:xfrm>
              <a:off x="5805075" y="2586200"/>
              <a:ext cx="528150" cy="772825"/>
            </a:xfrm>
            <a:custGeom>
              <a:rect b="b" l="l" r="r" t="t"/>
              <a:pathLst>
                <a:path extrusionOk="0" h="30913" w="21126">
                  <a:moveTo>
                    <a:pt x="8542" y="0"/>
                  </a:moveTo>
                  <a:lnTo>
                    <a:pt x="1" y="9453"/>
                  </a:lnTo>
                  <a:lnTo>
                    <a:pt x="13649" y="30913"/>
                  </a:lnTo>
                  <a:lnTo>
                    <a:pt x="21126" y="25837"/>
                  </a:lnTo>
                  <a:lnTo>
                    <a:pt x="8542"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8"/>
            <p:cNvSpPr/>
            <p:nvPr/>
          </p:nvSpPr>
          <p:spPr>
            <a:xfrm>
              <a:off x="5808125" y="2704725"/>
              <a:ext cx="25850" cy="104150"/>
            </a:xfrm>
            <a:custGeom>
              <a:rect b="b" l="l" r="r" t="t"/>
              <a:pathLst>
                <a:path extrusionOk="0" h="4166" w="1034">
                  <a:moveTo>
                    <a:pt x="973" y="1"/>
                  </a:moveTo>
                  <a:cubicBezTo>
                    <a:pt x="244" y="1247"/>
                    <a:pt x="1" y="2737"/>
                    <a:pt x="274" y="4165"/>
                  </a:cubicBezTo>
                  <a:cubicBezTo>
                    <a:pt x="335" y="4165"/>
                    <a:pt x="244" y="3193"/>
                    <a:pt x="426" y="2068"/>
                  </a:cubicBezTo>
                  <a:cubicBezTo>
                    <a:pt x="639" y="913"/>
                    <a:pt x="1034" y="31"/>
                    <a:pt x="100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8"/>
            <p:cNvSpPr/>
            <p:nvPr/>
          </p:nvSpPr>
          <p:spPr>
            <a:xfrm>
              <a:off x="5791400" y="2706250"/>
              <a:ext cx="21300" cy="103375"/>
            </a:xfrm>
            <a:custGeom>
              <a:rect b="b" l="l" r="r" t="t"/>
              <a:pathLst>
                <a:path extrusionOk="0" h="4135" w="852">
                  <a:moveTo>
                    <a:pt x="244" y="1"/>
                  </a:moveTo>
                  <a:cubicBezTo>
                    <a:pt x="1" y="1399"/>
                    <a:pt x="214" y="2858"/>
                    <a:pt x="791" y="4135"/>
                  </a:cubicBezTo>
                  <a:cubicBezTo>
                    <a:pt x="852" y="4135"/>
                    <a:pt x="578" y="3223"/>
                    <a:pt x="396" y="2098"/>
                  </a:cubicBezTo>
                  <a:cubicBezTo>
                    <a:pt x="244" y="943"/>
                    <a:pt x="305" y="1"/>
                    <a:pt x="24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8"/>
            <p:cNvSpPr/>
            <p:nvPr/>
          </p:nvSpPr>
          <p:spPr>
            <a:xfrm>
              <a:off x="3957025" y="2748800"/>
              <a:ext cx="726475" cy="988650"/>
            </a:xfrm>
            <a:custGeom>
              <a:rect b="b" l="l" r="r" t="t"/>
              <a:pathLst>
                <a:path extrusionOk="0" h="39546" w="29059">
                  <a:moveTo>
                    <a:pt x="11308" y="1"/>
                  </a:moveTo>
                  <a:cubicBezTo>
                    <a:pt x="1" y="14378"/>
                    <a:pt x="760" y="30184"/>
                    <a:pt x="18967" y="39546"/>
                  </a:cubicBezTo>
                  <a:lnTo>
                    <a:pt x="29059" y="28238"/>
                  </a:lnTo>
                  <a:lnTo>
                    <a:pt x="20670" y="2889"/>
                  </a:lnTo>
                  <a:lnTo>
                    <a:pt x="11308"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8"/>
            <p:cNvSpPr/>
            <p:nvPr/>
          </p:nvSpPr>
          <p:spPr>
            <a:xfrm>
              <a:off x="4272375" y="2368675"/>
              <a:ext cx="2472725" cy="1291275"/>
            </a:xfrm>
            <a:custGeom>
              <a:rect b="b" l="l" r="r" t="t"/>
              <a:pathLst>
                <a:path extrusionOk="0" h="51651" w="98909">
                  <a:moveTo>
                    <a:pt x="76960" y="1"/>
                  </a:moveTo>
                  <a:cubicBezTo>
                    <a:pt x="75435" y="1"/>
                    <a:pt x="73887" y="181"/>
                    <a:pt x="72343" y="555"/>
                  </a:cubicBezTo>
                  <a:lnTo>
                    <a:pt x="8968" y="15814"/>
                  </a:lnTo>
                  <a:cubicBezTo>
                    <a:pt x="2980" y="19309"/>
                    <a:pt x="1" y="26665"/>
                    <a:pt x="730" y="33899"/>
                  </a:cubicBezTo>
                  <a:cubicBezTo>
                    <a:pt x="1521" y="41802"/>
                    <a:pt x="6749" y="49523"/>
                    <a:pt x="16354" y="51650"/>
                  </a:cubicBezTo>
                  <a:lnTo>
                    <a:pt x="80762" y="38763"/>
                  </a:lnTo>
                  <a:cubicBezTo>
                    <a:pt x="92009" y="36513"/>
                    <a:pt x="98908" y="25115"/>
                    <a:pt x="95717" y="14112"/>
                  </a:cubicBezTo>
                  <a:cubicBezTo>
                    <a:pt x="93243" y="5581"/>
                    <a:pt x="85459" y="1"/>
                    <a:pt x="76960"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8"/>
            <p:cNvSpPr/>
            <p:nvPr/>
          </p:nvSpPr>
          <p:spPr>
            <a:xfrm>
              <a:off x="4286050" y="2365825"/>
              <a:ext cx="2410425" cy="1295650"/>
            </a:xfrm>
            <a:custGeom>
              <a:rect b="b" l="l" r="r" t="t"/>
              <a:pathLst>
                <a:path extrusionOk="0" h="51826" w="96417">
                  <a:moveTo>
                    <a:pt x="75686" y="1"/>
                  </a:moveTo>
                  <a:cubicBezTo>
                    <a:pt x="75261" y="31"/>
                    <a:pt x="74805" y="92"/>
                    <a:pt x="74379" y="122"/>
                  </a:cubicBezTo>
                  <a:lnTo>
                    <a:pt x="73710" y="183"/>
                  </a:lnTo>
                  <a:cubicBezTo>
                    <a:pt x="73498" y="213"/>
                    <a:pt x="73285" y="244"/>
                    <a:pt x="73072" y="305"/>
                  </a:cubicBezTo>
                  <a:lnTo>
                    <a:pt x="71796" y="548"/>
                  </a:lnTo>
                  <a:lnTo>
                    <a:pt x="69303" y="1125"/>
                  </a:lnTo>
                  <a:lnTo>
                    <a:pt x="59728" y="3466"/>
                  </a:lnTo>
                  <a:lnTo>
                    <a:pt x="42494" y="7630"/>
                  </a:lnTo>
                  <a:lnTo>
                    <a:pt x="17570" y="13679"/>
                  </a:lnTo>
                  <a:lnTo>
                    <a:pt x="10791" y="15320"/>
                  </a:lnTo>
                  <a:lnTo>
                    <a:pt x="9028" y="15776"/>
                  </a:lnTo>
                  <a:lnTo>
                    <a:pt x="8421" y="15928"/>
                  </a:lnTo>
                  <a:lnTo>
                    <a:pt x="8421" y="15928"/>
                  </a:lnTo>
                  <a:lnTo>
                    <a:pt x="9028" y="15806"/>
                  </a:lnTo>
                  <a:lnTo>
                    <a:pt x="10791" y="15381"/>
                  </a:lnTo>
                  <a:lnTo>
                    <a:pt x="17600" y="13739"/>
                  </a:lnTo>
                  <a:lnTo>
                    <a:pt x="42525" y="7782"/>
                  </a:lnTo>
                  <a:lnTo>
                    <a:pt x="59759" y="3618"/>
                  </a:lnTo>
                  <a:lnTo>
                    <a:pt x="69334" y="1338"/>
                  </a:lnTo>
                  <a:lnTo>
                    <a:pt x="71856" y="760"/>
                  </a:lnTo>
                  <a:lnTo>
                    <a:pt x="73103" y="517"/>
                  </a:lnTo>
                  <a:cubicBezTo>
                    <a:pt x="73315" y="487"/>
                    <a:pt x="73528" y="426"/>
                    <a:pt x="73741" y="396"/>
                  </a:cubicBezTo>
                  <a:lnTo>
                    <a:pt x="74410" y="335"/>
                  </a:lnTo>
                  <a:cubicBezTo>
                    <a:pt x="74835" y="305"/>
                    <a:pt x="75261" y="244"/>
                    <a:pt x="75686" y="244"/>
                  </a:cubicBezTo>
                  <a:lnTo>
                    <a:pt x="77024" y="244"/>
                  </a:lnTo>
                  <a:cubicBezTo>
                    <a:pt x="77449" y="244"/>
                    <a:pt x="77905" y="274"/>
                    <a:pt x="78331" y="335"/>
                  </a:cubicBezTo>
                  <a:lnTo>
                    <a:pt x="78999" y="396"/>
                  </a:lnTo>
                  <a:lnTo>
                    <a:pt x="79334" y="426"/>
                  </a:lnTo>
                  <a:lnTo>
                    <a:pt x="79668" y="487"/>
                  </a:lnTo>
                  <a:lnTo>
                    <a:pt x="80975" y="760"/>
                  </a:lnTo>
                  <a:cubicBezTo>
                    <a:pt x="81401" y="882"/>
                    <a:pt x="81826" y="1034"/>
                    <a:pt x="82252" y="1156"/>
                  </a:cubicBezTo>
                  <a:cubicBezTo>
                    <a:pt x="82464" y="1216"/>
                    <a:pt x="82708" y="1277"/>
                    <a:pt x="82920" y="1338"/>
                  </a:cubicBezTo>
                  <a:lnTo>
                    <a:pt x="83528" y="1612"/>
                  </a:lnTo>
                  <a:lnTo>
                    <a:pt x="84167" y="1855"/>
                  </a:lnTo>
                  <a:cubicBezTo>
                    <a:pt x="84379" y="1946"/>
                    <a:pt x="84592" y="2037"/>
                    <a:pt x="84805" y="2128"/>
                  </a:cubicBezTo>
                  <a:lnTo>
                    <a:pt x="86021" y="2767"/>
                  </a:lnTo>
                  <a:cubicBezTo>
                    <a:pt x="86416" y="2979"/>
                    <a:pt x="86781" y="3253"/>
                    <a:pt x="87176" y="3496"/>
                  </a:cubicBezTo>
                  <a:cubicBezTo>
                    <a:pt x="87358" y="3618"/>
                    <a:pt x="87571" y="3739"/>
                    <a:pt x="87753" y="3891"/>
                  </a:cubicBezTo>
                  <a:lnTo>
                    <a:pt x="88300" y="4317"/>
                  </a:lnTo>
                  <a:lnTo>
                    <a:pt x="88848" y="4742"/>
                  </a:lnTo>
                  <a:lnTo>
                    <a:pt x="89121" y="4925"/>
                  </a:lnTo>
                  <a:lnTo>
                    <a:pt x="89364" y="5168"/>
                  </a:lnTo>
                  <a:cubicBezTo>
                    <a:pt x="92221" y="7721"/>
                    <a:pt x="94258" y="11065"/>
                    <a:pt x="95231" y="14773"/>
                  </a:cubicBezTo>
                  <a:cubicBezTo>
                    <a:pt x="96234" y="18603"/>
                    <a:pt x="96021" y="22676"/>
                    <a:pt x="94653" y="26414"/>
                  </a:cubicBezTo>
                  <a:cubicBezTo>
                    <a:pt x="93225" y="30244"/>
                    <a:pt x="90641" y="33527"/>
                    <a:pt x="87237" y="35807"/>
                  </a:cubicBezTo>
                  <a:cubicBezTo>
                    <a:pt x="85808" y="36779"/>
                    <a:pt x="84258" y="37539"/>
                    <a:pt x="82647" y="38086"/>
                  </a:cubicBezTo>
                  <a:cubicBezTo>
                    <a:pt x="81005" y="38664"/>
                    <a:pt x="79303" y="38907"/>
                    <a:pt x="77662" y="39272"/>
                  </a:cubicBezTo>
                  <a:lnTo>
                    <a:pt x="67783" y="41247"/>
                  </a:lnTo>
                  <a:lnTo>
                    <a:pt x="48908" y="45016"/>
                  </a:lnTo>
                  <a:lnTo>
                    <a:pt x="15793" y="51670"/>
                  </a:lnTo>
                  <a:lnTo>
                    <a:pt x="15793" y="51670"/>
                  </a:lnTo>
                  <a:cubicBezTo>
                    <a:pt x="14126" y="51275"/>
                    <a:pt x="12520" y="50698"/>
                    <a:pt x="10974" y="49971"/>
                  </a:cubicBezTo>
                  <a:cubicBezTo>
                    <a:pt x="9515" y="49211"/>
                    <a:pt x="8147" y="48269"/>
                    <a:pt x="6901" y="47205"/>
                  </a:cubicBezTo>
                  <a:cubicBezTo>
                    <a:pt x="5746" y="46171"/>
                    <a:pt x="4712" y="45016"/>
                    <a:pt x="3831" y="43740"/>
                  </a:cubicBezTo>
                  <a:cubicBezTo>
                    <a:pt x="3010" y="42524"/>
                    <a:pt x="2311" y="41247"/>
                    <a:pt x="1733" y="39910"/>
                  </a:cubicBezTo>
                  <a:cubicBezTo>
                    <a:pt x="1581" y="39576"/>
                    <a:pt x="1490" y="39241"/>
                    <a:pt x="1369" y="38907"/>
                  </a:cubicBezTo>
                  <a:cubicBezTo>
                    <a:pt x="1247" y="38603"/>
                    <a:pt x="1126" y="38269"/>
                    <a:pt x="1034" y="37934"/>
                  </a:cubicBezTo>
                  <a:cubicBezTo>
                    <a:pt x="943" y="37600"/>
                    <a:pt x="822" y="37296"/>
                    <a:pt x="761" y="36962"/>
                  </a:cubicBezTo>
                  <a:cubicBezTo>
                    <a:pt x="700" y="36627"/>
                    <a:pt x="639" y="36323"/>
                    <a:pt x="548" y="35989"/>
                  </a:cubicBezTo>
                  <a:cubicBezTo>
                    <a:pt x="487" y="35685"/>
                    <a:pt x="426" y="35351"/>
                    <a:pt x="396" y="35047"/>
                  </a:cubicBezTo>
                  <a:cubicBezTo>
                    <a:pt x="335" y="34712"/>
                    <a:pt x="305" y="34408"/>
                    <a:pt x="244" y="34074"/>
                  </a:cubicBezTo>
                  <a:cubicBezTo>
                    <a:pt x="214" y="33770"/>
                    <a:pt x="214" y="33466"/>
                    <a:pt x="183" y="33132"/>
                  </a:cubicBezTo>
                  <a:cubicBezTo>
                    <a:pt x="153" y="32828"/>
                    <a:pt x="153" y="32524"/>
                    <a:pt x="153" y="32220"/>
                  </a:cubicBezTo>
                  <a:cubicBezTo>
                    <a:pt x="92" y="30001"/>
                    <a:pt x="396" y="27782"/>
                    <a:pt x="1065" y="25654"/>
                  </a:cubicBezTo>
                  <a:cubicBezTo>
                    <a:pt x="1581" y="23952"/>
                    <a:pt x="2341" y="22341"/>
                    <a:pt x="3314" y="20852"/>
                  </a:cubicBezTo>
                  <a:cubicBezTo>
                    <a:pt x="4044" y="19758"/>
                    <a:pt x="4895" y="18755"/>
                    <a:pt x="5837" y="17873"/>
                  </a:cubicBezTo>
                  <a:cubicBezTo>
                    <a:pt x="6050" y="17691"/>
                    <a:pt x="6232" y="17508"/>
                    <a:pt x="6414" y="17356"/>
                  </a:cubicBezTo>
                  <a:lnTo>
                    <a:pt x="6901" y="16961"/>
                  </a:lnTo>
                  <a:lnTo>
                    <a:pt x="7357" y="16627"/>
                  </a:lnTo>
                  <a:lnTo>
                    <a:pt x="7721" y="16384"/>
                  </a:lnTo>
                  <a:lnTo>
                    <a:pt x="8421" y="15928"/>
                  </a:lnTo>
                  <a:lnTo>
                    <a:pt x="7721" y="16353"/>
                  </a:lnTo>
                  <a:lnTo>
                    <a:pt x="7326" y="16597"/>
                  </a:lnTo>
                  <a:lnTo>
                    <a:pt x="6901" y="16931"/>
                  </a:lnTo>
                  <a:lnTo>
                    <a:pt x="6354" y="17356"/>
                  </a:lnTo>
                  <a:cubicBezTo>
                    <a:pt x="6202" y="17478"/>
                    <a:pt x="6019" y="17660"/>
                    <a:pt x="5806" y="17843"/>
                  </a:cubicBezTo>
                  <a:cubicBezTo>
                    <a:pt x="4834" y="18724"/>
                    <a:pt x="3983" y="19727"/>
                    <a:pt x="3253" y="20822"/>
                  </a:cubicBezTo>
                  <a:cubicBezTo>
                    <a:pt x="2281" y="22311"/>
                    <a:pt x="1490" y="23922"/>
                    <a:pt x="974" y="25654"/>
                  </a:cubicBezTo>
                  <a:cubicBezTo>
                    <a:pt x="305" y="27782"/>
                    <a:pt x="1" y="30001"/>
                    <a:pt x="31" y="32220"/>
                  </a:cubicBezTo>
                  <a:cubicBezTo>
                    <a:pt x="31" y="32524"/>
                    <a:pt x="62" y="32828"/>
                    <a:pt x="62" y="33162"/>
                  </a:cubicBezTo>
                  <a:cubicBezTo>
                    <a:pt x="92" y="33466"/>
                    <a:pt x="92" y="33770"/>
                    <a:pt x="153" y="34104"/>
                  </a:cubicBezTo>
                  <a:cubicBezTo>
                    <a:pt x="183" y="34408"/>
                    <a:pt x="244" y="34743"/>
                    <a:pt x="274" y="35047"/>
                  </a:cubicBezTo>
                  <a:cubicBezTo>
                    <a:pt x="305" y="35381"/>
                    <a:pt x="366" y="35685"/>
                    <a:pt x="457" y="36019"/>
                  </a:cubicBezTo>
                  <a:lnTo>
                    <a:pt x="639" y="36992"/>
                  </a:lnTo>
                  <a:cubicBezTo>
                    <a:pt x="730" y="37326"/>
                    <a:pt x="822" y="37630"/>
                    <a:pt x="943" y="37965"/>
                  </a:cubicBezTo>
                  <a:cubicBezTo>
                    <a:pt x="1004" y="38299"/>
                    <a:pt x="1126" y="38633"/>
                    <a:pt x="1247" y="38968"/>
                  </a:cubicBezTo>
                  <a:cubicBezTo>
                    <a:pt x="1399" y="39272"/>
                    <a:pt x="1490" y="39636"/>
                    <a:pt x="1642" y="39940"/>
                  </a:cubicBezTo>
                  <a:cubicBezTo>
                    <a:pt x="2189" y="41308"/>
                    <a:pt x="2889" y="42615"/>
                    <a:pt x="3709" y="43831"/>
                  </a:cubicBezTo>
                  <a:cubicBezTo>
                    <a:pt x="5563" y="46475"/>
                    <a:pt x="8025" y="48633"/>
                    <a:pt x="10913" y="50092"/>
                  </a:cubicBezTo>
                  <a:cubicBezTo>
                    <a:pt x="12463" y="50852"/>
                    <a:pt x="14105" y="51430"/>
                    <a:pt x="15807" y="51825"/>
                  </a:cubicBezTo>
                  <a:lnTo>
                    <a:pt x="15837" y="51825"/>
                  </a:lnTo>
                  <a:lnTo>
                    <a:pt x="48968" y="45229"/>
                  </a:lnTo>
                  <a:lnTo>
                    <a:pt x="67814" y="41430"/>
                  </a:lnTo>
                  <a:lnTo>
                    <a:pt x="77692" y="39454"/>
                  </a:lnTo>
                  <a:cubicBezTo>
                    <a:pt x="79364" y="39089"/>
                    <a:pt x="81066" y="38846"/>
                    <a:pt x="82708" y="38269"/>
                  </a:cubicBezTo>
                  <a:cubicBezTo>
                    <a:pt x="84349" y="37721"/>
                    <a:pt x="85930" y="36931"/>
                    <a:pt x="87358" y="35959"/>
                  </a:cubicBezTo>
                  <a:cubicBezTo>
                    <a:pt x="90793" y="33648"/>
                    <a:pt x="93407" y="30335"/>
                    <a:pt x="94836" y="26475"/>
                  </a:cubicBezTo>
                  <a:cubicBezTo>
                    <a:pt x="96234" y="22706"/>
                    <a:pt x="96416" y="18603"/>
                    <a:pt x="95413" y="14742"/>
                  </a:cubicBezTo>
                  <a:cubicBezTo>
                    <a:pt x="94440" y="10973"/>
                    <a:pt x="92373" y="7630"/>
                    <a:pt x="89486" y="5046"/>
                  </a:cubicBezTo>
                  <a:lnTo>
                    <a:pt x="89243" y="4803"/>
                  </a:lnTo>
                  <a:lnTo>
                    <a:pt x="88969" y="4560"/>
                  </a:lnTo>
                  <a:lnTo>
                    <a:pt x="88422" y="4134"/>
                  </a:lnTo>
                  <a:lnTo>
                    <a:pt x="87844" y="3709"/>
                  </a:lnTo>
                  <a:cubicBezTo>
                    <a:pt x="87662" y="3557"/>
                    <a:pt x="87480" y="3466"/>
                    <a:pt x="87267" y="3314"/>
                  </a:cubicBezTo>
                  <a:cubicBezTo>
                    <a:pt x="86872" y="3071"/>
                    <a:pt x="86507" y="2797"/>
                    <a:pt x="86082" y="2554"/>
                  </a:cubicBezTo>
                  <a:lnTo>
                    <a:pt x="84866" y="1915"/>
                  </a:lnTo>
                  <a:cubicBezTo>
                    <a:pt x="84653" y="1824"/>
                    <a:pt x="84440" y="1733"/>
                    <a:pt x="84227" y="1642"/>
                  </a:cubicBezTo>
                  <a:lnTo>
                    <a:pt x="83589" y="1368"/>
                  </a:lnTo>
                  <a:lnTo>
                    <a:pt x="82981" y="1125"/>
                  </a:lnTo>
                  <a:cubicBezTo>
                    <a:pt x="82738" y="1064"/>
                    <a:pt x="82525" y="1004"/>
                    <a:pt x="82312" y="912"/>
                  </a:cubicBezTo>
                  <a:cubicBezTo>
                    <a:pt x="81887" y="791"/>
                    <a:pt x="81461" y="639"/>
                    <a:pt x="81005" y="548"/>
                  </a:cubicBezTo>
                  <a:lnTo>
                    <a:pt x="79668" y="274"/>
                  </a:lnTo>
                  <a:lnTo>
                    <a:pt x="79364" y="213"/>
                  </a:lnTo>
                  <a:lnTo>
                    <a:pt x="79030" y="183"/>
                  </a:lnTo>
                  <a:lnTo>
                    <a:pt x="78361" y="92"/>
                  </a:lnTo>
                  <a:cubicBezTo>
                    <a:pt x="77905" y="31"/>
                    <a:pt x="77449" y="1"/>
                    <a:pt x="770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8"/>
            <p:cNvSpPr/>
            <p:nvPr/>
          </p:nvSpPr>
          <p:spPr>
            <a:xfrm>
              <a:off x="4468425" y="3510225"/>
              <a:ext cx="1002325" cy="632250"/>
            </a:xfrm>
            <a:custGeom>
              <a:rect b="b" l="l" r="r" t="t"/>
              <a:pathLst>
                <a:path extrusionOk="0" h="25290" w="40093">
                  <a:moveTo>
                    <a:pt x="38391" y="0"/>
                  </a:moveTo>
                  <a:lnTo>
                    <a:pt x="8512" y="5958"/>
                  </a:lnTo>
                  <a:lnTo>
                    <a:pt x="1" y="25289"/>
                  </a:lnTo>
                  <a:cubicBezTo>
                    <a:pt x="1" y="25289"/>
                    <a:pt x="40093" y="21429"/>
                    <a:pt x="38391"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8"/>
            <p:cNvSpPr/>
            <p:nvPr/>
          </p:nvSpPr>
          <p:spPr>
            <a:xfrm>
              <a:off x="4161450" y="2261975"/>
              <a:ext cx="1093500" cy="501300"/>
            </a:xfrm>
            <a:custGeom>
              <a:rect b="b" l="l" r="r" t="t"/>
              <a:pathLst>
                <a:path extrusionOk="0" h="20052" w="43740">
                  <a:moveTo>
                    <a:pt x="12223" y="1"/>
                  </a:moveTo>
                  <a:cubicBezTo>
                    <a:pt x="8355" y="1"/>
                    <a:pt x="4256" y="566"/>
                    <a:pt x="0" y="1936"/>
                  </a:cubicBezTo>
                  <a:lnTo>
                    <a:pt x="13435" y="20051"/>
                  </a:lnTo>
                  <a:lnTo>
                    <a:pt x="43739" y="12757"/>
                  </a:lnTo>
                  <a:cubicBezTo>
                    <a:pt x="43739" y="12757"/>
                    <a:pt x="30590" y="1"/>
                    <a:pt x="12223"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8"/>
            <p:cNvSpPr/>
            <p:nvPr/>
          </p:nvSpPr>
          <p:spPr>
            <a:xfrm>
              <a:off x="6134875" y="2353600"/>
              <a:ext cx="942300" cy="956800"/>
            </a:xfrm>
            <a:custGeom>
              <a:rect b="b" l="l" r="r" t="t"/>
              <a:pathLst>
                <a:path extrusionOk="0" h="38272" w="37692">
                  <a:moveTo>
                    <a:pt x="8602" y="0"/>
                  </a:moveTo>
                  <a:cubicBezTo>
                    <a:pt x="3414" y="0"/>
                    <a:pt x="1" y="885"/>
                    <a:pt x="1" y="885"/>
                  </a:cubicBezTo>
                  <a:cubicBezTo>
                    <a:pt x="8268" y="6964"/>
                    <a:pt x="13344" y="30733"/>
                    <a:pt x="9332" y="38271"/>
                  </a:cubicBezTo>
                  <a:cubicBezTo>
                    <a:pt x="32798" y="31402"/>
                    <a:pt x="37691" y="11280"/>
                    <a:pt x="37691" y="11280"/>
                  </a:cubicBezTo>
                  <a:cubicBezTo>
                    <a:pt x="27626" y="1902"/>
                    <a:pt x="16207" y="0"/>
                    <a:pt x="8602"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8"/>
            <p:cNvSpPr/>
            <p:nvPr/>
          </p:nvSpPr>
          <p:spPr>
            <a:xfrm>
              <a:off x="4230600" y="3438775"/>
              <a:ext cx="149700" cy="168750"/>
            </a:xfrm>
            <a:custGeom>
              <a:rect b="b" l="l" r="r" t="t"/>
              <a:pathLst>
                <a:path extrusionOk="0" h="6750" w="5988">
                  <a:moveTo>
                    <a:pt x="5956" y="1"/>
                  </a:moveTo>
                  <a:cubicBezTo>
                    <a:pt x="5899" y="1"/>
                    <a:pt x="4543" y="1449"/>
                    <a:pt x="2918" y="3314"/>
                  </a:cubicBezTo>
                  <a:cubicBezTo>
                    <a:pt x="1277" y="5168"/>
                    <a:pt x="0" y="6719"/>
                    <a:pt x="30" y="6749"/>
                  </a:cubicBezTo>
                  <a:cubicBezTo>
                    <a:pt x="31" y="6749"/>
                    <a:pt x="32" y="6749"/>
                    <a:pt x="33" y="6749"/>
                  </a:cubicBezTo>
                  <a:cubicBezTo>
                    <a:pt x="119" y="6749"/>
                    <a:pt x="1475" y="5271"/>
                    <a:pt x="3070" y="3436"/>
                  </a:cubicBezTo>
                  <a:cubicBezTo>
                    <a:pt x="4711" y="1582"/>
                    <a:pt x="5988" y="32"/>
                    <a:pt x="5958" y="1"/>
                  </a:cubicBezTo>
                  <a:cubicBezTo>
                    <a:pt x="5957" y="1"/>
                    <a:pt x="5957" y="1"/>
                    <a:pt x="595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8"/>
            <p:cNvSpPr/>
            <p:nvPr/>
          </p:nvSpPr>
          <p:spPr>
            <a:xfrm>
              <a:off x="4479075" y="2635575"/>
              <a:ext cx="2598100" cy="915700"/>
            </a:xfrm>
            <a:custGeom>
              <a:rect b="b" l="l" r="r" t="t"/>
              <a:pathLst>
                <a:path extrusionOk="0" h="36628" w="103924">
                  <a:moveTo>
                    <a:pt x="103923" y="1"/>
                  </a:moveTo>
                  <a:cubicBezTo>
                    <a:pt x="103923" y="1"/>
                    <a:pt x="103893" y="62"/>
                    <a:pt x="103771" y="244"/>
                  </a:cubicBezTo>
                  <a:cubicBezTo>
                    <a:pt x="103680" y="427"/>
                    <a:pt x="103528" y="670"/>
                    <a:pt x="103315" y="974"/>
                  </a:cubicBezTo>
                  <a:lnTo>
                    <a:pt x="102586" y="2159"/>
                  </a:lnTo>
                  <a:lnTo>
                    <a:pt x="102100" y="2919"/>
                  </a:lnTo>
                  <a:lnTo>
                    <a:pt x="101522" y="3740"/>
                  </a:lnTo>
                  <a:cubicBezTo>
                    <a:pt x="101097" y="4348"/>
                    <a:pt x="100641" y="4986"/>
                    <a:pt x="100124" y="5685"/>
                  </a:cubicBezTo>
                  <a:lnTo>
                    <a:pt x="98331" y="7904"/>
                  </a:lnTo>
                  <a:cubicBezTo>
                    <a:pt x="97996" y="8269"/>
                    <a:pt x="97631" y="8664"/>
                    <a:pt x="97267" y="9059"/>
                  </a:cubicBezTo>
                  <a:cubicBezTo>
                    <a:pt x="96872" y="9454"/>
                    <a:pt x="96507" y="9910"/>
                    <a:pt x="96081" y="10275"/>
                  </a:cubicBezTo>
                  <a:cubicBezTo>
                    <a:pt x="95261" y="11065"/>
                    <a:pt x="94379" y="11946"/>
                    <a:pt x="93376" y="12737"/>
                  </a:cubicBezTo>
                  <a:cubicBezTo>
                    <a:pt x="91218" y="14530"/>
                    <a:pt x="88877" y="16080"/>
                    <a:pt x="86385" y="17326"/>
                  </a:cubicBezTo>
                  <a:cubicBezTo>
                    <a:pt x="84987" y="18026"/>
                    <a:pt x="83558" y="18633"/>
                    <a:pt x="82069" y="19150"/>
                  </a:cubicBezTo>
                  <a:cubicBezTo>
                    <a:pt x="81309" y="19424"/>
                    <a:pt x="80549" y="19667"/>
                    <a:pt x="79759" y="19940"/>
                  </a:cubicBezTo>
                  <a:cubicBezTo>
                    <a:pt x="78968" y="20214"/>
                    <a:pt x="78148" y="20396"/>
                    <a:pt x="77327" y="20579"/>
                  </a:cubicBezTo>
                  <a:cubicBezTo>
                    <a:pt x="70670" y="22038"/>
                    <a:pt x="63345" y="23527"/>
                    <a:pt x="55685" y="25138"/>
                  </a:cubicBezTo>
                  <a:lnTo>
                    <a:pt x="16293" y="33223"/>
                  </a:lnTo>
                  <a:lnTo>
                    <a:pt x="4377" y="35685"/>
                  </a:lnTo>
                  <a:lnTo>
                    <a:pt x="1125" y="36385"/>
                  </a:lnTo>
                  <a:lnTo>
                    <a:pt x="274" y="36567"/>
                  </a:lnTo>
                  <a:lnTo>
                    <a:pt x="1125" y="36415"/>
                  </a:lnTo>
                  <a:lnTo>
                    <a:pt x="4377" y="35777"/>
                  </a:lnTo>
                  <a:lnTo>
                    <a:pt x="16323" y="33345"/>
                  </a:lnTo>
                  <a:cubicBezTo>
                    <a:pt x="26414" y="31308"/>
                    <a:pt x="40336" y="28482"/>
                    <a:pt x="55716" y="25321"/>
                  </a:cubicBezTo>
                  <a:cubicBezTo>
                    <a:pt x="63406" y="23740"/>
                    <a:pt x="70731" y="22220"/>
                    <a:pt x="77357" y="20761"/>
                  </a:cubicBezTo>
                  <a:cubicBezTo>
                    <a:pt x="78178" y="20579"/>
                    <a:pt x="78999" y="20366"/>
                    <a:pt x="79820" y="20123"/>
                  </a:cubicBezTo>
                  <a:cubicBezTo>
                    <a:pt x="80579" y="19849"/>
                    <a:pt x="81370" y="19606"/>
                    <a:pt x="82130" y="19333"/>
                  </a:cubicBezTo>
                  <a:cubicBezTo>
                    <a:pt x="83619" y="18816"/>
                    <a:pt x="85048" y="18178"/>
                    <a:pt x="86446" y="17478"/>
                  </a:cubicBezTo>
                  <a:cubicBezTo>
                    <a:pt x="88969" y="16202"/>
                    <a:pt x="91309" y="14652"/>
                    <a:pt x="93467" y="12828"/>
                  </a:cubicBezTo>
                  <a:cubicBezTo>
                    <a:pt x="94470" y="12038"/>
                    <a:pt x="95352" y="11156"/>
                    <a:pt x="96172" y="10366"/>
                  </a:cubicBezTo>
                  <a:cubicBezTo>
                    <a:pt x="96598" y="9971"/>
                    <a:pt x="96963" y="9545"/>
                    <a:pt x="97327" y="9150"/>
                  </a:cubicBezTo>
                  <a:cubicBezTo>
                    <a:pt x="97692" y="8725"/>
                    <a:pt x="98057" y="8360"/>
                    <a:pt x="98391" y="7965"/>
                  </a:cubicBezTo>
                  <a:lnTo>
                    <a:pt x="100185" y="5746"/>
                  </a:lnTo>
                  <a:cubicBezTo>
                    <a:pt x="100701" y="5047"/>
                    <a:pt x="101157" y="4378"/>
                    <a:pt x="101552" y="3800"/>
                  </a:cubicBezTo>
                  <a:lnTo>
                    <a:pt x="102160" y="2949"/>
                  </a:lnTo>
                  <a:cubicBezTo>
                    <a:pt x="102312" y="2676"/>
                    <a:pt x="102464" y="2433"/>
                    <a:pt x="102616" y="2189"/>
                  </a:cubicBezTo>
                  <a:lnTo>
                    <a:pt x="103346" y="1004"/>
                  </a:lnTo>
                  <a:lnTo>
                    <a:pt x="103771" y="275"/>
                  </a:lnTo>
                  <a:cubicBezTo>
                    <a:pt x="103893" y="92"/>
                    <a:pt x="103923" y="1"/>
                    <a:pt x="103923" y="1"/>
                  </a:cubicBezTo>
                  <a:close/>
                  <a:moveTo>
                    <a:pt x="274" y="36567"/>
                  </a:moveTo>
                  <a:lnTo>
                    <a:pt x="274" y="36567"/>
                  </a:lnTo>
                  <a:cubicBezTo>
                    <a:pt x="92" y="36597"/>
                    <a:pt x="0" y="36628"/>
                    <a:pt x="0" y="36628"/>
                  </a:cubicBezTo>
                  <a:lnTo>
                    <a:pt x="274" y="36567"/>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8"/>
            <p:cNvSpPr/>
            <p:nvPr/>
          </p:nvSpPr>
          <p:spPr>
            <a:xfrm>
              <a:off x="5314950" y="2553525"/>
              <a:ext cx="237125" cy="932400"/>
            </a:xfrm>
            <a:custGeom>
              <a:rect b="b" l="l" r="r" t="t"/>
              <a:pathLst>
                <a:path extrusionOk="0" h="37296" w="9485">
                  <a:moveTo>
                    <a:pt x="1186" y="0"/>
                  </a:moveTo>
                  <a:cubicBezTo>
                    <a:pt x="1186" y="0"/>
                    <a:pt x="1186" y="31"/>
                    <a:pt x="1156" y="91"/>
                  </a:cubicBezTo>
                  <a:cubicBezTo>
                    <a:pt x="1156" y="183"/>
                    <a:pt x="1125" y="274"/>
                    <a:pt x="1095" y="395"/>
                  </a:cubicBezTo>
                  <a:cubicBezTo>
                    <a:pt x="1034" y="669"/>
                    <a:pt x="943" y="1064"/>
                    <a:pt x="852" y="1520"/>
                  </a:cubicBezTo>
                  <a:cubicBezTo>
                    <a:pt x="791" y="1763"/>
                    <a:pt x="730" y="2037"/>
                    <a:pt x="669" y="2341"/>
                  </a:cubicBezTo>
                  <a:cubicBezTo>
                    <a:pt x="609" y="2645"/>
                    <a:pt x="578" y="2979"/>
                    <a:pt x="517" y="3313"/>
                  </a:cubicBezTo>
                  <a:cubicBezTo>
                    <a:pt x="426" y="4012"/>
                    <a:pt x="274" y="4833"/>
                    <a:pt x="213" y="5715"/>
                  </a:cubicBezTo>
                  <a:cubicBezTo>
                    <a:pt x="183" y="6171"/>
                    <a:pt x="153" y="6627"/>
                    <a:pt x="92" y="7113"/>
                  </a:cubicBezTo>
                  <a:cubicBezTo>
                    <a:pt x="61" y="7599"/>
                    <a:pt x="61" y="8116"/>
                    <a:pt x="61" y="8633"/>
                  </a:cubicBezTo>
                  <a:cubicBezTo>
                    <a:pt x="1" y="9696"/>
                    <a:pt x="31" y="10821"/>
                    <a:pt x="61" y="11976"/>
                  </a:cubicBezTo>
                  <a:cubicBezTo>
                    <a:pt x="335" y="17113"/>
                    <a:pt x="1460" y="22189"/>
                    <a:pt x="3405" y="26931"/>
                  </a:cubicBezTo>
                  <a:cubicBezTo>
                    <a:pt x="3891" y="28025"/>
                    <a:pt x="4317" y="29058"/>
                    <a:pt x="4803" y="29970"/>
                  </a:cubicBezTo>
                  <a:cubicBezTo>
                    <a:pt x="5046" y="30457"/>
                    <a:pt x="5259" y="30913"/>
                    <a:pt x="5502" y="31338"/>
                  </a:cubicBezTo>
                  <a:lnTo>
                    <a:pt x="6201" y="32554"/>
                  </a:lnTo>
                  <a:cubicBezTo>
                    <a:pt x="6627" y="33344"/>
                    <a:pt x="7113" y="33983"/>
                    <a:pt x="7478" y="34590"/>
                  </a:cubicBezTo>
                  <a:cubicBezTo>
                    <a:pt x="7691" y="34894"/>
                    <a:pt x="7873" y="35168"/>
                    <a:pt x="8056" y="35411"/>
                  </a:cubicBezTo>
                  <a:lnTo>
                    <a:pt x="8542" y="36080"/>
                  </a:lnTo>
                  <a:lnTo>
                    <a:pt x="9241" y="36992"/>
                  </a:lnTo>
                  <a:lnTo>
                    <a:pt x="9423" y="37235"/>
                  </a:lnTo>
                  <a:cubicBezTo>
                    <a:pt x="9454" y="37265"/>
                    <a:pt x="9484" y="37296"/>
                    <a:pt x="9484" y="37296"/>
                  </a:cubicBezTo>
                  <a:cubicBezTo>
                    <a:pt x="9484" y="37265"/>
                    <a:pt x="9454" y="37235"/>
                    <a:pt x="9423" y="37204"/>
                  </a:cubicBezTo>
                  <a:lnTo>
                    <a:pt x="9271" y="36961"/>
                  </a:lnTo>
                  <a:cubicBezTo>
                    <a:pt x="9119" y="36749"/>
                    <a:pt x="8876" y="36414"/>
                    <a:pt x="8603" y="36019"/>
                  </a:cubicBezTo>
                  <a:cubicBezTo>
                    <a:pt x="8451" y="35837"/>
                    <a:pt x="8268" y="35624"/>
                    <a:pt x="8116" y="35350"/>
                  </a:cubicBezTo>
                  <a:cubicBezTo>
                    <a:pt x="7964" y="35107"/>
                    <a:pt x="7782" y="34834"/>
                    <a:pt x="7569" y="34530"/>
                  </a:cubicBezTo>
                  <a:cubicBezTo>
                    <a:pt x="7204" y="33922"/>
                    <a:pt x="6749" y="33253"/>
                    <a:pt x="6323" y="32493"/>
                  </a:cubicBezTo>
                  <a:lnTo>
                    <a:pt x="5624" y="31277"/>
                  </a:lnTo>
                  <a:cubicBezTo>
                    <a:pt x="5411" y="30852"/>
                    <a:pt x="5198" y="30365"/>
                    <a:pt x="4955" y="29910"/>
                  </a:cubicBezTo>
                  <a:cubicBezTo>
                    <a:pt x="4469" y="28998"/>
                    <a:pt x="4043" y="27934"/>
                    <a:pt x="3587" y="26870"/>
                  </a:cubicBezTo>
                  <a:cubicBezTo>
                    <a:pt x="1642" y="22128"/>
                    <a:pt x="517" y="17083"/>
                    <a:pt x="274" y="11976"/>
                  </a:cubicBezTo>
                  <a:cubicBezTo>
                    <a:pt x="213" y="10791"/>
                    <a:pt x="183" y="9696"/>
                    <a:pt x="213" y="8633"/>
                  </a:cubicBezTo>
                  <a:cubicBezTo>
                    <a:pt x="244" y="8116"/>
                    <a:pt x="244" y="7599"/>
                    <a:pt x="274" y="7113"/>
                  </a:cubicBezTo>
                  <a:cubicBezTo>
                    <a:pt x="305" y="6627"/>
                    <a:pt x="335" y="6171"/>
                    <a:pt x="365" y="5715"/>
                  </a:cubicBezTo>
                  <a:cubicBezTo>
                    <a:pt x="426" y="4833"/>
                    <a:pt x="578" y="4043"/>
                    <a:pt x="639" y="3344"/>
                  </a:cubicBezTo>
                  <a:cubicBezTo>
                    <a:pt x="700" y="2979"/>
                    <a:pt x="730" y="2645"/>
                    <a:pt x="791" y="2341"/>
                  </a:cubicBezTo>
                  <a:cubicBezTo>
                    <a:pt x="852" y="2067"/>
                    <a:pt x="882" y="1794"/>
                    <a:pt x="943" y="1550"/>
                  </a:cubicBezTo>
                  <a:lnTo>
                    <a:pt x="1156" y="395"/>
                  </a:lnTo>
                  <a:cubicBezTo>
                    <a:pt x="1156" y="274"/>
                    <a:pt x="1186" y="183"/>
                    <a:pt x="1186" y="122"/>
                  </a:cubicBezTo>
                  <a:cubicBezTo>
                    <a:pt x="1186" y="61"/>
                    <a:pt x="1186" y="31"/>
                    <a:pt x="118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8"/>
            <p:cNvSpPr/>
            <p:nvPr/>
          </p:nvSpPr>
          <p:spPr>
            <a:xfrm>
              <a:off x="4085450" y="2986750"/>
              <a:ext cx="1103375" cy="309200"/>
            </a:xfrm>
            <a:custGeom>
              <a:rect b="b" l="l" r="r" t="t"/>
              <a:pathLst>
                <a:path extrusionOk="0" h="12368" w="44135">
                  <a:moveTo>
                    <a:pt x="41128" y="0"/>
                  </a:moveTo>
                  <a:cubicBezTo>
                    <a:pt x="40947" y="0"/>
                    <a:pt x="40763" y="19"/>
                    <a:pt x="40579" y="58"/>
                  </a:cubicBezTo>
                  <a:lnTo>
                    <a:pt x="183" y="8416"/>
                  </a:lnTo>
                  <a:cubicBezTo>
                    <a:pt x="183" y="8416"/>
                    <a:pt x="0" y="12337"/>
                    <a:pt x="1004" y="12368"/>
                  </a:cubicBezTo>
                  <a:cubicBezTo>
                    <a:pt x="1006" y="12368"/>
                    <a:pt x="1008" y="12368"/>
                    <a:pt x="1011" y="12368"/>
                  </a:cubicBezTo>
                  <a:cubicBezTo>
                    <a:pt x="1992" y="12368"/>
                    <a:pt x="31882" y="6983"/>
                    <a:pt x="41612" y="5225"/>
                  </a:cubicBezTo>
                  <a:cubicBezTo>
                    <a:pt x="43193" y="4951"/>
                    <a:pt x="44135" y="3279"/>
                    <a:pt x="43618" y="1760"/>
                  </a:cubicBezTo>
                  <a:cubicBezTo>
                    <a:pt x="43227" y="689"/>
                    <a:pt x="42230" y="0"/>
                    <a:pt x="41128"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8"/>
            <p:cNvSpPr/>
            <p:nvPr/>
          </p:nvSpPr>
          <p:spPr>
            <a:xfrm>
              <a:off x="5631825" y="2669775"/>
              <a:ext cx="483325" cy="449125"/>
            </a:xfrm>
            <a:custGeom>
              <a:rect b="b" l="l" r="r" t="t"/>
              <a:pathLst>
                <a:path extrusionOk="0" h="17965" w="19333">
                  <a:moveTo>
                    <a:pt x="9667" y="1"/>
                  </a:moveTo>
                  <a:cubicBezTo>
                    <a:pt x="4347" y="1"/>
                    <a:pt x="1" y="4013"/>
                    <a:pt x="1" y="8967"/>
                  </a:cubicBezTo>
                  <a:cubicBezTo>
                    <a:pt x="1" y="13922"/>
                    <a:pt x="4317" y="17934"/>
                    <a:pt x="9636" y="17965"/>
                  </a:cubicBezTo>
                  <a:cubicBezTo>
                    <a:pt x="14986" y="17965"/>
                    <a:pt x="19302" y="13952"/>
                    <a:pt x="19302" y="8998"/>
                  </a:cubicBezTo>
                  <a:cubicBezTo>
                    <a:pt x="19332" y="4043"/>
                    <a:pt x="15016" y="1"/>
                    <a:pt x="9667"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8"/>
            <p:cNvSpPr/>
            <p:nvPr/>
          </p:nvSpPr>
          <p:spPr>
            <a:xfrm>
              <a:off x="5613600" y="2668275"/>
              <a:ext cx="501550" cy="452150"/>
            </a:xfrm>
            <a:custGeom>
              <a:rect b="b" l="l" r="r" t="t"/>
              <a:pathLst>
                <a:path extrusionOk="0" h="18086" w="20062">
                  <a:moveTo>
                    <a:pt x="20031" y="8450"/>
                  </a:moveTo>
                  <a:lnTo>
                    <a:pt x="20031" y="8906"/>
                  </a:lnTo>
                  <a:cubicBezTo>
                    <a:pt x="20031" y="8918"/>
                    <a:pt x="20036" y="8935"/>
                    <a:pt x="20042" y="8956"/>
                  </a:cubicBezTo>
                  <a:lnTo>
                    <a:pt x="20042" y="8956"/>
                  </a:lnTo>
                  <a:cubicBezTo>
                    <a:pt x="20045" y="8941"/>
                    <a:pt x="20052" y="8925"/>
                    <a:pt x="20061" y="8906"/>
                  </a:cubicBezTo>
                  <a:cubicBezTo>
                    <a:pt x="20061" y="8784"/>
                    <a:pt x="20031" y="8663"/>
                    <a:pt x="20031" y="8450"/>
                  </a:cubicBezTo>
                  <a:close/>
                  <a:moveTo>
                    <a:pt x="20042" y="8956"/>
                  </a:moveTo>
                  <a:cubicBezTo>
                    <a:pt x="20034" y="8989"/>
                    <a:pt x="20040" y="9016"/>
                    <a:pt x="20061" y="9058"/>
                  </a:cubicBezTo>
                  <a:cubicBezTo>
                    <a:pt x="20061" y="9022"/>
                    <a:pt x="20051" y="8985"/>
                    <a:pt x="20042" y="8956"/>
                  </a:cubicBezTo>
                  <a:close/>
                  <a:moveTo>
                    <a:pt x="10365" y="0"/>
                  </a:moveTo>
                  <a:lnTo>
                    <a:pt x="9757" y="30"/>
                  </a:lnTo>
                  <a:lnTo>
                    <a:pt x="9423" y="30"/>
                  </a:lnTo>
                  <a:lnTo>
                    <a:pt x="9119" y="91"/>
                  </a:lnTo>
                  <a:lnTo>
                    <a:pt x="8481" y="182"/>
                  </a:lnTo>
                  <a:lnTo>
                    <a:pt x="7842" y="304"/>
                  </a:lnTo>
                  <a:lnTo>
                    <a:pt x="7538" y="395"/>
                  </a:lnTo>
                  <a:lnTo>
                    <a:pt x="7234" y="486"/>
                  </a:lnTo>
                  <a:cubicBezTo>
                    <a:pt x="5441" y="1033"/>
                    <a:pt x="3860" y="2097"/>
                    <a:pt x="2675" y="3526"/>
                  </a:cubicBezTo>
                  <a:cubicBezTo>
                    <a:pt x="0" y="6717"/>
                    <a:pt x="0" y="11338"/>
                    <a:pt x="2675" y="14529"/>
                  </a:cubicBezTo>
                  <a:cubicBezTo>
                    <a:pt x="3860" y="15958"/>
                    <a:pt x="5411" y="17022"/>
                    <a:pt x="7204" y="17599"/>
                  </a:cubicBezTo>
                  <a:lnTo>
                    <a:pt x="7508" y="17690"/>
                  </a:lnTo>
                  <a:lnTo>
                    <a:pt x="7812" y="17751"/>
                  </a:lnTo>
                  <a:lnTo>
                    <a:pt x="8450" y="17903"/>
                  </a:lnTo>
                  <a:lnTo>
                    <a:pt x="9089" y="17994"/>
                  </a:lnTo>
                  <a:lnTo>
                    <a:pt x="9392" y="18055"/>
                  </a:lnTo>
                  <a:lnTo>
                    <a:pt x="9727" y="18055"/>
                  </a:lnTo>
                  <a:lnTo>
                    <a:pt x="10335" y="18085"/>
                  </a:lnTo>
                  <a:cubicBezTo>
                    <a:pt x="10548" y="18085"/>
                    <a:pt x="10760" y="18055"/>
                    <a:pt x="10943" y="18055"/>
                  </a:cubicBezTo>
                  <a:cubicBezTo>
                    <a:pt x="11338" y="18025"/>
                    <a:pt x="11763" y="17994"/>
                    <a:pt x="12128" y="17933"/>
                  </a:cubicBezTo>
                  <a:cubicBezTo>
                    <a:pt x="13587" y="17690"/>
                    <a:pt x="14955" y="17143"/>
                    <a:pt x="16171" y="16322"/>
                  </a:cubicBezTo>
                  <a:cubicBezTo>
                    <a:pt x="17143" y="15623"/>
                    <a:pt x="17994" y="14772"/>
                    <a:pt x="18663" y="13769"/>
                  </a:cubicBezTo>
                  <a:cubicBezTo>
                    <a:pt x="18937" y="13374"/>
                    <a:pt x="19180" y="12918"/>
                    <a:pt x="19393" y="12493"/>
                  </a:cubicBezTo>
                  <a:cubicBezTo>
                    <a:pt x="19545" y="12097"/>
                    <a:pt x="19666" y="11702"/>
                    <a:pt x="19788" y="11307"/>
                  </a:cubicBezTo>
                  <a:cubicBezTo>
                    <a:pt x="19849" y="11125"/>
                    <a:pt x="19909" y="10973"/>
                    <a:pt x="19909" y="10821"/>
                  </a:cubicBezTo>
                  <a:cubicBezTo>
                    <a:pt x="19940" y="10638"/>
                    <a:pt x="19970" y="10486"/>
                    <a:pt x="20001" y="10365"/>
                  </a:cubicBezTo>
                  <a:cubicBezTo>
                    <a:pt x="20001" y="10213"/>
                    <a:pt x="20061" y="10091"/>
                    <a:pt x="20061" y="9970"/>
                  </a:cubicBezTo>
                  <a:lnTo>
                    <a:pt x="20061" y="9635"/>
                  </a:lnTo>
                  <a:lnTo>
                    <a:pt x="20061" y="9210"/>
                  </a:lnTo>
                  <a:cubicBezTo>
                    <a:pt x="20061" y="9149"/>
                    <a:pt x="20061" y="9088"/>
                    <a:pt x="20061" y="9058"/>
                  </a:cubicBezTo>
                  <a:cubicBezTo>
                    <a:pt x="20031" y="9088"/>
                    <a:pt x="20031" y="9149"/>
                    <a:pt x="20031" y="9179"/>
                  </a:cubicBezTo>
                  <a:cubicBezTo>
                    <a:pt x="20031" y="9301"/>
                    <a:pt x="20001" y="9453"/>
                    <a:pt x="20001" y="9635"/>
                  </a:cubicBezTo>
                  <a:cubicBezTo>
                    <a:pt x="19970" y="9727"/>
                    <a:pt x="20001" y="9848"/>
                    <a:pt x="19970" y="9970"/>
                  </a:cubicBezTo>
                  <a:cubicBezTo>
                    <a:pt x="19970" y="10091"/>
                    <a:pt x="19940" y="10213"/>
                    <a:pt x="19909" y="10335"/>
                  </a:cubicBezTo>
                  <a:cubicBezTo>
                    <a:pt x="19879" y="10486"/>
                    <a:pt x="19849" y="10638"/>
                    <a:pt x="19818" y="10790"/>
                  </a:cubicBezTo>
                  <a:cubicBezTo>
                    <a:pt x="19788" y="10942"/>
                    <a:pt x="19727" y="11125"/>
                    <a:pt x="19697" y="11307"/>
                  </a:cubicBezTo>
                  <a:cubicBezTo>
                    <a:pt x="19119" y="13313"/>
                    <a:pt x="17812" y="15076"/>
                    <a:pt x="16049" y="16201"/>
                  </a:cubicBezTo>
                  <a:cubicBezTo>
                    <a:pt x="14864" y="17022"/>
                    <a:pt x="13526" y="17538"/>
                    <a:pt x="12128" y="17781"/>
                  </a:cubicBezTo>
                  <a:cubicBezTo>
                    <a:pt x="11733" y="17842"/>
                    <a:pt x="11338" y="17873"/>
                    <a:pt x="10943" y="17903"/>
                  </a:cubicBezTo>
                  <a:lnTo>
                    <a:pt x="10365" y="17903"/>
                  </a:lnTo>
                  <a:lnTo>
                    <a:pt x="9727" y="17873"/>
                  </a:lnTo>
                  <a:lnTo>
                    <a:pt x="9423" y="17873"/>
                  </a:lnTo>
                  <a:lnTo>
                    <a:pt x="9119" y="17842"/>
                  </a:lnTo>
                  <a:lnTo>
                    <a:pt x="8511" y="17751"/>
                  </a:lnTo>
                  <a:lnTo>
                    <a:pt x="7873" y="17599"/>
                  </a:lnTo>
                  <a:lnTo>
                    <a:pt x="7569" y="17508"/>
                  </a:lnTo>
                  <a:lnTo>
                    <a:pt x="7265" y="17417"/>
                  </a:lnTo>
                  <a:cubicBezTo>
                    <a:pt x="5502" y="16870"/>
                    <a:pt x="3982" y="15806"/>
                    <a:pt x="2827" y="14408"/>
                  </a:cubicBezTo>
                  <a:cubicBezTo>
                    <a:pt x="213" y="11307"/>
                    <a:pt x="213" y="6778"/>
                    <a:pt x="2827" y="3678"/>
                  </a:cubicBezTo>
                  <a:cubicBezTo>
                    <a:pt x="3982" y="2249"/>
                    <a:pt x="5532" y="1216"/>
                    <a:pt x="7265" y="669"/>
                  </a:cubicBezTo>
                  <a:lnTo>
                    <a:pt x="7569" y="547"/>
                  </a:lnTo>
                  <a:lnTo>
                    <a:pt x="7873" y="486"/>
                  </a:lnTo>
                  <a:lnTo>
                    <a:pt x="8511" y="334"/>
                  </a:lnTo>
                  <a:lnTo>
                    <a:pt x="9119" y="243"/>
                  </a:lnTo>
                  <a:lnTo>
                    <a:pt x="9453" y="213"/>
                  </a:lnTo>
                  <a:lnTo>
                    <a:pt x="9757" y="213"/>
                  </a:lnTo>
                  <a:lnTo>
                    <a:pt x="10365" y="182"/>
                  </a:lnTo>
                  <a:lnTo>
                    <a:pt x="10973" y="182"/>
                  </a:lnTo>
                  <a:cubicBezTo>
                    <a:pt x="11368" y="213"/>
                    <a:pt x="11733" y="243"/>
                    <a:pt x="12128" y="304"/>
                  </a:cubicBezTo>
                  <a:cubicBezTo>
                    <a:pt x="13557" y="547"/>
                    <a:pt x="14894" y="1094"/>
                    <a:pt x="16080" y="1885"/>
                  </a:cubicBezTo>
                  <a:cubicBezTo>
                    <a:pt x="17478" y="2827"/>
                    <a:pt x="18602" y="4134"/>
                    <a:pt x="19301" y="5654"/>
                  </a:cubicBezTo>
                  <a:cubicBezTo>
                    <a:pt x="19453" y="6018"/>
                    <a:pt x="19605" y="6413"/>
                    <a:pt x="19697" y="6809"/>
                  </a:cubicBezTo>
                  <a:cubicBezTo>
                    <a:pt x="19757" y="6991"/>
                    <a:pt x="19818" y="7143"/>
                    <a:pt x="19849" y="7295"/>
                  </a:cubicBezTo>
                  <a:cubicBezTo>
                    <a:pt x="19879" y="7477"/>
                    <a:pt x="19909" y="7629"/>
                    <a:pt x="19940" y="7751"/>
                  </a:cubicBezTo>
                  <a:cubicBezTo>
                    <a:pt x="19940" y="7872"/>
                    <a:pt x="19970" y="8024"/>
                    <a:pt x="20001" y="8146"/>
                  </a:cubicBezTo>
                  <a:cubicBezTo>
                    <a:pt x="20031" y="8268"/>
                    <a:pt x="20031" y="8359"/>
                    <a:pt x="20031" y="8450"/>
                  </a:cubicBezTo>
                  <a:cubicBezTo>
                    <a:pt x="20031" y="8359"/>
                    <a:pt x="20031" y="8237"/>
                    <a:pt x="20031" y="8116"/>
                  </a:cubicBezTo>
                  <a:cubicBezTo>
                    <a:pt x="20001" y="8024"/>
                    <a:pt x="19970" y="7872"/>
                    <a:pt x="19970" y="7751"/>
                  </a:cubicBezTo>
                  <a:cubicBezTo>
                    <a:pt x="19940" y="7599"/>
                    <a:pt x="19940" y="7447"/>
                    <a:pt x="19909" y="7295"/>
                  </a:cubicBezTo>
                  <a:cubicBezTo>
                    <a:pt x="19849" y="7113"/>
                    <a:pt x="19818" y="6961"/>
                    <a:pt x="19757" y="6778"/>
                  </a:cubicBezTo>
                  <a:cubicBezTo>
                    <a:pt x="19545" y="5897"/>
                    <a:pt x="19180" y="5076"/>
                    <a:pt x="18663" y="4316"/>
                  </a:cubicBezTo>
                  <a:cubicBezTo>
                    <a:pt x="17994" y="3313"/>
                    <a:pt x="17143" y="2432"/>
                    <a:pt x="16140" y="1763"/>
                  </a:cubicBezTo>
                  <a:cubicBezTo>
                    <a:pt x="14955" y="942"/>
                    <a:pt x="13587" y="395"/>
                    <a:pt x="12158" y="152"/>
                  </a:cubicBezTo>
                  <a:cubicBezTo>
                    <a:pt x="11794" y="91"/>
                    <a:pt x="11368" y="61"/>
                    <a:pt x="10973" y="30"/>
                  </a:cubicBezTo>
                  <a:cubicBezTo>
                    <a:pt x="10791" y="30"/>
                    <a:pt x="10578" y="0"/>
                    <a:pt x="1036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8"/>
            <p:cNvSpPr/>
            <p:nvPr/>
          </p:nvSpPr>
          <p:spPr>
            <a:xfrm>
              <a:off x="2279175" y="3340825"/>
              <a:ext cx="780450" cy="411175"/>
            </a:xfrm>
            <a:custGeom>
              <a:rect b="b" l="l" r="r" t="t"/>
              <a:pathLst>
                <a:path extrusionOk="0" h="16447" w="31218">
                  <a:moveTo>
                    <a:pt x="6534" y="0"/>
                  </a:moveTo>
                  <a:cubicBezTo>
                    <a:pt x="4337" y="0"/>
                    <a:pt x="2192" y="871"/>
                    <a:pt x="1065" y="2916"/>
                  </a:cubicBezTo>
                  <a:cubicBezTo>
                    <a:pt x="1" y="4831"/>
                    <a:pt x="214" y="7202"/>
                    <a:pt x="1612" y="8904"/>
                  </a:cubicBezTo>
                  <a:cubicBezTo>
                    <a:pt x="3861" y="11700"/>
                    <a:pt x="7630" y="10728"/>
                    <a:pt x="10457" y="12248"/>
                  </a:cubicBezTo>
                  <a:cubicBezTo>
                    <a:pt x="12767" y="13494"/>
                    <a:pt x="14317" y="16290"/>
                    <a:pt x="16962" y="16442"/>
                  </a:cubicBezTo>
                  <a:cubicBezTo>
                    <a:pt x="17022" y="16445"/>
                    <a:pt x="17082" y="16446"/>
                    <a:pt x="17142" y="16446"/>
                  </a:cubicBezTo>
                  <a:cubicBezTo>
                    <a:pt x="18950" y="16446"/>
                    <a:pt x="20517" y="15153"/>
                    <a:pt x="22311" y="14770"/>
                  </a:cubicBezTo>
                  <a:cubicBezTo>
                    <a:pt x="22709" y="14691"/>
                    <a:pt x="23107" y="14660"/>
                    <a:pt x="23506" y="14660"/>
                  </a:cubicBezTo>
                  <a:cubicBezTo>
                    <a:pt x="24323" y="14660"/>
                    <a:pt x="25141" y="14790"/>
                    <a:pt x="25959" y="14892"/>
                  </a:cubicBezTo>
                  <a:cubicBezTo>
                    <a:pt x="26433" y="14939"/>
                    <a:pt x="26917" y="14978"/>
                    <a:pt x="27398" y="14978"/>
                  </a:cubicBezTo>
                  <a:cubicBezTo>
                    <a:pt x="28148" y="14978"/>
                    <a:pt x="28890" y="14884"/>
                    <a:pt x="29576" y="14588"/>
                  </a:cubicBezTo>
                  <a:cubicBezTo>
                    <a:pt x="30457" y="14193"/>
                    <a:pt x="31096" y="13646"/>
                    <a:pt x="31187" y="12703"/>
                  </a:cubicBezTo>
                  <a:cubicBezTo>
                    <a:pt x="31217" y="12339"/>
                    <a:pt x="31126" y="11944"/>
                    <a:pt x="30974" y="11609"/>
                  </a:cubicBezTo>
                  <a:cubicBezTo>
                    <a:pt x="30822" y="11244"/>
                    <a:pt x="30579" y="10941"/>
                    <a:pt x="30275" y="10697"/>
                  </a:cubicBezTo>
                  <a:cubicBezTo>
                    <a:pt x="29308" y="9939"/>
                    <a:pt x="28138" y="9541"/>
                    <a:pt x="26921" y="9541"/>
                  </a:cubicBezTo>
                  <a:cubicBezTo>
                    <a:pt x="26723" y="9541"/>
                    <a:pt x="26524" y="9551"/>
                    <a:pt x="26324" y="9573"/>
                  </a:cubicBezTo>
                  <a:cubicBezTo>
                    <a:pt x="25956" y="9610"/>
                    <a:pt x="25589" y="9629"/>
                    <a:pt x="25223" y="9629"/>
                  </a:cubicBezTo>
                  <a:cubicBezTo>
                    <a:pt x="22628" y="9629"/>
                    <a:pt x="20119" y="8694"/>
                    <a:pt x="18147" y="6989"/>
                  </a:cubicBezTo>
                  <a:cubicBezTo>
                    <a:pt x="17448" y="6381"/>
                    <a:pt x="16779" y="5743"/>
                    <a:pt x="16080" y="5135"/>
                  </a:cubicBezTo>
                  <a:cubicBezTo>
                    <a:pt x="14104" y="3281"/>
                    <a:pt x="12007" y="1427"/>
                    <a:pt x="9484" y="515"/>
                  </a:cubicBezTo>
                  <a:cubicBezTo>
                    <a:pt x="8551" y="182"/>
                    <a:pt x="7537" y="0"/>
                    <a:pt x="6534"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8"/>
            <p:cNvSpPr/>
            <p:nvPr/>
          </p:nvSpPr>
          <p:spPr>
            <a:xfrm>
              <a:off x="2279175" y="3340825"/>
              <a:ext cx="780450" cy="411175"/>
            </a:xfrm>
            <a:custGeom>
              <a:rect b="b" l="l" r="r" t="t"/>
              <a:pathLst>
                <a:path extrusionOk="0" h="16447" w="31218">
                  <a:moveTo>
                    <a:pt x="6534" y="0"/>
                  </a:moveTo>
                  <a:cubicBezTo>
                    <a:pt x="4337" y="0"/>
                    <a:pt x="2192" y="871"/>
                    <a:pt x="1065" y="2916"/>
                  </a:cubicBezTo>
                  <a:cubicBezTo>
                    <a:pt x="1" y="4831"/>
                    <a:pt x="214" y="7202"/>
                    <a:pt x="1612" y="8904"/>
                  </a:cubicBezTo>
                  <a:cubicBezTo>
                    <a:pt x="3861" y="11700"/>
                    <a:pt x="7630" y="10728"/>
                    <a:pt x="10457" y="12248"/>
                  </a:cubicBezTo>
                  <a:cubicBezTo>
                    <a:pt x="12767" y="13494"/>
                    <a:pt x="14317" y="16290"/>
                    <a:pt x="16962" y="16442"/>
                  </a:cubicBezTo>
                  <a:cubicBezTo>
                    <a:pt x="17022" y="16445"/>
                    <a:pt x="17082" y="16446"/>
                    <a:pt x="17142" y="16446"/>
                  </a:cubicBezTo>
                  <a:cubicBezTo>
                    <a:pt x="18950" y="16446"/>
                    <a:pt x="20517" y="15153"/>
                    <a:pt x="22311" y="14770"/>
                  </a:cubicBezTo>
                  <a:cubicBezTo>
                    <a:pt x="22709" y="14691"/>
                    <a:pt x="23107" y="14660"/>
                    <a:pt x="23506" y="14660"/>
                  </a:cubicBezTo>
                  <a:cubicBezTo>
                    <a:pt x="24323" y="14660"/>
                    <a:pt x="25141" y="14790"/>
                    <a:pt x="25959" y="14892"/>
                  </a:cubicBezTo>
                  <a:cubicBezTo>
                    <a:pt x="26433" y="14939"/>
                    <a:pt x="26917" y="14978"/>
                    <a:pt x="27398" y="14978"/>
                  </a:cubicBezTo>
                  <a:cubicBezTo>
                    <a:pt x="28148" y="14978"/>
                    <a:pt x="28890" y="14884"/>
                    <a:pt x="29576" y="14588"/>
                  </a:cubicBezTo>
                  <a:cubicBezTo>
                    <a:pt x="30457" y="14193"/>
                    <a:pt x="31096" y="13646"/>
                    <a:pt x="31187" y="12703"/>
                  </a:cubicBezTo>
                  <a:cubicBezTo>
                    <a:pt x="31217" y="12339"/>
                    <a:pt x="31126" y="11944"/>
                    <a:pt x="30974" y="11609"/>
                  </a:cubicBezTo>
                  <a:cubicBezTo>
                    <a:pt x="30822" y="11244"/>
                    <a:pt x="30579" y="10941"/>
                    <a:pt x="30275" y="10697"/>
                  </a:cubicBezTo>
                  <a:cubicBezTo>
                    <a:pt x="29308" y="9939"/>
                    <a:pt x="28138" y="9541"/>
                    <a:pt x="26921" y="9541"/>
                  </a:cubicBezTo>
                  <a:cubicBezTo>
                    <a:pt x="26723" y="9541"/>
                    <a:pt x="26524" y="9551"/>
                    <a:pt x="26324" y="9573"/>
                  </a:cubicBezTo>
                  <a:cubicBezTo>
                    <a:pt x="25956" y="9610"/>
                    <a:pt x="25589" y="9629"/>
                    <a:pt x="25223" y="9629"/>
                  </a:cubicBezTo>
                  <a:cubicBezTo>
                    <a:pt x="22628" y="9629"/>
                    <a:pt x="20119" y="8694"/>
                    <a:pt x="18147" y="6989"/>
                  </a:cubicBezTo>
                  <a:cubicBezTo>
                    <a:pt x="17448" y="6381"/>
                    <a:pt x="16779" y="5743"/>
                    <a:pt x="16080" y="5135"/>
                  </a:cubicBezTo>
                  <a:cubicBezTo>
                    <a:pt x="14104" y="3281"/>
                    <a:pt x="12007" y="1427"/>
                    <a:pt x="9484" y="515"/>
                  </a:cubicBezTo>
                  <a:cubicBezTo>
                    <a:pt x="8551" y="182"/>
                    <a:pt x="7537" y="0"/>
                    <a:pt x="65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8"/>
            <p:cNvSpPr/>
            <p:nvPr/>
          </p:nvSpPr>
          <p:spPr>
            <a:xfrm>
              <a:off x="1446350" y="3646125"/>
              <a:ext cx="547900" cy="360325"/>
            </a:xfrm>
            <a:custGeom>
              <a:rect b="b" l="l" r="r" t="t"/>
              <a:pathLst>
                <a:path extrusionOk="0" h="14413" w="21916">
                  <a:moveTo>
                    <a:pt x="17442" y="1"/>
                  </a:moveTo>
                  <a:cubicBezTo>
                    <a:pt x="16743" y="1"/>
                    <a:pt x="16031" y="157"/>
                    <a:pt x="15472" y="431"/>
                  </a:cubicBezTo>
                  <a:cubicBezTo>
                    <a:pt x="14104" y="1099"/>
                    <a:pt x="13162" y="2376"/>
                    <a:pt x="12250" y="3561"/>
                  </a:cubicBezTo>
                  <a:cubicBezTo>
                    <a:pt x="11307" y="4777"/>
                    <a:pt x="10274" y="5993"/>
                    <a:pt x="8815" y="6510"/>
                  </a:cubicBezTo>
                  <a:cubicBezTo>
                    <a:pt x="8221" y="6708"/>
                    <a:pt x="7609" y="6767"/>
                    <a:pt x="6988" y="6767"/>
                  </a:cubicBezTo>
                  <a:cubicBezTo>
                    <a:pt x="6046" y="6767"/>
                    <a:pt x="5081" y="6630"/>
                    <a:pt x="4125" y="6630"/>
                  </a:cubicBezTo>
                  <a:cubicBezTo>
                    <a:pt x="4067" y="6630"/>
                    <a:pt x="4009" y="6630"/>
                    <a:pt x="3952" y="6631"/>
                  </a:cubicBezTo>
                  <a:cubicBezTo>
                    <a:pt x="2310" y="6631"/>
                    <a:pt x="395" y="7422"/>
                    <a:pt x="152" y="9033"/>
                  </a:cubicBezTo>
                  <a:cubicBezTo>
                    <a:pt x="0" y="9975"/>
                    <a:pt x="304" y="10917"/>
                    <a:pt x="973" y="11616"/>
                  </a:cubicBezTo>
                  <a:cubicBezTo>
                    <a:pt x="1611" y="12224"/>
                    <a:pt x="2371" y="12741"/>
                    <a:pt x="3222" y="13075"/>
                  </a:cubicBezTo>
                  <a:cubicBezTo>
                    <a:pt x="5380" y="13957"/>
                    <a:pt x="7721" y="14413"/>
                    <a:pt x="10061" y="14413"/>
                  </a:cubicBezTo>
                  <a:cubicBezTo>
                    <a:pt x="13101" y="14352"/>
                    <a:pt x="15958" y="12893"/>
                    <a:pt x="17782" y="10461"/>
                  </a:cubicBezTo>
                  <a:cubicBezTo>
                    <a:pt x="19545" y="8030"/>
                    <a:pt x="21915" y="3805"/>
                    <a:pt x="19849" y="1099"/>
                  </a:cubicBezTo>
                  <a:lnTo>
                    <a:pt x="19879" y="1099"/>
                  </a:lnTo>
                  <a:cubicBezTo>
                    <a:pt x="19430" y="327"/>
                    <a:pt x="18450" y="1"/>
                    <a:pt x="1744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8"/>
            <p:cNvSpPr/>
            <p:nvPr/>
          </p:nvSpPr>
          <p:spPr>
            <a:xfrm>
              <a:off x="1446350" y="3646125"/>
              <a:ext cx="547900" cy="360325"/>
            </a:xfrm>
            <a:custGeom>
              <a:rect b="b" l="l" r="r" t="t"/>
              <a:pathLst>
                <a:path extrusionOk="0" h="14413" w="21916">
                  <a:moveTo>
                    <a:pt x="17442" y="1"/>
                  </a:moveTo>
                  <a:cubicBezTo>
                    <a:pt x="16743" y="1"/>
                    <a:pt x="16031" y="157"/>
                    <a:pt x="15472" y="431"/>
                  </a:cubicBezTo>
                  <a:cubicBezTo>
                    <a:pt x="14104" y="1099"/>
                    <a:pt x="13162" y="2376"/>
                    <a:pt x="12250" y="3561"/>
                  </a:cubicBezTo>
                  <a:cubicBezTo>
                    <a:pt x="11307" y="4777"/>
                    <a:pt x="10274" y="5993"/>
                    <a:pt x="8815" y="6510"/>
                  </a:cubicBezTo>
                  <a:cubicBezTo>
                    <a:pt x="8221" y="6708"/>
                    <a:pt x="7609" y="6767"/>
                    <a:pt x="6988" y="6767"/>
                  </a:cubicBezTo>
                  <a:cubicBezTo>
                    <a:pt x="6046" y="6767"/>
                    <a:pt x="5081" y="6630"/>
                    <a:pt x="4125" y="6630"/>
                  </a:cubicBezTo>
                  <a:cubicBezTo>
                    <a:pt x="4067" y="6630"/>
                    <a:pt x="4009" y="6630"/>
                    <a:pt x="3952" y="6631"/>
                  </a:cubicBezTo>
                  <a:cubicBezTo>
                    <a:pt x="2310" y="6631"/>
                    <a:pt x="395" y="7422"/>
                    <a:pt x="152" y="9033"/>
                  </a:cubicBezTo>
                  <a:cubicBezTo>
                    <a:pt x="0" y="9975"/>
                    <a:pt x="304" y="10917"/>
                    <a:pt x="973" y="11616"/>
                  </a:cubicBezTo>
                  <a:cubicBezTo>
                    <a:pt x="1611" y="12224"/>
                    <a:pt x="2371" y="12741"/>
                    <a:pt x="3222" y="13075"/>
                  </a:cubicBezTo>
                  <a:cubicBezTo>
                    <a:pt x="5380" y="13957"/>
                    <a:pt x="7721" y="14413"/>
                    <a:pt x="10061" y="14413"/>
                  </a:cubicBezTo>
                  <a:cubicBezTo>
                    <a:pt x="13101" y="14352"/>
                    <a:pt x="15958" y="12893"/>
                    <a:pt x="17782" y="10461"/>
                  </a:cubicBezTo>
                  <a:cubicBezTo>
                    <a:pt x="19545" y="8030"/>
                    <a:pt x="21915" y="3805"/>
                    <a:pt x="19849" y="1099"/>
                  </a:cubicBezTo>
                  <a:lnTo>
                    <a:pt x="19879" y="1099"/>
                  </a:lnTo>
                  <a:cubicBezTo>
                    <a:pt x="19430" y="327"/>
                    <a:pt x="18450" y="1"/>
                    <a:pt x="1744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8"/>
            <p:cNvSpPr/>
            <p:nvPr/>
          </p:nvSpPr>
          <p:spPr>
            <a:xfrm>
              <a:off x="847550" y="3864550"/>
              <a:ext cx="160300" cy="108125"/>
            </a:xfrm>
            <a:custGeom>
              <a:rect b="b" l="l" r="r" t="t"/>
              <a:pathLst>
                <a:path extrusionOk="0" h="4325" w="6412">
                  <a:moveTo>
                    <a:pt x="3237" y="0"/>
                  </a:moveTo>
                  <a:cubicBezTo>
                    <a:pt x="2968" y="0"/>
                    <a:pt x="2697" y="37"/>
                    <a:pt x="2432" y="113"/>
                  </a:cubicBezTo>
                  <a:cubicBezTo>
                    <a:pt x="1733" y="356"/>
                    <a:pt x="1125" y="782"/>
                    <a:pt x="639" y="1329"/>
                  </a:cubicBezTo>
                  <a:cubicBezTo>
                    <a:pt x="152" y="1876"/>
                    <a:pt x="0" y="2636"/>
                    <a:pt x="183" y="3335"/>
                  </a:cubicBezTo>
                  <a:cubicBezTo>
                    <a:pt x="386" y="3919"/>
                    <a:pt x="950" y="4291"/>
                    <a:pt x="1556" y="4291"/>
                  </a:cubicBezTo>
                  <a:cubicBezTo>
                    <a:pt x="1675" y="4291"/>
                    <a:pt x="1795" y="4277"/>
                    <a:pt x="1915" y="4247"/>
                  </a:cubicBezTo>
                  <a:cubicBezTo>
                    <a:pt x="2280" y="4125"/>
                    <a:pt x="2554" y="3852"/>
                    <a:pt x="2949" y="3791"/>
                  </a:cubicBezTo>
                  <a:cubicBezTo>
                    <a:pt x="3012" y="3778"/>
                    <a:pt x="3074" y="3773"/>
                    <a:pt x="3136" y="3773"/>
                  </a:cubicBezTo>
                  <a:cubicBezTo>
                    <a:pt x="3665" y="3773"/>
                    <a:pt x="4137" y="4199"/>
                    <a:pt x="4681" y="4308"/>
                  </a:cubicBezTo>
                  <a:cubicBezTo>
                    <a:pt x="4747" y="4319"/>
                    <a:pt x="4812" y="4325"/>
                    <a:pt x="4877" y="4325"/>
                  </a:cubicBezTo>
                  <a:cubicBezTo>
                    <a:pt x="5684" y="4325"/>
                    <a:pt x="6412" y="3482"/>
                    <a:pt x="6383" y="2666"/>
                  </a:cubicBezTo>
                  <a:cubicBezTo>
                    <a:pt x="6383" y="1755"/>
                    <a:pt x="5624" y="1055"/>
                    <a:pt x="4924" y="539"/>
                  </a:cubicBezTo>
                  <a:cubicBezTo>
                    <a:pt x="4422" y="183"/>
                    <a:pt x="3833" y="0"/>
                    <a:pt x="3237"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8"/>
            <p:cNvSpPr/>
            <p:nvPr/>
          </p:nvSpPr>
          <p:spPr>
            <a:xfrm>
              <a:off x="847550" y="3864550"/>
              <a:ext cx="160300" cy="108125"/>
            </a:xfrm>
            <a:custGeom>
              <a:rect b="b" l="l" r="r" t="t"/>
              <a:pathLst>
                <a:path extrusionOk="0" h="4325" w="6412">
                  <a:moveTo>
                    <a:pt x="3237" y="0"/>
                  </a:moveTo>
                  <a:cubicBezTo>
                    <a:pt x="2968" y="0"/>
                    <a:pt x="2697" y="37"/>
                    <a:pt x="2432" y="113"/>
                  </a:cubicBezTo>
                  <a:cubicBezTo>
                    <a:pt x="1733" y="356"/>
                    <a:pt x="1125" y="782"/>
                    <a:pt x="639" y="1329"/>
                  </a:cubicBezTo>
                  <a:cubicBezTo>
                    <a:pt x="152" y="1876"/>
                    <a:pt x="0" y="2636"/>
                    <a:pt x="183" y="3335"/>
                  </a:cubicBezTo>
                  <a:cubicBezTo>
                    <a:pt x="386" y="3919"/>
                    <a:pt x="950" y="4291"/>
                    <a:pt x="1556" y="4291"/>
                  </a:cubicBezTo>
                  <a:cubicBezTo>
                    <a:pt x="1675" y="4291"/>
                    <a:pt x="1795" y="4277"/>
                    <a:pt x="1915" y="4247"/>
                  </a:cubicBezTo>
                  <a:cubicBezTo>
                    <a:pt x="2280" y="4125"/>
                    <a:pt x="2554" y="3852"/>
                    <a:pt x="2949" y="3791"/>
                  </a:cubicBezTo>
                  <a:cubicBezTo>
                    <a:pt x="3012" y="3778"/>
                    <a:pt x="3074" y="3773"/>
                    <a:pt x="3136" y="3773"/>
                  </a:cubicBezTo>
                  <a:cubicBezTo>
                    <a:pt x="3665" y="3773"/>
                    <a:pt x="4137" y="4199"/>
                    <a:pt x="4681" y="4308"/>
                  </a:cubicBezTo>
                  <a:cubicBezTo>
                    <a:pt x="4747" y="4319"/>
                    <a:pt x="4812" y="4325"/>
                    <a:pt x="4877" y="4325"/>
                  </a:cubicBezTo>
                  <a:cubicBezTo>
                    <a:pt x="5684" y="4325"/>
                    <a:pt x="6412" y="3482"/>
                    <a:pt x="6383" y="2666"/>
                  </a:cubicBezTo>
                  <a:cubicBezTo>
                    <a:pt x="6383" y="1755"/>
                    <a:pt x="5624" y="1055"/>
                    <a:pt x="4924" y="539"/>
                  </a:cubicBezTo>
                  <a:cubicBezTo>
                    <a:pt x="4422" y="183"/>
                    <a:pt x="3833" y="0"/>
                    <a:pt x="32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8"/>
            <p:cNvSpPr/>
            <p:nvPr/>
          </p:nvSpPr>
          <p:spPr>
            <a:xfrm>
              <a:off x="4295950" y="2225800"/>
              <a:ext cx="829825" cy="450450"/>
            </a:xfrm>
            <a:custGeom>
              <a:rect b="b" l="l" r="r" t="t"/>
              <a:pathLst>
                <a:path extrusionOk="0" h="18018" w="33193">
                  <a:moveTo>
                    <a:pt x="6888" y="1"/>
                  </a:moveTo>
                  <a:cubicBezTo>
                    <a:pt x="4444" y="1"/>
                    <a:pt x="1998" y="778"/>
                    <a:pt x="91" y="2319"/>
                  </a:cubicBezTo>
                  <a:cubicBezTo>
                    <a:pt x="0" y="4416"/>
                    <a:pt x="1793" y="6027"/>
                    <a:pt x="3496" y="7213"/>
                  </a:cubicBezTo>
                  <a:cubicBezTo>
                    <a:pt x="5198" y="8368"/>
                    <a:pt x="9939" y="10039"/>
                    <a:pt x="10578" y="12015"/>
                  </a:cubicBezTo>
                  <a:cubicBezTo>
                    <a:pt x="11034" y="13504"/>
                    <a:pt x="7842" y="14751"/>
                    <a:pt x="8632" y="16088"/>
                  </a:cubicBezTo>
                  <a:cubicBezTo>
                    <a:pt x="9159" y="16926"/>
                    <a:pt x="10434" y="17177"/>
                    <a:pt x="11675" y="17177"/>
                  </a:cubicBezTo>
                  <a:cubicBezTo>
                    <a:pt x="12369" y="17177"/>
                    <a:pt x="13052" y="17098"/>
                    <a:pt x="13587" y="17000"/>
                  </a:cubicBezTo>
                  <a:cubicBezTo>
                    <a:pt x="15632" y="16651"/>
                    <a:pt x="17068" y="16517"/>
                    <a:pt x="18094" y="16517"/>
                  </a:cubicBezTo>
                  <a:cubicBezTo>
                    <a:pt x="21526" y="16517"/>
                    <a:pt x="20380" y="18018"/>
                    <a:pt x="22135" y="18018"/>
                  </a:cubicBezTo>
                  <a:cubicBezTo>
                    <a:pt x="22235" y="18018"/>
                    <a:pt x="22343" y="18013"/>
                    <a:pt x="22462" y="18003"/>
                  </a:cubicBezTo>
                  <a:cubicBezTo>
                    <a:pt x="22462" y="18003"/>
                    <a:pt x="28481" y="16483"/>
                    <a:pt x="33192" y="15693"/>
                  </a:cubicBezTo>
                  <a:lnTo>
                    <a:pt x="30396" y="3656"/>
                  </a:lnTo>
                  <a:cubicBezTo>
                    <a:pt x="30299" y="3651"/>
                    <a:pt x="30203" y="3649"/>
                    <a:pt x="30109" y="3649"/>
                  </a:cubicBezTo>
                  <a:cubicBezTo>
                    <a:pt x="27198" y="3649"/>
                    <a:pt x="25691" y="5859"/>
                    <a:pt x="24013" y="6301"/>
                  </a:cubicBezTo>
                  <a:cubicBezTo>
                    <a:pt x="23158" y="6541"/>
                    <a:pt x="22265" y="6684"/>
                    <a:pt x="21380" y="6684"/>
                  </a:cubicBezTo>
                  <a:cubicBezTo>
                    <a:pt x="20472" y="6684"/>
                    <a:pt x="19570" y="6533"/>
                    <a:pt x="18724" y="6179"/>
                  </a:cubicBezTo>
                  <a:cubicBezTo>
                    <a:pt x="16535" y="5298"/>
                    <a:pt x="15076" y="3322"/>
                    <a:pt x="13161" y="1954"/>
                  </a:cubicBezTo>
                  <a:cubicBezTo>
                    <a:pt x="11348" y="648"/>
                    <a:pt x="9119" y="1"/>
                    <a:pt x="6888"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8"/>
            <p:cNvSpPr/>
            <p:nvPr/>
          </p:nvSpPr>
          <p:spPr>
            <a:xfrm>
              <a:off x="5761775" y="3438025"/>
              <a:ext cx="217350" cy="244725"/>
            </a:xfrm>
            <a:custGeom>
              <a:rect b="b" l="l" r="r" t="t"/>
              <a:pathLst>
                <a:path extrusionOk="0" h="9789" w="8694">
                  <a:moveTo>
                    <a:pt x="6444" y="1"/>
                  </a:moveTo>
                  <a:lnTo>
                    <a:pt x="0" y="2797"/>
                  </a:lnTo>
                  <a:lnTo>
                    <a:pt x="3040" y="9788"/>
                  </a:lnTo>
                  <a:lnTo>
                    <a:pt x="3314" y="9788"/>
                  </a:lnTo>
                  <a:lnTo>
                    <a:pt x="8694" y="8785"/>
                  </a:lnTo>
                  <a:lnTo>
                    <a:pt x="6444" y="1"/>
                  </a:ln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8"/>
            <p:cNvSpPr/>
            <p:nvPr/>
          </p:nvSpPr>
          <p:spPr>
            <a:xfrm>
              <a:off x="5831675" y="3629525"/>
              <a:ext cx="377700" cy="286500"/>
            </a:xfrm>
            <a:custGeom>
              <a:rect b="b" l="l" r="r" t="t"/>
              <a:pathLst>
                <a:path extrusionOk="0" h="11460" w="15108">
                  <a:moveTo>
                    <a:pt x="5898" y="0"/>
                  </a:moveTo>
                  <a:lnTo>
                    <a:pt x="1" y="2007"/>
                  </a:lnTo>
                  <a:lnTo>
                    <a:pt x="3344" y="11460"/>
                  </a:lnTo>
                  <a:lnTo>
                    <a:pt x="15107" y="7356"/>
                  </a:lnTo>
                  <a:cubicBezTo>
                    <a:pt x="14652" y="6262"/>
                    <a:pt x="7782" y="6110"/>
                    <a:pt x="7782" y="6110"/>
                  </a:cubicBezTo>
                  <a:lnTo>
                    <a:pt x="5898"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8"/>
            <p:cNvSpPr/>
            <p:nvPr/>
          </p:nvSpPr>
          <p:spPr>
            <a:xfrm>
              <a:off x="5923625" y="3799650"/>
              <a:ext cx="26625" cy="23700"/>
            </a:xfrm>
            <a:custGeom>
              <a:rect b="b" l="l" r="r" t="t"/>
              <a:pathLst>
                <a:path extrusionOk="0" h="948" w="1065">
                  <a:moveTo>
                    <a:pt x="542" y="0"/>
                  </a:moveTo>
                  <a:cubicBezTo>
                    <a:pt x="437" y="0"/>
                    <a:pt x="332" y="32"/>
                    <a:pt x="244" y="95"/>
                  </a:cubicBezTo>
                  <a:lnTo>
                    <a:pt x="274" y="65"/>
                  </a:lnTo>
                  <a:lnTo>
                    <a:pt x="274" y="65"/>
                  </a:lnTo>
                  <a:cubicBezTo>
                    <a:pt x="61" y="217"/>
                    <a:pt x="1" y="521"/>
                    <a:pt x="122" y="734"/>
                  </a:cubicBezTo>
                  <a:cubicBezTo>
                    <a:pt x="222" y="873"/>
                    <a:pt x="387" y="947"/>
                    <a:pt x="550" y="947"/>
                  </a:cubicBezTo>
                  <a:cubicBezTo>
                    <a:pt x="634" y="947"/>
                    <a:pt x="718" y="927"/>
                    <a:pt x="791" y="885"/>
                  </a:cubicBezTo>
                  <a:cubicBezTo>
                    <a:pt x="1004" y="734"/>
                    <a:pt x="1065" y="430"/>
                    <a:pt x="943" y="186"/>
                  </a:cubicBezTo>
                  <a:cubicBezTo>
                    <a:pt x="837" y="62"/>
                    <a:pt x="689" y="0"/>
                    <a:pt x="5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8"/>
            <p:cNvSpPr/>
            <p:nvPr/>
          </p:nvSpPr>
          <p:spPr>
            <a:xfrm>
              <a:off x="5907675" y="3802775"/>
              <a:ext cx="301700" cy="113250"/>
            </a:xfrm>
            <a:custGeom>
              <a:rect b="b" l="l" r="r" t="t"/>
              <a:pathLst>
                <a:path extrusionOk="0" h="4530" w="12068">
                  <a:moveTo>
                    <a:pt x="11399" y="1"/>
                  </a:moveTo>
                  <a:lnTo>
                    <a:pt x="0" y="3557"/>
                  </a:lnTo>
                  <a:lnTo>
                    <a:pt x="304" y="4530"/>
                  </a:lnTo>
                  <a:lnTo>
                    <a:pt x="12067" y="457"/>
                  </a:lnTo>
                  <a:cubicBezTo>
                    <a:pt x="12007" y="61"/>
                    <a:pt x="11399" y="1"/>
                    <a:pt x="1139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8"/>
            <p:cNvSpPr/>
            <p:nvPr/>
          </p:nvSpPr>
          <p:spPr>
            <a:xfrm>
              <a:off x="6007225" y="3779050"/>
              <a:ext cx="22825" cy="26800"/>
            </a:xfrm>
            <a:custGeom>
              <a:rect b="b" l="l" r="r" t="t"/>
              <a:pathLst>
                <a:path extrusionOk="0" h="1072" w="913">
                  <a:moveTo>
                    <a:pt x="889" y="0"/>
                  </a:moveTo>
                  <a:cubicBezTo>
                    <a:pt x="806" y="0"/>
                    <a:pt x="507" y="83"/>
                    <a:pt x="274" y="342"/>
                  </a:cubicBezTo>
                  <a:cubicBezTo>
                    <a:pt x="0" y="676"/>
                    <a:pt x="31" y="1041"/>
                    <a:pt x="91" y="1071"/>
                  </a:cubicBezTo>
                  <a:cubicBezTo>
                    <a:pt x="152" y="1071"/>
                    <a:pt x="213" y="767"/>
                    <a:pt x="426" y="494"/>
                  </a:cubicBezTo>
                  <a:cubicBezTo>
                    <a:pt x="638" y="190"/>
                    <a:pt x="912" y="68"/>
                    <a:pt x="912" y="7"/>
                  </a:cubicBezTo>
                  <a:cubicBezTo>
                    <a:pt x="912" y="3"/>
                    <a:pt x="904" y="0"/>
                    <a:pt x="88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8"/>
            <p:cNvSpPr/>
            <p:nvPr/>
          </p:nvSpPr>
          <p:spPr>
            <a:xfrm>
              <a:off x="6049775" y="3781175"/>
              <a:ext cx="16750" cy="29225"/>
            </a:xfrm>
            <a:custGeom>
              <a:rect b="b" l="l" r="r" t="t"/>
              <a:pathLst>
                <a:path extrusionOk="0" h="1169" w="670">
                  <a:moveTo>
                    <a:pt x="608" y="0"/>
                  </a:moveTo>
                  <a:cubicBezTo>
                    <a:pt x="516" y="0"/>
                    <a:pt x="252" y="157"/>
                    <a:pt x="122" y="469"/>
                  </a:cubicBezTo>
                  <a:cubicBezTo>
                    <a:pt x="0" y="865"/>
                    <a:pt x="152" y="1169"/>
                    <a:pt x="183" y="1169"/>
                  </a:cubicBezTo>
                  <a:cubicBezTo>
                    <a:pt x="244" y="1138"/>
                    <a:pt x="213" y="865"/>
                    <a:pt x="335" y="561"/>
                  </a:cubicBezTo>
                  <a:cubicBezTo>
                    <a:pt x="456" y="257"/>
                    <a:pt x="669" y="74"/>
                    <a:pt x="639" y="14"/>
                  </a:cubicBezTo>
                  <a:cubicBezTo>
                    <a:pt x="634" y="5"/>
                    <a:pt x="624" y="0"/>
                    <a:pt x="60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8"/>
            <p:cNvSpPr/>
            <p:nvPr/>
          </p:nvSpPr>
          <p:spPr>
            <a:xfrm>
              <a:off x="6090075" y="3783700"/>
              <a:ext cx="9125" cy="29050"/>
            </a:xfrm>
            <a:custGeom>
              <a:rect b="b" l="l" r="r" t="t"/>
              <a:pathLst>
                <a:path extrusionOk="0" h="1162" w="365">
                  <a:moveTo>
                    <a:pt x="325" y="1"/>
                  </a:moveTo>
                  <a:cubicBezTo>
                    <a:pt x="273" y="1"/>
                    <a:pt x="58" y="209"/>
                    <a:pt x="30" y="551"/>
                  </a:cubicBezTo>
                  <a:cubicBezTo>
                    <a:pt x="1" y="897"/>
                    <a:pt x="164" y="1161"/>
                    <a:pt x="206" y="1161"/>
                  </a:cubicBezTo>
                  <a:cubicBezTo>
                    <a:pt x="209" y="1161"/>
                    <a:pt x="211" y="1160"/>
                    <a:pt x="212" y="1159"/>
                  </a:cubicBezTo>
                  <a:cubicBezTo>
                    <a:pt x="273" y="1128"/>
                    <a:pt x="212" y="885"/>
                    <a:pt x="242" y="581"/>
                  </a:cubicBezTo>
                  <a:cubicBezTo>
                    <a:pt x="273" y="277"/>
                    <a:pt x="364" y="34"/>
                    <a:pt x="334" y="4"/>
                  </a:cubicBezTo>
                  <a:cubicBezTo>
                    <a:pt x="332" y="2"/>
                    <a:pt x="329" y="1"/>
                    <a:pt x="32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8"/>
            <p:cNvSpPr/>
            <p:nvPr/>
          </p:nvSpPr>
          <p:spPr>
            <a:xfrm>
              <a:off x="5984425" y="3743700"/>
              <a:ext cx="31175" cy="14350"/>
            </a:xfrm>
            <a:custGeom>
              <a:rect b="b" l="l" r="r" t="t"/>
              <a:pathLst>
                <a:path extrusionOk="0" h="574" w="1247">
                  <a:moveTo>
                    <a:pt x="955" y="1"/>
                  </a:moveTo>
                  <a:cubicBezTo>
                    <a:pt x="838" y="1"/>
                    <a:pt x="695" y="22"/>
                    <a:pt x="547" y="84"/>
                  </a:cubicBezTo>
                  <a:cubicBezTo>
                    <a:pt x="183" y="236"/>
                    <a:pt x="0" y="540"/>
                    <a:pt x="61" y="570"/>
                  </a:cubicBezTo>
                  <a:cubicBezTo>
                    <a:pt x="63" y="573"/>
                    <a:pt x="67" y="574"/>
                    <a:pt x="71" y="574"/>
                  </a:cubicBezTo>
                  <a:cubicBezTo>
                    <a:pt x="124" y="574"/>
                    <a:pt x="329" y="409"/>
                    <a:pt x="639" y="297"/>
                  </a:cubicBezTo>
                  <a:cubicBezTo>
                    <a:pt x="943" y="145"/>
                    <a:pt x="1247" y="145"/>
                    <a:pt x="1247" y="84"/>
                  </a:cubicBezTo>
                  <a:cubicBezTo>
                    <a:pt x="1247" y="48"/>
                    <a:pt x="1128" y="1"/>
                    <a:pt x="95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8"/>
            <p:cNvSpPr/>
            <p:nvPr/>
          </p:nvSpPr>
          <p:spPr>
            <a:xfrm>
              <a:off x="5954025" y="3702650"/>
              <a:ext cx="51700" cy="18075"/>
            </a:xfrm>
            <a:custGeom>
              <a:rect b="b" l="l" r="r" t="t"/>
              <a:pathLst>
                <a:path extrusionOk="0" h="723" w="2068">
                  <a:moveTo>
                    <a:pt x="852" y="206"/>
                  </a:moveTo>
                  <a:cubicBezTo>
                    <a:pt x="1064" y="206"/>
                    <a:pt x="1277" y="267"/>
                    <a:pt x="1490" y="328"/>
                  </a:cubicBezTo>
                  <a:cubicBezTo>
                    <a:pt x="1651" y="386"/>
                    <a:pt x="1784" y="445"/>
                    <a:pt x="1882" y="487"/>
                  </a:cubicBezTo>
                  <a:lnTo>
                    <a:pt x="1882" y="487"/>
                  </a:lnTo>
                  <a:cubicBezTo>
                    <a:pt x="1733" y="497"/>
                    <a:pt x="1589" y="519"/>
                    <a:pt x="1459" y="541"/>
                  </a:cubicBezTo>
                  <a:cubicBezTo>
                    <a:pt x="1247" y="541"/>
                    <a:pt x="1034" y="541"/>
                    <a:pt x="821" y="510"/>
                  </a:cubicBezTo>
                  <a:cubicBezTo>
                    <a:pt x="669" y="480"/>
                    <a:pt x="548" y="480"/>
                    <a:pt x="426" y="449"/>
                  </a:cubicBezTo>
                  <a:cubicBezTo>
                    <a:pt x="365" y="419"/>
                    <a:pt x="304" y="419"/>
                    <a:pt x="274" y="389"/>
                  </a:cubicBezTo>
                  <a:cubicBezTo>
                    <a:pt x="213" y="358"/>
                    <a:pt x="213" y="389"/>
                    <a:pt x="213" y="328"/>
                  </a:cubicBezTo>
                  <a:cubicBezTo>
                    <a:pt x="244" y="267"/>
                    <a:pt x="335" y="206"/>
                    <a:pt x="487" y="206"/>
                  </a:cubicBezTo>
                  <a:close/>
                  <a:moveTo>
                    <a:pt x="669" y="1"/>
                  </a:moveTo>
                  <a:cubicBezTo>
                    <a:pt x="601" y="1"/>
                    <a:pt x="532" y="9"/>
                    <a:pt x="456" y="24"/>
                  </a:cubicBezTo>
                  <a:cubicBezTo>
                    <a:pt x="396" y="24"/>
                    <a:pt x="304" y="24"/>
                    <a:pt x="244" y="54"/>
                  </a:cubicBezTo>
                  <a:cubicBezTo>
                    <a:pt x="122" y="85"/>
                    <a:pt x="61" y="176"/>
                    <a:pt x="31" y="297"/>
                  </a:cubicBezTo>
                  <a:cubicBezTo>
                    <a:pt x="0" y="389"/>
                    <a:pt x="61" y="510"/>
                    <a:pt x="152" y="571"/>
                  </a:cubicBezTo>
                  <a:cubicBezTo>
                    <a:pt x="213" y="632"/>
                    <a:pt x="304" y="632"/>
                    <a:pt x="396" y="662"/>
                  </a:cubicBezTo>
                  <a:cubicBezTo>
                    <a:pt x="517" y="692"/>
                    <a:pt x="639" y="692"/>
                    <a:pt x="791" y="723"/>
                  </a:cubicBezTo>
                  <a:cubicBezTo>
                    <a:pt x="1004" y="723"/>
                    <a:pt x="1247" y="723"/>
                    <a:pt x="1459" y="692"/>
                  </a:cubicBezTo>
                  <a:cubicBezTo>
                    <a:pt x="1642" y="692"/>
                    <a:pt x="1825" y="625"/>
                    <a:pt x="1988" y="529"/>
                  </a:cubicBezTo>
                  <a:lnTo>
                    <a:pt x="1988" y="529"/>
                  </a:lnTo>
                  <a:cubicBezTo>
                    <a:pt x="2016" y="540"/>
                    <a:pt x="2038" y="545"/>
                    <a:pt x="2052" y="545"/>
                  </a:cubicBezTo>
                  <a:cubicBezTo>
                    <a:pt x="2059" y="545"/>
                    <a:pt x="2064" y="544"/>
                    <a:pt x="2067" y="541"/>
                  </a:cubicBezTo>
                  <a:cubicBezTo>
                    <a:pt x="2067" y="541"/>
                    <a:pt x="2056" y="527"/>
                    <a:pt x="2032" y="503"/>
                  </a:cubicBezTo>
                  <a:lnTo>
                    <a:pt x="2032" y="503"/>
                  </a:lnTo>
                  <a:cubicBezTo>
                    <a:pt x="2044" y="495"/>
                    <a:pt x="2056" y="488"/>
                    <a:pt x="2067" y="480"/>
                  </a:cubicBezTo>
                  <a:cubicBezTo>
                    <a:pt x="2048" y="480"/>
                    <a:pt x="2028" y="480"/>
                    <a:pt x="2008" y="480"/>
                  </a:cubicBezTo>
                  <a:lnTo>
                    <a:pt x="2008" y="480"/>
                  </a:lnTo>
                  <a:cubicBezTo>
                    <a:pt x="1934" y="412"/>
                    <a:pt x="1787" y="294"/>
                    <a:pt x="1551" y="176"/>
                  </a:cubicBezTo>
                  <a:cubicBezTo>
                    <a:pt x="1338" y="85"/>
                    <a:pt x="1095" y="24"/>
                    <a:pt x="882" y="24"/>
                  </a:cubicBezTo>
                  <a:cubicBezTo>
                    <a:pt x="806" y="9"/>
                    <a:pt x="738" y="1"/>
                    <a:pt x="66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8"/>
            <p:cNvSpPr/>
            <p:nvPr/>
          </p:nvSpPr>
          <p:spPr>
            <a:xfrm>
              <a:off x="5992025" y="3666475"/>
              <a:ext cx="22825" cy="51225"/>
            </a:xfrm>
            <a:custGeom>
              <a:rect b="b" l="l" r="r" t="t"/>
              <a:pathLst>
                <a:path extrusionOk="0" h="2049" w="913">
                  <a:moveTo>
                    <a:pt x="377" y="0"/>
                  </a:moveTo>
                  <a:cubicBezTo>
                    <a:pt x="352" y="0"/>
                    <a:pt x="327" y="4"/>
                    <a:pt x="304" y="12"/>
                  </a:cubicBezTo>
                  <a:cubicBezTo>
                    <a:pt x="122" y="103"/>
                    <a:pt x="31" y="255"/>
                    <a:pt x="31" y="437"/>
                  </a:cubicBezTo>
                  <a:cubicBezTo>
                    <a:pt x="0" y="589"/>
                    <a:pt x="0" y="711"/>
                    <a:pt x="0" y="863"/>
                  </a:cubicBezTo>
                  <a:cubicBezTo>
                    <a:pt x="0" y="1076"/>
                    <a:pt x="61" y="1319"/>
                    <a:pt x="152" y="1532"/>
                  </a:cubicBezTo>
                  <a:cubicBezTo>
                    <a:pt x="274" y="1896"/>
                    <a:pt x="487" y="2048"/>
                    <a:pt x="487" y="2048"/>
                  </a:cubicBezTo>
                  <a:cubicBezTo>
                    <a:pt x="517" y="2018"/>
                    <a:pt x="395" y="1836"/>
                    <a:pt x="274" y="1471"/>
                  </a:cubicBezTo>
                  <a:cubicBezTo>
                    <a:pt x="213" y="1288"/>
                    <a:pt x="183" y="1076"/>
                    <a:pt x="183" y="863"/>
                  </a:cubicBezTo>
                  <a:cubicBezTo>
                    <a:pt x="183" y="711"/>
                    <a:pt x="213" y="589"/>
                    <a:pt x="243" y="468"/>
                  </a:cubicBezTo>
                  <a:cubicBezTo>
                    <a:pt x="243" y="377"/>
                    <a:pt x="274" y="255"/>
                    <a:pt x="365" y="194"/>
                  </a:cubicBezTo>
                  <a:cubicBezTo>
                    <a:pt x="373" y="190"/>
                    <a:pt x="381" y="188"/>
                    <a:pt x="389" y="188"/>
                  </a:cubicBezTo>
                  <a:cubicBezTo>
                    <a:pt x="442" y="188"/>
                    <a:pt x="495" y="271"/>
                    <a:pt x="547" y="377"/>
                  </a:cubicBezTo>
                  <a:cubicBezTo>
                    <a:pt x="608" y="498"/>
                    <a:pt x="669" y="589"/>
                    <a:pt x="699" y="711"/>
                  </a:cubicBezTo>
                  <a:cubicBezTo>
                    <a:pt x="730" y="924"/>
                    <a:pt x="730" y="1136"/>
                    <a:pt x="699" y="1319"/>
                  </a:cubicBezTo>
                  <a:cubicBezTo>
                    <a:pt x="639" y="1532"/>
                    <a:pt x="547" y="1714"/>
                    <a:pt x="487" y="1896"/>
                  </a:cubicBezTo>
                  <a:cubicBezTo>
                    <a:pt x="487" y="1896"/>
                    <a:pt x="699" y="1744"/>
                    <a:pt x="821" y="1380"/>
                  </a:cubicBezTo>
                  <a:cubicBezTo>
                    <a:pt x="912" y="1136"/>
                    <a:pt x="912" y="893"/>
                    <a:pt x="882" y="680"/>
                  </a:cubicBezTo>
                  <a:cubicBezTo>
                    <a:pt x="851" y="559"/>
                    <a:pt x="791" y="407"/>
                    <a:pt x="730" y="285"/>
                  </a:cubicBezTo>
                  <a:cubicBezTo>
                    <a:pt x="699" y="225"/>
                    <a:pt x="639" y="164"/>
                    <a:pt x="608" y="103"/>
                  </a:cubicBezTo>
                  <a:cubicBezTo>
                    <a:pt x="540" y="35"/>
                    <a:pt x="454" y="0"/>
                    <a:pt x="37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8"/>
            <p:cNvSpPr/>
            <p:nvPr/>
          </p:nvSpPr>
          <p:spPr>
            <a:xfrm>
              <a:off x="4928925" y="2323275"/>
              <a:ext cx="1057050" cy="1329825"/>
            </a:xfrm>
            <a:custGeom>
              <a:rect b="b" l="l" r="r" t="t"/>
              <a:pathLst>
                <a:path extrusionOk="0" h="53193" w="42282">
                  <a:moveTo>
                    <a:pt x="5563" y="0"/>
                  </a:moveTo>
                  <a:cubicBezTo>
                    <a:pt x="5563" y="0"/>
                    <a:pt x="1" y="11034"/>
                    <a:pt x="3739" y="13618"/>
                  </a:cubicBezTo>
                  <a:cubicBezTo>
                    <a:pt x="7478" y="16201"/>
                    <a:pt x="24986" y="29332"/>
                    <a:pt x="24986" y="29332"/>
                  </a:cubicBezTo>
                  <a:lnTo>
                    <a:pt x="33922" y="53193"/>
                  </a:lnTo>
                  <a:lnTo>
                    <a:pt x="42281" y="49758"/>
                  </a:lnTo>
                  <a:lnTo>
                    <a:pt x="35320" y="21855"/>
                  </a:lnTo>
                  <a:lnTo>
                    <a:pt x="17721" y="6080"/>
                  </a:lnTo>
                  <a:lnTo>
                    <a:pt x="5563"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8"/>
            <p:cNvSpPr/>
            <p:nvPr/>
          </p:nvSpPr>
          <p:spPr>
            <a:xfrm>
              <a:off x="5565725" y="2947900"/>
              <a:ext cx="40300" cy="98050"/>
            </a:xfrm>
            <a:custGeom>
              <a:rect b="b" l="l" r="r" t="t"/>
              <a:pathLst>
                <a:path extrusionOk="0" h="3922" w="1612">
                  <a:moveTo>
                    <a:pt x="1581" y="1"/>
                  </a:moveTo>
                  <a:lnTo>
                    <a:pt x="1581" y="1"/>
                  </a:lnTo>
                  <a:cubicBezTo>
                    <a:pt x="578" y="1064"/>
                    <a:pt x="31" y="2463"/>
                    <a:pt x="0" y="3922"/>
                  </a:cubicBezTo>
                  <a:cubicBezTo>
                    <a:pt x="61" y="3922"/>
                    <a:pt x="183" y="2979"/>
                    <a:pt x="608" y="1885"/>
                  </a:cubicBezTo>
                  <a:cubicBezTo>
                    <a:pt x="1034" y="791"/>
                    <a:pt x="1611" y="31"/>
                    <a:pt x="158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8"/>
            <p:cNvSpPr/>
            <p:nvPr/>
          </p:nvSpPr>
          <p:spPr>
            <a:xfrm>
              <a:off x="5556600" y="2941825"/>
              <a:ext cx="15225" cy="104125"/>
            </a:xfrm>
            <a:custGeom>
              <a:rect b="b" l="l" r="r" t="t"/>
              <a:pathLst>
                <a:path extrusionOk="0" h="4165" w="609">
                  <a:moveTo>
                    <a:pt x="548" y="0"/>
                  </a:moveTo>
                  <a:cubicBezTo>
                    <a:pt x="274" y="639"/>
                    <a:pt x="92" y="1338"/>
                    <a:pt x="92" y="2067"/>
                  </a:cubicBezTo>
                  <a:cubicBezTo>
                    <a:pt x="1" y="2766"/>
                    <a:pt x="31" y="3466"/>
                    <a:pt x="213" y="4165"/>
                  </a:cubicBezTo>
                  <a:cubicBezTo>
                    <a:pt x="274" y="4134"/>
                    <a:pt x="183" y="3222"/>
                    <a:pt x="274" y="2067"/>
                  </a:cubicBezTo>
                  <a:cubicBezTo>
                    <a:pt x="365" y="912"/>
                    <a:pt x="608" y="0"/>
                    <a:pt x="54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8"/>
            <p:cNvSpPr/>
            <p:nvPr/>
          </p:nvSpPr>
          <p:spPr>
            <a:xfrm>
              <a:off x="5020875" y="2460825"/>
              <a:ext cx="777400" cy="1183150"/>
            </a:xfrm>
            <a:custGeom>
              <a:rect b="b" l="l" r="r" t="t"/>
              <a:pathLst>
                <a:path extrusionOk="0" h="47326" w="31096">
                  <a:moveTo>
                    <a:pt x="912" y="0"/>
                  </a:moveTo>
                  <a:lnTo>
                    <a:pt x="912" y="0"/>
                  </a:lnTo>
                  <a:cubicBezTo>
                    <a:pt x="882" y="61"/>
                    <a:pt x="852" y="91"/>
                    <a:pt x="852" y="152"/>
                  </a:cubicBezTo>
                  <a:cubicBezTo>
                    <a:pt x="821" y="243"/>
                    <a:pt x="760" y="365"/>
                    <a:pt x="669" y="547"/>
                  </a:cubicBezTo>
                  <a:cubicBezTo>
                    <a:pt x="456" y="1094"/>
                    <a:pt x="305" y="1672"/>
                    <a:pt x="183" y="2219"/>
                  </a:cubicBezTo>
                  <a:cubicBezTo>
                    <a:pt x="1" y="3131"/>
                    <a:pt x="31" y="4073"/>
                    <a:pt x="213" y="4985"/>
                  </a:cubicBezTo>
                  <a:cubicBezTo>
                    <a:pt x="365" y="5532"/>
                    <a:pt x="578" y="6079"/>
                    <a:pt x="882" y="6565"/>
                  </a:cubicBezTo>
                  <a:cubicBezTo>
                    <a:pt x="1247" y="7113"/>
                    <a:pt x="1642" y="7599"/>
                    <a:pt x="2128" y="8055"/>
                  </a:cubicBezTo>
                  <a:cubicBezTo>
                    <a:pt x="3192" y="9088"/>
                    <a:pt x="4347" y="10000"/>
                    <a:pt x="5563" y="10821"/>
                  </a:cubicBezTo>
                  <a:cubicBezTo>
                    <a:pt x="6870" y="11702"/>
                    <a:pt x="8299" y="12614"/>
                    <a:pt x="9758" y="13648"/>
                  </a:cubicBezTo>
                  <a:cubicBezTo>
                    <a:pt x="11186" y="14681"/>
                    <a:pt x="12676" y="15806"/>
                    <a:pt x="14226" y="16991"/>
                  </a:cubicBezTo>
                  <a:lnTo>
                    <a:pt x="16597" y="18754"/>
                  </a:lnTo>
                  <a:cubicBezTo>
                    <a:pt x="17387" y="19362"/>
                    <a:pt x="18177" y="20000"/>
                    <a:pt x="18967" y="20669"/>
                  </a:cubicBezTo>
                  <a:cubicBezTo>
                    <a:pt x="19961" y="21512"/>
                    <a:pt x="20955" y="22326"/>
                    <a:pt x="21890" y="23109"/>
                  </a:cubicBezTo>
                  <a:lnTo>
                    <a:pt x="21890" y="23109"/>
                  </a:lnTo>
                  <a:cubicBezTo>
                    <a:pt x="22709" y="24747"/>
                    <a:pt x="23498" y="26325"/>
                    <a:pt x="24135" y="27934"/>
                  </a:cubicBezTo>
                  <a:cubicBezTo>
                    <a:pt x="24439" y="28724"/>
                    <a:pt x="24682" y="29514"/>
                    <a:pt x="24925" y="30304"/>
                  </a:cubicBezTo>
                  <a:cubicBezTo>
                    <a:pt x="25168" y="31095"/>
                    <a:pt x="25411" y="31855"/>
                    <a:pt x="25655" y="32584"/>
                  </a:cubicBezTo>
                  <a:cubicBezTo>
                    <a:pt x="26658" y="35532"/>
                    <a:pt x="27630" y="38146"/>
                    <a:pt x="28421" y="40335"/>
                  </a:cubicBezTo>
                  <a:cubicBezTo>
                    <a:pt x="29211" y="42523"/>
                    <a:pt x="29880" y="44256"/>
                    <a:pt x="30335" y="45472"/>
                  </a:cubicBezTo>
                  <a:cubicBezTo>
                    <a:pt x="30579" y="46049"/>
                    <a:pt x="30761" y="46536"/>
                    <a:pt x="30883" y="46840"/>
                  </a:cubicBezTo>
                  <a:cubicBezTo>
                    <a:pt x="30943" y="46992"/>
                    <a:pt x="31004" y="47113"/>
                    <a:pt x="31035" y="47204"/>
                  </a:cubicBezTo>
                  <a:lnTo>
                    <a:pt x="30913" y="46809"/>
                  </a:lnTo>
                  <a:cubicBezTo>
                    <a:pt x="30761" y="46475"/>
                    <a:pt x="30609" y="46019"/>
                    <a:pt x="30396" y="45411"/>
                  </a:cubicBezTo>
                  <a:lnTo>
                    <a:pt x="28512" y="40274"/>
                  </a:lnTo>
                  <a:cubicBezTo>
                    <a:pt x="27721" y="38086"/>
                    <a:pt x="26779" y="35472"/>
                    <a:pt x="25807" y="32523"/>
                  </a:cubicBezTo>
                  <a:cubicBezTo>
                    <a:pt x="25563" y="31763"/>
                    <a:pt x="25320" y="31004"/>
                    <a:pt x="25077" y="30244"/>
                  </a:cubicBezTo>
                  <a:cubicBezTo>
                    <a:pt x="24834" y="29423"/>
                    <a:pt x="24591" y="28633"/>
                    <a:pt x="24287" y="27842"/>
                  </a:cubicBezTo>
                  <a:cubicBezTo>
                    <a:pt x="23648" y="26231"/>
                    <a:pt x="22889" y="24651"/>
                    <a:pt x="22037" y="23009"/>
                  </a:cubicBezTo>
                  <a:lnTo>
                    <a:pt x="22037" y="22979"/>
                  </a:lnTo>
                  <a:cubicBezTo>
                    <a:pt x="21095" y="22189"/>
                    <a:pt x="20123" y="21338"/>
                    <a:pt x="19089" y="20517"/>
                  </a:cubicBezTo>
                  <a:cubicBezTo>
                    <a:pt x="18299" y="19879"/>
                    <a:pt x="17508" y="19210"/>
                    <a:pt x="16718" y="18602"/>
                  </a:cubicBezTo>
                  <a:lnTo>
                    <a:pt x="14347" y="16839"/>
                  </a:lnTo>
                  <a:cubicBezTo>
                    <a:pt x="12797" y="15654"/>
                    <a:pt x="11308" y="14529"/>
                    <a:pt x="9849" y="13496"/>
                  </a:cubicBezTo>
                  <a:cubicBezTo>
                    <a:pt x="8420" y="12462"/>
                    <a:pt x="6961" y="11581"/>
                    <a:pt x="5654" y="10699"/>
                  </a:cubicBezTo>
                  <a:cubicBezTo>
                    <a:pt x="4438" y="9879"/>
                    <a:pt x="3283" y="8967"/>
                    <a:pt x="2219" y="7964"/>
                  </a:cubicBezTo>
                  <a:cubicBezTo>
                    <a:pt x="1764" y="7508"/>
                    <a:pt x="1338" y="7021"/>
                    <a:pt x="1004" y="6505"/>
                  </a:cubicBezTo>
                  <a:cubicBezTo>
                    <a:pt x="700" y="6018"/>
                    <a:pt x="487" y="5502"/>
                    <a:pt x="335" y="4954"/>
                  </a:cubicBezTo>
                  <a:cubicBezTo>
                    <a:pt x="122" y="4073"/>
                    <a:pt x="92" y="3131"/>
                    <a:pt x="274" y="2249"/>
                  </a:cubicBezTo>
                  <a:cubicBezTo>
                    <a:pt x="365" y="1672"/>
                    <a:pt x="517" y="1125"/>
                    <a:pt x="730" y="578"/>
                  </a:cubicBezTo>
                  <a:cubicBezTo>
                    <a:pt x="791" y="395"/>
                    <a:pt x="821" y="243"/>
                    <a:pt x="882" y="152"/>
                  </a:cubicBezTo>
                  <a:cubicBezTo>
                    <a:pt x="912" y="61"/>
                    <a:pt x="912" y="0"/>
                    <a:pt x="912" y="0"/>
                  </a:cubicBezTo>
                  <a:close/>
                  <a:moveTo>
                    <a:pt x="31035" y="47205"/>
                  </a:moveTo>
                  <a:lnTo>
                    <a:pt x="31035" y="47205"/>
                  </a:lnTo>
                  <a:cubicBezTo>
                    <a:pt x="31035" y="47235"/>
                    <a:pt x="31065" y="47296"/>
                    <a:pt x="31095" y="47326"/>
                  </a:cubicBezTo>
                  <a:cubicBezTo>
                    <a:pt x="31065" y="47265"/>
                    <a:pt x="31035" y="47235"/>
                    <a:pt x="31035" y="47205"/>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8"/>
            <p:cNvSpPr/>
            <p:nvPr/>
          </p:nvSpPr>
          <p:spPr>
            <a:xfrm>
              <a:off x="5240475" y="2411425"/>
              <a:ext cx="407325" cy="141350"/>
            </a:xfrm>
            <a:custGeom>
              <a:rect b="b" l="l" r="r" t="t"/>
              <a:pathLst>
                <a:path extrusionOk="0" h="5654" w="16293">
                  <a:moveTo>
                    <a:pt x="1" y="0"/>
                  </a:moveTo>
                  <a:lnTo>
                    <a:pt x="8724" y="5654"/>
                  </a:lnTo>
                  <a:lnTo>
                    <a:pt x="16293" y="2918"/>
                  </a:lnTo>
                  <a:lnTo>
                    <a:pt x="10761" y="1520"/>
                  </a:lnTo>
                  <a:lnTo>
                    <a:pt x="1"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8"/>
            <p:cNvSpPr/>
            <p:nvPr/>
          </p:nvSpPr>
          <p:spPr>
            <a:xfrm>
              <a:off x="4716150" y="2391625"/>
              <a:ext cx="194575" cy="82125"/>
            </a:xfrm>
            <a:custGeom>
              <a:rect b="b" l="l" r="r" t="t"/>
              <a:pathLst>
                <a:path extrusionOk="0" h="3285" w="7783">
                  <a:moveTo>
                    <a:pt x="7777" y="0"/>
                  </a:moveTo>
                  <a:cubicBezTo>
                    <a:pt x="7721" y="0"/>
                    <a:pt x="7361" y="325"/>
                    <a:pt x="6779" y="762"/>
                  </a:cubicBezTo>
                  <a:cubicBezTo>
                    <a:pt x="5958" y="1370"/>
                    <a:pt x="5077" y="1887"/>
                    <a:pt x="4135" y="2282"/>
                  </a:cubicBezTo>
                  <a:cubicBezTo>
                    <a:pt x="3223" y="2646"/>
                    <a:pt x="2220" y="2920"/>
                    <a:pt x="1247" y="3072"/>
                  </a:cubicBezTo>
                  <a:cubicBezTo>
                    <a:pt x="457" y="3194"/>
                    <a:pt x="1" y="3224"/>
                    <a:pt x="1" y="3254"/>
                  </a:cubicBezTo>
                  <a:cubicBezTo>
                    <a:pt x="92" y="3285"/>
                    <a:pt x="214" y="3285"/>
                    <a:pt x="335" y="3285"/>
                  </a:cubicBezTo>
                  <a:cubicBezTo>
                    <a:pt x="639" y="3285"/>
                    <a:pt x="943" y="3254"/>
                    <a:pt x="1247" y="3224"/>
                  </a:cubicBezTo>
                  <a:cubicBezTo>
                    <a:pt x="3314" y="2981"/>
                    <a:pt x="5229" y="2190"/>
                    <a:pt x="6840" y="883"/>
                  </a:cubicBezTo>
                  <a:cubicBezTo>
                    <a:pt x="7083" y="701"/>
                    <a:pt x="7326" y="488"/>
                    <a:pt x="7539" y="276"/>
                  </a:cubicBezTo>
                  <a:cubicBezTo>
                    <a:pt x="7630" y="184"/>
                    <a:pt x="7691" y="93"/>
                    <a:pt x="7782" y="2"/>
                  </a:cubicBezTo>
                  <a:cubicBezTo>
                    <a:pt x="7781" y="1"/>
                    <a:pt x="7779" y="0"/>
                    <a:pt x="777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8"/>
            <p:cNvSpPr/>
            <p:nvPr/>
          </p:nvSpPr>
          <p:spPr>
            <a:xfrm>
              <a:off x="5052025" y="1573250"/>
              <a:ext cx="905075" cy="883025"/>
            </a:xfrm>
            <a:custGeom>
              <a:rect b="b" l="l" r="r" t="t"/>
              <a:pathLst>
                <a:path extrusionOk="0" h="35321" w="36203">
                  <a:moveTo>
                    <a:pt x="17965" y="1"/>
                  </a:moveTo>
                  <a:lnTo>
                    <a:pt x="15503" y="62"/>
                  </a:lnTo>
                  <a:cubicBezTo>
                    <a:pt x="13405" y="123"/>
                    <a:pt x="11338" y="335"/>
                    <a:pt x="9302" y="700"/>
                  </a:cubicBezTo>
                  <a:cubicBezTo>
                    <a:pt x="8025" y="943"/>
                    <a:pt x="6840" y="1582"/>
                    <a:pt x="5958" y="2493"/>
                  </a:cubicBezTo>
                  <a:cubicBezTo>
                    <a:pt x="5138" y="3405"/>
                    <a:pt x="4530" y="4500"/>
                    <a:pt x="4226" y="5685"/>
                  </a:cubicBezTo>
                  <a:lnTo>
                    <a:pt x="2068" y="16962"/>
                  </a:lnTo>
                  <a:lnTo>
                    <a:pt x="1" y="32585"/>
                  </a:lnTo>
                  <a:cubicBezTo>
                    <a:pt x="1" y="32585"/>
                    <a:pt x="881" y="32527"/>
                    <a:pt x="2234" y="32527"/>
                  </a:cubicBezTo>
                  <a:cubicBezTo>
                    <a:pt x="4669" y="32527"/>
                    <a:pt x="8638" y="32715"/>
                    <a:pt x="11764" y="33770"/>
                  </a:cubicBezTo>
                  <a:cubicBezTo>
                    <a:pt x="16286" y="35268"/>
                    <a:pt x="19205" y="35321"/>
                    <a:pt x="19592" y="35321"/>
                  </a:cubicBezTo>
                  <a:cubicBezTo>
                    <a:pt x="19622" y="35321"/>
                    <a:pt x="19636" y="35321"/>
                    <a:pt x="19636" y="35321"/>
                  </a:cubicBezTo>
                  <a:lnTo>
                    <a:pt x="18603" y="25594"/>
                  </a:lnTo>
                  <a:lnTo>
                    <a:pt x="22250" y="17630"/>
                  </a:lnTo>
                  <a:lnTo>
                    <a:pt x="23861" y="26962"/>
                  </a:lnTo>
                  <a:lnTo>
                    <a:pt x="31308" y="34652"/>
                  </a:lnTo>
                  <a:lnTo>
                    <a:pt x="36202" y="33558"/>
                  </a:lnTo>
                  <a:lnTo>
                    <a:pt x="31156" y="25108"/>
                  </a:lnTo>
                  <a:lnTo>
                    <a:pt x="27630" y="7873"/>
                  </a:lnTo>
                  <a:cubicBezTo>
                    <a:pt x="27357" y="6445"/>
                    <a:pt x="26567" y="5138"/>
                    <a:pt x="25442" y="4226"/>
                  </a:cubicBezTo>
                  <a:lnTo>
                    <a:pt x="25290" y="4104"/>
                  </a:lnTo>
                  <a:lnTo>
                    <a:pt x="17965"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8"/>
            <p:cNvSpPr/>
            <p:nvPr/>
          </p:nvSpPr>
          <p:spPr>
            <a:xfrm>
              <a:off x="5550525" y="1833900"/>
              <a:ext cx="135275" cy="310075"/>
            </a:xfrm>
            <a:custGeom>
              <a:rect b="b" l="l" r="r" t="t"/>
              <a:pathLst>
                <a:path extrusionOk="0" h="12403" w="5411">
                  <a:moveTo>
                    <a:pt x="5411" y="1"/>
                  </a:moveTo>
                  <a:cubicBezTo>
                    <a:pt x="5320" y="153"/>
                    <a:pt x="5259" y="305"/>
                    <a:pt x="5168" y="487"/>
                  </a:cubicBezTo>
                  <a:lnTo>
                    <a:pt x="4560" y="1794"/>
                  </a:lnTo>
                  <a:cubicBezTo>
                    <a:pt x="4043" y="2919"/>
                    <a:pt x="3374" y="4438"/>
                    <a:pt x="2614" y="6171"/>
                  </a:cubicBezTo>
                  <a:cubicBezTo>
                    <a:pt x="1855" y="7873"/>
                    <a:pt x="1186" y="9423"/>
                    <a:pt x="699" y="10548"/>
                  </a:cubicBezTo>
                  <a:cubicBezTo>
                    <a:pt x="487" y="11125"/>
                    <a:pt x="304" y="11581"/>
                    <a:pt x="152" y="11885"/>
                  </a:cubicBezTo>
                  <a:cubicBezTo>
                    <a:pt x="92" y="12068"/>
                    <a:pt x="31" y="12220"/>
                    <a:pt x="0" y="12402"/>
                  </a:cubicBezTo>
                  <a:cubicBezTo>
                    <a:pt x="92" y="12250"/>
                    <a:pt x="183" y="12098"/>
                    <a:pt x="244" y="11916"/>
                  </a:cubicBezTo>
                  <a:cubicBezTo>
                    <a:pt x="396" y="11581"/>
                    <a:pt x="608" y="11125"/>
                    <a:pt x="851" y="10609"/>
                  </a:cubicBezTo>
                  <a:lnTo>
                    <a:pt x="2797" y="6232"/>
                  </a:lnTo>
                  <a:cubicBezTo>
                    <a:pt x="3557" y="4530"/>
                    <a:pt x="4195" y="2979"/>
                    <a:pt x="4681" y="1855"/>
                  </a:cubicBezTo>
                  <a:lnTo>
                    <a:pt x="5228" y="517"/>
                  </a:lnTo>
                  <a:cubicBezTo>
                    <a:pt x="5320" y="335"/>
                    <a:pt x="5380" y="183"/>
                    <a:pt x="541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8"/>
            <p:cNvSpPr/>
            <p:nvPr/>
          </p:nvSpPr>
          <p:spPr>
            <a:xfrm>
              <a:off x="5151575" y="1615825"/>
              <a:ext cx="660375" cy="894400"/>
            </a:xfrm>
            <a:custGeom>
              <a:rect b="b" l="l" r="r" t="t"/>
              <a:pathLst>
                <a:path extrusionOk="0" h="35776" w="26415">
                  <a:moveTo>
                    <a:pt x="4737" y="1"/>
                  </a:moveTo>
                  <a:cubicBezTo>
                    <a:pt x="4046" y="1"/>
                    <a:pt x="3374" y="153"/>
                    <a:pt x="2797" y="486"/>
                  </a:cubicBezTo>
                  <a:cubicBezTo>
                    <a:pt x="1156" y="1459"/>
                    <a:pt x="1" y="4195"/>
                    <a:pt x="669" y="6018"/>
                  </a:cubicBezTo>
                  <a:cubicBezTo>
                    <a:pt x="2098" y="10000"/>
                    <a:pt x="4834" y="19089"/>
                    <a:pt x="6171" y="22584"/>
                  </a:cubicBezTo>
                  <a:cubicBezTo>
                    <a:pt x="6596" y="23648"/>
                    <a:pt x="7265" y="24590"/>
                    <a:pt x="8177" y="25289"/>
                  </a:cubicBezTo>
                  <a:lnTo>
                    <a:pt x="22980" y="35776"/>
                  </a:lnTo>
                  <a:lnTo>
                    <a:pt x="26414" y="31338"/>
                  </a:lnTo>
                  <a:lnTo>
                    <a:pt x="15290" y="20608"/>
                  </a:lnTo>
                  <a:lnTo>
                    <a:pt x="9302" y="2888"/>
                  </a:lnTo>
                  <a:cubicBezTo>
                    <a:pt x="8678" y="1150"/>
                    <a:pt x="6634" y="1"/>
                    <a:pt x="4737"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8"/>
            <p:cNvSpPr/>
            <p:nvPr/>
          </p:nvSpPr>
          <p:spPr>
            <a:xfrm>
              <a:off x="5191850" y="1706250"/>
              <a:ext cx="623900" cy="807775"/>
            </a:xfrm>
            <a:custGeom>
              <a:rect b="b" l="l" r="r" t="t"/>
              <a:pathLst>
                <a:path extrusionOk="0" h="32311" w="24956">
                  <a:moveTo>
                    <a:pt x="7995" y="0"/>
                  </a:moveTo>
                  <a:cubicBezTo>
                    <a:pt x="7995" y="3"/>
                    <a:pt x="8026" y="95"/>
                    <a:pt x="8086" y="335"/>
                  </a:cubicBezTo>
                  <a:lnTo>
                    <a:pt x="8390" y="1246"/>
                  </a:lnTo>
                  <a:lnTo>
                    <a:pt x="9514" y="4712"/>
                  </a:lnTo>
                  <a:cubicBezTo>
                    <a:pt x="10518" y="7690"/>
                    <a:pt x="11946" y="11915"/>
                    <a:pt x="13648" y="17052"/>
                  </a:cubicBezTo>
                  <a:lnTo>
                    <a:pt x="13648" y="17083"/>
                  </a:lnTo>
                  <a:lnTo>
                    <a:pt x="24676" y="27717"/>
                  </a:lnTo>
                  <a:lnTo>
                    <a:pt x="22281" y="30852"/>
                  </a:lnTo>
                  <a:lnTo>
                    <a:pt x="21381" y="32041"/>
                  </a:lnTo>
                  <a:lnTo>
                    <a:pt x="10062" y="23922"/>
                  </a:lnTo>
                  <a:lnTo>
                    <a:pt x="7508" y="22067"/>
                  </a:lnTo>
                  <a:lnTo>
                    <a:pt x="6900" y="21611"/>
                  </a:lnTo>
                  <a:cubicBezTo>
                    <a:pt x="6688" y="21490"/>
                    <a:pt x="6505" y="21338"/>
                    <a:pt x="6323" y="21186"/>
                  </a:cubicBezTo>
                  <a:cubicBezTo>
                    <a:pt x="5958" y="20852"/>
                    <a:pt x="5654" y="20487"/>
                    <a:pt x="5381" y="20092"/>
                  </a:cubicBezTo>
                  <a:cubicBezTo>
                    <a:pt x="5137" y="19697"/>
                    <a:pt x="4925" y="19271"/>
                    <a:pt x="4773" y="18845"/>
                  </a:cubicBezTo>
                  <a:cubicBezTo>
                    <a:pt x="4621" y="18420"/>
                    <a:pt x="4438" y="17994"/>
                    <a:pt x="4286" y="17569"/>
                  </a:cubicBezTo>
                  <a:cubicBezTo>
                    <a:pt x="3982" y="16748"/>
                    <a:pt x="3678" y="15958"/>
                    <a:pt x="3405" y="15198"/>
                  </a:cubicBezTo>
                  <a:cubicBezTo>
                    <a:pt x="2280" y="12158"/>
                    <a:pt x="1460" y="9696"/>
                    <a:pt x="912" y="7994"/>
                  </a:cubicBezTo>
                  <a:cubicBezTo>
                    <a:pt x="639" y="7143"/>
                    <a:pt x="396" y="6474"/>
                    <a:pt x="244" y="6019"/>
                  </a:cubicBezTo>
                  <a:cubicBezTo>
                    <a:pt x="183" y="5806"/>
                    <a:pt x="122" y="5623"/>
                    <a:pt x="92" y="5502"/>
                  </a:cubicBezTo>
                  <a:cubicBezTo>
                    <a:pt x="32" y="5383"/>
                    <a:pt x="2" y="5322"/>
                    <a:pt x="1" y="5320"/>
                  </a:cubicBezTo>
                  <a:lnTo>
                    <a:pt x="1" y="5320"/>
                  </a:lnTo>
                  <a:cubicBezTo>
                    <a:pt x="31" y="5380"/>
                    <a:pt x="31" y="5441"/>
                    <a:pt x="61" y="5502"/>
                  </a:cubicBezTo>
                  <a:cubicBezTo>
                    <a:pt x="92" y="5654"/>
                    <a:pt x="153" y="5806"/>
                    <a:pt x="213" y="6019"/>
                  </a:cubicBezTo>
                  <a:cubicBezTo>
                    <a:pt x="365" y="6474"/>
                    <a:pt x="548" y="7143"/>
                    <a:pt x="821" y="7994"/>
                  </a:cubicBezTo>
                  <a:cubicBezTo>
                    <a:pt x="1368" y="9727"/>
                    <a:pt x="2189" y="12219"/>
                    <a:pt x="3253" y="15259"/>
                  </a:cubicBezTo>
                  <a:cubicBezTo>
                    <a:pt x="3526" y="16019"/>
                    <a:pt x="3830" y="16809"/>
                    <a:pt x="4134" y="17630"/>
                  </a:cubicBezTo>
                  <a:lnTo>
                    <a:pt x="4651" y="18906"/>
                  </a:lnTo>
                  <a:cubicBezTo>
                    <a:pt x="4803" y="19332"/>
                    <a:pt x="5016" y="19757"/>
                    <a:pt x="5259" y="20152"/>
                  </a:cubicBezTo>
                  <a:cubicBezTo>
                    <a:pt x="5533" y="20578"/>
                    <a:pt x="5837" y="20973"/>
                    <a:pt x="6201" y="21308"/>
                  </a:cubicBezTo>
                  <a:cubicBezTo>
                    <a:pt x="6384" y="21459"/>
                    <a:pt x="6596" y="21642"/>
                    <a:pt x="6779" y="21763"/>
                  </a:cubicBezTo>
                  <a:lnTo>
                    <a:pt x="7417" y="22219"/>
                  </a:lnTo>
                  <a:lnTo>
                    <a:pt x="9940" y="24043"/>
                  </a:lnTo>
                  <a:lnTo>
                    <a:pt x="21338" y="32250"/>
                  </a:lnTo>
                  <a:lnTo>
                    <a:pt x="21399" y="32311"/>
                  </a:lnTo>
                  <a:lnTo>
                    <a:pt x="21460" y="32220"/>
                  </a:lnTo>
                  <a:cubicBezTo>
                    <a:pt x="21764" y="31824"/>
                    <a:pt x="22098" y="31399"/>
                    <a:pt x="22433" y="30973"/>
                  </a:cubicBezTo>
                  <a:lnTo>
                    <a:pt x="24895" y="27782"/>
                  </a:lnTo>
                  <a:lnTo>
                    <a:pt x="24955" y="27691"/>
                  </a:lnTo>
                  <a:lnTo>
                    <a:pt x="24895" y="27630"/>
                  </a:lnTo>
                  <a:lnTo>
                    <a:pt x="13770" y="16931"/>
                  </a:lnTo>
                  <a:lnTo>
                    <a:pt x="13770" y="16961"/>
                  </a:lnTo>
                  <a:lnTo>
                    <a:pt x="9606" y="4651"/>
                  </a:lnTo>
                  <a:cubicBezTo>
                    <a:pt x="9089" y="3161"/>
                    <a:pt x="8694" y="2006"/>
                    <a:pt x="8420" y="1216"/>
                  </a:cubicBezTo>
                  <a:lnTo>
                    <a:pt x="8086" y="304"/>
                  </a:lnTo>
                  <a:cubicBezTo>
                    <a:pt x="8026" y="94"/>
                    <a:pt x="7995" y="3"/>
                    <a:pt x="79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8"/>
            <p:cNvSpPr/>
            <p:nvPr/>
          </p:nvSpPr>
          <p:spPr>
            <a:xfrm>
              <a:off x="5211600" y="1617125"/>
              <a:ext cx="144425" cy="35200"/>
            </a:xfrm>
            <a:custGeom>
              <a:rect b="b" l="l" r="r" t="t"/>
              <a:pathLst>
                <a:path extrusionOk="0" h="1408" w="5777">
                  <a:moveTo>
                    <a:pt x="2755" y="1"/>
                  </a:moveTo>
                  <a:cubicBezTo>
                    <a:pt x="2057" y="1"/>
                    <a:pt x="1358" y="177"/>
                    <a:pt x="730" y="526"/>
                  </a:cubicBezTo>
                  <a:cubicBezTo>
                    <a:pt x="457" y="678"/>
                    <a:pt x="214" y="860"/>
                    <a:pt x="1" y="1134"/>
                  </a:cubicBezTo>
                  <a:cubicBezTo>
                    <a:pt x="31" y="1134"/>
                    <a:pt x="305" y="921"/>
                    <a:pt x="791" y="647"/>
                  </a:cubicBezTo>
                  <a:cubicBezTo>
                    <a:pt x="1404" y="348"/>
                    <a:pt x="2060" y="201"/>
                    <a:pt x="2711" y="201"/>
                  </a:cubicBezTo>
                  <a:cubicBezTo>
                    <a:pt x="3514" y="201"/>
                    <a:pt x="4312" y="424"/>
                    <a:pt x="5016" y="860"/>
                  </a:cubicBezTo>
                  <a:cubicBezTo>
                    <a:pt x="5503" y="1164"/>
                    <a:pt x="5746" y="1407"/>
                    <a:pt x="5776" y="1407"/>
                  </a:cubicBezTo>
                  <a:cubicBezTo>
                    <a:pt x="5594" y="1134"/>
                    <a:pt x="5351" y="921"/>
                    <a:pt x="5107" y="738"/>
                  </a:cubicBezTo>
                  <a:cubicBezTo>
                    <a:pt x="4400" y="245"/>
                    <a:pt x="3578" y="1"/>
                    <a:pt x="27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8"/>
            <p:cNvSpPr/>
            <p:nvPr/>
          </p:nvSpPr>
          <p:spPr>
            <a:xfrm>
              <a:off x="5764800" y="2203400"/>
              <a:ext cx="73750" cy="21275"/>
            </a:xfrm>
            <a:custGeom>
              <a:rect b="b" l="l" r="r" t="t"/>
              <a:pathLst>
                <a:path extrusionOk="0" h="851" w="2950">
                  <a:moveTo>
                    <a:pt x="2174" y="1"/>
                  </a:moveTo>
                  <a:cubicBezTo>
                    <a:pt x="1916" y="1"/>
                    <a:pt x="1658" y="39"/>
                    <a:pt x="1399" y="114"/>
                  </a:cubicBezTo>
                  <a:cubicBezTo>
                    <a:pt x="852" y="206"/>
                    <a:pt x="366" y="449"/>
                    <a:pt x="1" y="844"/>
                  </a:cubicBezTo>
                  <a:cubicBezTo>
                    <a:pt x="3" y="848"/>
                    <a:pt x="8" y="850"/>
                    <a:pt x="15" y="850"/>
                  </a:cubicBezTo>
                  <a:cubicBezTo>
                    <a:pt x="114" y="850"/>
                    <a:pt x="667" y="497"/>
                    <a:pt x="1430" y="327"/>
                  </a:cubicBezTo>
                  <a:cubicBezTo>
                    <a:pt x="2250" y="114"/>
                    <a:pt x="2949" y="175"/>
                    <a:pt x="2949" y="114"/>
                  </a:cubicBezTo>
                  <a:cubicBezTo>
                    <a:pt x="2691" y="39"/>
                    <a:pt x="2433" y="1"/>
                    <a:pt x="217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8"/>
            <p:cNvSpPr/>
            <p:nvPr/>
          </p:nvSpPr>
          <p:spPr>
            <a:xfrm>
              <a:off x="5126500" y="1893175"/>
              <a:ext cx="90450" cy="25850"/>
            </a:xfrm>
            <a:custGeom>
              <a:rect b="b" l="l" r="r" t="t"/>
              <a:pathLst>
                <a:path extrusionOk="0" h="1034" w="3618">
                  <a:moveTo>
                    <a:pt x="3618" y="912"/>
                  </a:moveTo>
                  <a:cubicBezTo>
                    <a:pt x="3605" y="912"/>
                    <a:pt x="3591" y="914"/>
                    <a:pt x="3579" y="916"/>
                  </a:cubicBezTo>
                  <a:lnTo>
                    <a:pt x="3579" y="916"/>
                  </a:lnTo>
                  <a:cubicBezTo>
                    <a:pt x="3592" y="915"/>
                    <a:pt x="3605" y="914"/>
                    <a:pt x="3618" y="912"/>
                  </a:cubicBezTo>
                  <a:close/>
                  <a:moveTo>
                    <a:pt x="1" y="1"/>
                  </a:moveTo>
                  <a:lnTo>
                    <a:pt x="1" y="1"/>
                  </a:lnTo>
                  <a:cubicBezTo>
                    <a:pt x="31" y="31"/>
                    <a:pt x="61" y="61"/>
                    <a:pt x="92" y="92"/>
                  </a:cubicBezTo>
                  <a:cubicBezTo>
                    <a:pt x="548" y="487"/>
                    <a:pt x="1095" y="760"/>
                    <a:pt x="1672" y="912"/>
                  </a:cubicBezTo>
                  <a:cubicBezTo>
                    <a:pt x="1976" y="993"/>
                    <a:pt x="2280" y="1034"/>
                    <a:pt x="2584" y="1034"/>
                  </a:cubicBezTo>
                  <a:cubicBezTo>
                    <a:pt x="2736" y="1034"/>
                    <a:pt x="2888" y="1024"/>
                    <a:pt x="3040" y="1004"/>
                  </a:cubicBezTo>
                  <a:cubicBezTo>
                    <a:pt x="3192" y="1004"/>
                    <a:pt x="3314" y="973"/>
                    <a:pt x="3466" y="943"/>
                  </a:cubicBezTo>
                  <a:cubicBezTo>
                    <a:pt x="3489" y="943"/>
                    <a:pt x="3532" y="924"/>
                    <a:pt x="3579" y="916"/>
                  </a:cubicBezTo>
                  <a:lnTo>
                    <a:pt x="3579" y="916"/>
                  </a:lnTo>
                  <a:cubicBezTo>
                    <a:pt x="3327" y="939"/>
                    <a:pt x="3076" y="952"/>
                    <a:pt x="2824" y="952"/>
                  </a:cubicBezTo>
                  <a:cubicBezTo>
                    <a:pt x="2451" y="952"/>
                    <a:pt x="2077" y="923"/>
                    <a:pt x="1703" y="852"/>
                  </a:cubicBezTo>
                  <a:cubicBezTo>
                    <a:pt x="1095" y="669"/>
                    <a:pt x="517" y="365"/>
                    <a:pt x="1"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8"/>
            <p:cNvSpPr/>
            <p:nvPr/>
          </p:nvSpPr>
          <p:spPr>
            <a:xfrm>
              <a:off x="5110550" y="1975225"/>
              <a:ext cx="135275" cy="25125"/>
            </a:xfrm>
            <a:custGeom>
              <a:rect b="b" l="l" r="r" t="t"/>
              <a:pathLst>
                <a:path extrusionOk="0" h="1005" w="5411">
                  <a:moveTo>
                    <a:pt x="2095" y="0"/>
                  </a:moveTo>
                  <a:cubicBezTo>
                    <a:pt x="1672" y="0"/>
                    <a:pt x="1253" y="34"/>
                    <a:pt x="821" y="92"/>
                  </a:cubicBezTo>
                  <a:cubicBezTo>
                    <a:pt x="578" y="123"/>
                    <a:pt x="365" y="153"/>
                    <a:pt x="213" y="184"/>
                  </a:cubicBezTo>
                  <a:cubicBezTo>
                    <a:pt x="152" y="184"/>
                    <a:pt x="91" y="184"/>
                    <a:pt x="0" y="214"/>
                  </a:cubicBezTo>
                  <a:lnTo>
                    <a:pt x="213" y="214"/>
                  </a:lnTo>
                  <a:lnTo>
                    <a:pt x="821" y="153"/>
                  </a:lnTo>
                  <a:cubicBezTo>
                    <a:pt x="1234" y="116"/>
                    <a:pt x="1636" y="90"/>
                    <a:pt x="2040" y="90"/>
                  </a:cubicBezTo>
                  <a:cubicBezTo>
                    <a:pt x="2290" y="90"/>
                    <a:pt x="2541" y="100"/>
                    <a:pt x="2797" y="123"/>
                  </a:cubicBezTo>
                  <a:cubicBezTo>
                    <a:pt x="3465" y="153"/>
                    <a:pt x="4104" y="305"/>
                    <a:pt x="4681" y="609"/>
                  </a:cubicBezTo>
                  <a:cubicBezTo>
                    <a:pt x="4924" y="731"/>
                    <a:pt x="5168" y="852"/>
                    <a:pt x="5411" y="1004"/>
                  </a:cubicBezTo>
                  <a:cubicBezTo>
                    <a:pt x="5350" y="944"/>
                    <a:pt x="5289" y="883"/>
                    <a:pt x="5198" y="852"/>
                  </a:cubicBezTo>
                  <a:cubicBezTo>
                    <a:pt x="5046" y="731"/>
                    <a:pt x="4894" y="609"/>
                    <a:pt x="4712" y="518"/>
                  </a:cubicBezTo>
                  <a:cubicBezTo>
                    <a:pt x="4104" y="244"/>
                    <a:pt x="3465" y="62"/>
                    <a:pt x="2797" y="32"/>
                  </a:cubicBezTo>
                  <a:cubicBezTo>
                    <a:pt x="2560" y="10"/>
                    <a:pt x="2327" y="0"/>
                    <a:pt x="2095"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8"/>
            <p:cNvSpPr/>
            <p:nvPr/>
          </p:nvSpPr>
          <p:spPr>
            <a:xfrm>
              <a:off x="5197925" y="1856700"/>
              <a:ext cx="291075" cy="490150"/>
            </a:xfrm>
            <a:custGeom>
              <a:rect b="b" l="l" r="r" t="t"/>
              <a:pathLst>
                <a:path extrusionOk="0" h="19606" w="11643">
                  <a:moveTo>
                    <a:pt x="1" y="1"/>
                  </a:moveTo>
                  <a:cubicBezTo>
                    <a:pt x="1" y="1"/>
                    <a:pt x="366" y="5928"/>
                    <a:pt x="821" y="8694"/>
                  </a:cubicBezTo>
                  <a:cubicBezTo>
                    <a:pt x="1247" y="11429"/>
                    <a:pt x="2128" y="14226"/>
                    <a:pt x="4104" y="16201"/>
                  </a:cubicBezTo>
                  <a:cubicBezTo>
                    <a:pt x="6050" y="18147"/>
                    <a:pt x="8876" y="19059"/>
                    <a:pt x="11642" y="19606"/>
                  </a:cubicBezTo>
                  <a:cubicBezTo>
                    <a:pt x="10730" y="18937"/>
                    <a:pt x="9879" y="18268"/>
                    <a:pt x="9028" y="17539"/>
                  </a:cubicBezTo>
                  <a:cubicBezTo>
                    <a:pt x="7934" y="16627"/>
                    <a:pt x="6323" y="15745"/>
                    <a:pt x="5442" y="14621"/>
                  </a:cubicBezTo>
                  <a:cubicBezTo>
                    <a:pt x="3739" y="12463"/>
                    <a:pt x="3344" y="9727"/>
                    <a:pt x="2493" y="7113"/>
                  </a:cubicBezTo>
                  <a:cubicBezTo>
                    <a:pt x="1673" y="4712"/>
                    <a:pt x="791" y="2402"/>
                    <a:pt x="1" y="1"/>
                  </a:cubicBezTo>
                  <a:close/>
                </a:path>
              </a:pathLst>
            </a:custGeom>
            <a:solidFill>
              <a:srgbClr val="203E80">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8"/>
            <p:cNvSpPr/>
            <p:nvPr/>
          </p:nvSpPr>
          <p:spPr>
            <a:xfrm>
              <a:off x="5245800" y="1912375"/>
              <a:ext cx="209750" cy="45725"/>
            </a:xfrm>
            <a:custGeom>
              <a:rect b="b" l="l" r="r" t="t"/>
              <a:pathLst>
                <a:path extrusionOk="0" h="1829" w="8390">
                  <a:moveTo>
                    <a:pt x="4442" y="1"/>
                  </a:moveTo>
                  <a:cubicBezTo>
                    <a:pt x="4292" y="1"/>
                    <a:pt x="4138" y="8"/>
                    <a:pt x="3983" y="23"/>
                  </a:cubicBezTo>
                  <a:cubicBezTo>
                    <a:pt x="2949" y="114"/>
                    <a:pt x="1916" y="448"/>
                    <a:pt x="1004" y="1026"/>
                  </a:cubicBezTo>
                  <a:cubicBezTo>
                    <a:pt x="639" y="1239"/>
                    <a:pt x="305" y="1512"/>
                    <a:pt x="1" y="1816"/>
                  </a:cubicBezTo>
                  <a:cubicBezTo>
                    <a:pt x="1" y="1825"/>
                    <a:pt x="3" y="1829"/>
                    <a:pt x="8" y="1829"/>
                  </a:cubicBezTo>
                  <a:cubicBezTo>
                    <a:pt x="18" y="1829"/>
                    <a:pt x="40" y="1807"/>
                    <a:pt x="61" y="1786"/>
                  </a:cubicBezTo>
                  <a:lnTo>
                    <a:pt x="274" y="1603"/>
                  </a:lnTo>
                  <a:cubicBezTo>
                    <a:pt x="517" y="1421"/>
                    <a:pt x="761" y="1239"/>
                    <a:pt x="1034" y="1056"/>
                  </a:cubicBezTo>
                  <a:cubicBezTo>
                    <a:pt x="1946" y="509"/>
                    <a:pt x="2949" y="205"/>
                    <a:pt x="4013" y="114"/>
                  </a:cubicBezTo>
                  <a:cubicBezTo>
                    <a:pt x="4175" y="98"/>
                    <a:pt x="4335" y="91"/>
                    <a:pt x="4492" y="91"/>
                  </a:cubicBezTo>
                  <a:cubicBezTo>
                    <a:pt x="5516" y="91"/>
                    <a:pt x="6432" y="388"/>
                    <a:pt x="7144" y="388"/>
                  </a:cubicBezTo>
                  <a:cubicBezTo>
                    <a:pt x="7448" y="388"/>
                    <a:pt x="7782" y="357"/>
                    <a:pt x="8086" y="236"/>
                  </a:cubicBezTo>
                  <a:cubicBezTo>
                    <a:pt x="8208" y="205"/>
                    <a:pt x="8299" y="144"/>
                    <a:pt x="8390" y="84"/>
                  </a:cubicBezTo>
                  <a:lnTo>
                    <a:pt x="8390" y="84"/>
                  </a:lnTo>
                  <a:cubicBezTo>
                    <a:pt x="8389" y="84"/>
                    <a:pt x="8297" y="145"/>
                    <a:pt x="8056" y="205"/>
                  </a:cubicBezTo>
                  <a:cubicBezTo>
                    <a:pt x="7830" y="280"/>
                    <a:pt x="7564" y="335"/>
                    <a:pt x="7308" y="335"/>
                  </a:cubicBezTo>
                  <a:cubicBezTo>
                    <a:pt x="7252" y="335"/>
                    <a:pt x="7198" y="332"/>
                    <a:pt x="7144" y="327"/>
                  </a:cubicBezTo>
                  <a:cubicBezTo>
                    <a:pt x="6426" y="327"/>
                    <a:pt x="5498" y="1"/>
                    <a:pt x="4442"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8"/>
            <p:cNvSpPr/>
            <p:nvPr/>
          </p:nvSpPr>
          <p:spPr>
            <a:xfrm>
              <a:off x="5229075" y="1843025"/>
              <a:ext cx="199125" cy="50175"/>
            </a:xfrm>
            <a:custGeom>
              <a:rect b="b" l="l" r="r" t="t"/>
              <a:pathLst>
                <a:path extrusionOk="0" h="2007" w="7965">
                  <a:moveTo>
                    <a:pt x="7965" y="0"/>
                  </a:moveTo>
                  <a:cubicBezTo>
                    <a:pt x="7934" y="0"/>
                    <a:pt x="7904" y="31"/>
                    <a:pt x="7873" y="31"/>
                  </a:cubicBezTo>
                  <a:lnTo>
                    <a:pt x="7661" y="152"/>
                  </a:lnTo>
                  <a:cubicBezTo>
                    <a:pt x="7604" y="190"/>
                    <a:pt x="7538" y="231"/>
                    <a:pt x="7464" y="274"/>
                  </a:cubicBezTo>
                  <a:lnTo>
                    <a:pt x="7464" y="274"/>
                  </a:lnTo>
                  <a:cubicBezTo>
                    <a:pt x="7535" y="240"/>
                    <a:pt x="7600" y="209"/>
                    <a:pt x="7661" y="183"/>
                  </a:cubicBezTo>
                  <a:lnTo>
                    <a:pt x="7873" y="92"/>
                  </a:lnTo>
                  <a:cubicBezTo>
                    <a:pt x="7934" y="0"/>
                    <a:pt x="7965" y="0"/>
                    <a:pt x="7965" y="0"/>
                  </a:cubicBezTo>
                  <a:close/>
                  <a:moveTo>
                    <a:pt x="7464" y="274"/>
                  </a:moveTo>
                  <a:lnTo>
                    <a:pt x="7464" y="274"/>
                  </a:lnTo>
                  <a:cubicBezTo>
                    <a:pt x="7285" y="360"/>
                    <a:pt x="7071" y="469"/>
                    <a:pt x="6810" y="578"/>
                  </a:cubicBezTo>
                  <a:cubicBezTo>
                    <a:pt x="5898" y="973"/>
                    <a:pt x="4925" y="1307"/>
                    <a:pt x="3922" y="1551"/>
                  </a:cubicBezTo>
                  <a:cubicBezTo>
                    <a:pt x="2949" y="1794"/>
                    <a:pt x="1946" y="1915"/>
                    <a:pt x="913" y="1976"/>
                  </a:cubicBezTo>
                  <a:cubicBezTo>
                    <a:pt x="548" y="2007"/>
                    <a:pt x="214" y="2007"/>
                    <a:pt x="1" y="2007"/>
                  </a:cubicBezTo>
                  <a:lnTo>
                    <a:pt x="913" y="2007"/>
                  </a:lnTo>
                  <a:cubicBezTo>
                    <a:pt x="2980" y="1946"/>
                    <a:pt x="4986" y="1459"/>
                    <a:pt x="6840" y="578"/>
                  </a:cubicBezTo>
                  <a:cubicBezTo>
                    <a:pt x="7091" y="473"/>
                    <a:pt x="7299" y="369"/>
                    <a:pt x="7464" y="274"/>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8"/>
            <p:cNvSpPr/>
            <p:nvPr/>
          </p:nvSpPr>
          <p:spPr>
            <a:xfrm>
              <a:off x="5424375" y="1789825"/>
              <a:ext cx="214325" cy="130725"/>
            </a:xfrm>
            <a:custGeom>
              <a:rect b="b" l="l" r="r" t="t"/>
              <a:pathLst>
                <a:path extrusionOk="0" h="5229" w="8573">
                  <a:moveTo>
                    <a:pt x="92" y="1"/>
                  </a:moveTo>
                  <a:cubicBezTo>
                    <a:pt x="92" y="1"/>
                    <a:pt x="91" y="1"/>
                    <a:pt x="91" y="1"/>
                  </a:cubicBezTo>
                  <a:lnTo>
                    <a:pt x="91" y="1"/>
                  </a:lnTo>
                  <a:cubicBezTo>
                    <a:pt x="93" y="1"/>
                    <a:pt x="94" y="1"/>
                    <a:pt x="95" y="1"/>
                  </a:cubicBezTo>
                  <a:lnTo>
                    <a:pt x="95" y="1"/>
                  </a:lnTo>
                  <a:lnTo>
                    <a:pt x="92" y="1"/>
                  </a:lnTo>
                  <a:close/>
                  <a:moveTo>
                    <a:pt x="1" y="1"/>
                  </a:moveTo>
                  <a:cubicBezTo>
                    <a:pt x="16" y="16"/>
                    <a:pt x="31" y="24"/>
                    <a:pt x="46" y="24"/>
                  </a:cubicBezTo>
                  <a:cubicBezTo>
                    <a:pt x="61" y="24"/>
                    <a:pt x="76" y="16"/>
                    <a:pt x="91" y="1"/>
                  </a:cubicBezTo>
                  <a:lnTo>
                    <a:pt x="91" y="1"/>
                  </a:lnTo>
                  <a:cubicBezTo>
                    <a:pt x="61" y="1"/>
                    <a:pt x="31" y="1"/>
                    <a:pt x="1" y="1"/>
                  </a:cubicBezTo>
                  <a:close/>
                  <a:moveTo>
                    <a:pt x="95" y="1"/>
                  </a:moveTo>
                  <a:lnTo>
                    <a:pt x="396" y="62"/>
                  </a:lnTo>
                  <a:cubicBezTo>
                    <a:pt x="1976" y="213"/>
                    <a:pt x="3496" y="852"/>
                    <a:pt x="4742" y="1824"/>
                  </a:cubicBezTo>
                  <a:cubicBezTo>
                    <a:pt x="5867" y="2736"/>
                    <a:pt x="6536" y="3891"/>
                    <a:pt x="7235" y="4499"/>
                  </a:cubicBezTo>
                  <a:cubicBezTo>
                    <a:pt x="7508" y="4742"/>
                    <a:pt x="7843" y="4955"/>
                    <a:pt x="8177" y="5107"/>
                  </a:cubicBezTo>
                  <a:cubicBezTo>
                    <a:pt x="8268" y="5138"/>
                    <a:pt x="8359" y="5168"/>
                    <a:pt x="8451" y="5198"/>
                  </a:cubicBezTo>
                  <a:lnTo>
                    <a:pt x="8496" y="5210"/>
                  </a:lnTo>
                  <a:lnTo>
                    <a:pt x="8496" y="5210"/>
                  </a:lnTo>
                  <a:cubicBezTo>
                    <a:pt x="8431" y="5192"/>
                    <a:pt x="8329" y="5159"/>
                    <a:pt x="8208" y="5107"/>
                  </a:cubicBezTo>
                  <a:cubicBezTo>
                    <a:pt x="7873" y="4955"/>
                    <a:pt x="7569" y="4742"/>
                    <a:pt x="7296" y="4469"/>
                  </a:cubicBezTo>
                  <a:cubicBezTo>
                    <a:pt x="6901" y="4104"/>
                    <a:pt x="6536" y="3679"/>
                    <a:pt x="6201" y="3253"/>
                  </a:cubicBezTo>
                  <a:cubicBezTo>
                    <a:pt x="5806" y="2706"/>
                    <a:pt x="5320" y="2220"/>
                    <a:pt x="4803" y="1794"/>
                  </a:cubicBezTo>
                  <a:cubicBezTo>
                    <a:pt x="3831" y="1034"/>
                    <a:pt x="2706" y="487"/>
                    <a:pt x="1520" y="183"/>
                  </a:cubicBezTo>
                  <a:cubicBezTo>
                    <a:pt x="1064" y="69"/>
                    <a:pt x="580" y="8"/>
                    <a:pt x="95" y="1"/>
                  </a:cubicBezTo>
                  <a:close/>
                  <a:moveTo>
                    <a:pt x="8496" y="5210"/>
                  </a:moveTo>
                  <a:lnTo>
                    <a:pt x="8496" y="5210"/>
                  </a:lnTo>
                  <a:cubicBezTo>
                    <a:pt x="8544" y="5223"/>
                    <a:pt x="8572" y="5229"/>
                    <a:pt x="8572" y="5229"/>
                  </a:cubicBezTo>
                  <a:lnTo>
                    <a:pt x="8496" y="5210"/>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p:nvPr/>
          </p:nvSpPr>
          <p:spPr>
            <a:xfrm>
              <a:off x="5448700" y="1880625"/>
              <a:ext cx="178600" cy="85525"/>
            </a:xfrm>
            <a:custGeom>
              <a:rect b="b" l="l" r="r" t="t"/>
              <a:pathLst>
                <a:path extrusionOk="0" h="3421" w="7144">
                  <a:moveTo>
                    <a:pt x="1873" y="1"/>
                  </a:moveTo>
                  <a:cubicBezTo>
                    <a:pt x="1649" y="1"/>
                    <a:pt x="1429" y="16"/>
                    <a:pt x="1216" y="47"/>
                  </a:cubicBezTo>
                  <a:cubicBezTo>
                    <a:pt x="821" y="77"/>
                    <a:pt x="517" y="138"/>
                    <a:pt x="335" y="168"/>
                  </a:cubicBezTo>
                  <a:lnTo>
                    <a:pt x="92" y="229"/>
                  </a:lnTo>
                  <a:cubicBezTo>
                    <a:pt x="61" y="229"/>
                    <a:pt x="31" y="229"/>
                    <a:pt x="0" y="259"/>
                  </a:cubicBezTo>
                  <a:lnTo>
                    <a:pt x="92" y="259"/>
                  </a:lnTo>
                  <a:lnTo>
                    <a:pt x="335" y="229"/>
                  </a:lnTo>
                  <a:cubicBezTo>
                    <a:pt x="547" y="199"/>
                    <a:pt x="851" y="138"/>
                    <a:pt x="1216" y="107"/>
                  </a:cubicBezTo>
                  <a:cubicBezTo>
                    <a:pt x="1405" y="95"/>
                    <a:pt x="1589" y="87"/>
                    <a:pt x="1769" y="87"/>
                  </a:cubicBezTo>
                  <a:cubicBezTo>
                    <a:pt x="2025" y="87"/>
                    <a:pt x="2274" y="102"/>
                    <a:pt x="2523" y="138"/>
                  </a:cubicBezTo>
                  <a:cubicBezTo>
                    <a:pt x="3070" y="199"/>
                    <a:pt x="3587" y="411"/>
                    <a:pt x="3982" y="776"/>
                  </a:cubicBezTo>
                  <a:cubicBezTo>
                    <a:pt x="4408" y="1110"/>
                    <a:pt x="4803" y="1475"/>
                    <a:pt x="5137" y="1901"/>
                  </a:cubicBezTo>
                  <a:cubicBezTo>
                    <a:pt x="5411" y="2235"/>
                    <a:pt x="5745" y="2569"/>
                    <a:pt x="6079" y="2843"/>
                  </a:cubicBezTo>
                  <a:cubicBezTo>
                    <a:pt x="6292" y="3056"/>
                    <a:pt x="6566" y="3208"/>
                    <a:pt x="6839" y="3329"/>
                  </a:cubicBezTo>
                  <a:cubicBezTo>
                    <a:pt x="6931" y="3360"/>
                    <a:pt x="7052" y="3390"/>
                    <a:pt x="7143" y="3420"/>
                  </a:cubicBezTo>
                  <a:cubicBezTo>
                    <a:pt x="7143" y="3420"/>
                    <a:pt x="7052" y="3360"/>
                    <a:pt x="6870" y="3299"/>
                  </a:cubicBezTo>
                  <a:cubicBezTo>
                    <a:pt x="6596" y="3177"/>
                    <a:pt x="6353" y="2995"/>
                    <a:pt x="6110" y="2813"/>
                  </a:cubicBezTo>
                  <a:cubicBezTo>
                    <a:pt x="5776" y="2509"/>
                    <a:pt x="5472" y="2205"/>
                    <a:pt x="5198" y="1870"/>
                  </a:cubicBezTo>
                  <a:cubicBezTo>
                    <a:pt x="4864" y="1414"/>
                    <a:pt x="4469" y="1050"/>
                    <a:pt x="4073" y="685"/>
                  </a:cubicBezTo>
                  <a:cubicBezTo>
                    <a:pt x="3617" y="351"/>
                    <a:pt x="3101" y="107"/>
                    <a:pt x="2554" y="47"/>
                  </a:cubicBezTo>
                  <a:cubicBezTo>
                    <a:pt x="2326" y="16"/>
                    <a:pt x="2098" y="1"/>
                    <a:pt x="1873"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8"/>
            <p:cNvSpPr/>
            <p:nvPr/>
          </p:nvSpPr>
          <p:spPr>
            <a:xfrm>
              <a:off x="5633350" y="1932400"/>
              <a:ext cx="139850" cy="28500"/>
            </a:xfrm>
            <a:custGeom>
              <a:rect b="b" l="l" r="r" t="t"/>
              <a:pathLst>
                <a:path extrusionOk="0" h="1140" w="5594">
                  <a:moveTo>
                    <a:pt x="5307" y="53"/>
                  </a:moveTo>
                  <a:lnTo>
                    <a:pt x="5307" y="53"/>
                  </a:lnTo>
                  <a:cubicBezTo>
                    <a:pt x="5331" y="59"/>
                    <a:pt x="5356" y="66"/>
                    <a:pt x="5381" y="73"/>
                  </a:cubicBezTo>
                  <a:cubicBezTo>
                    <a:pt x="5441" y="73"/>
                    <a:pt x="5502" y="103"/>
                    <a:pt x="5593" y="103"/>
                  </a:cubicBezTo>
                  <a:cubicBezTo>
                    <a:pt x="5501" y="83"/>
                    <a:pt x="5404" y="66"/>
                    <a:pt x="5307" y="53"/>
                  </a:cubicBezTo>
                  <a:close/>
                  <a:moveTo>
                    <a:pt x="0" y="802"/>
                  </a:moveTo>
                  <a:cubicBezTo>
                    <a:pt x="16" y="812"/>
                    <a:pt x="31" y="821"/>
                    <a:pt x="46" y="830"/>
                  </a:cubicBezTo>
                  <a:lnTo>
                    <a:pt x="46" y="830"/>
                  </a:lnTo>
                  <a:cubicBezTo>
                    <a:pt x="31" y="820"/>
                    <a:pt x="16" y="810"/>
                    <a:pt x="0" y="802"/>
                  </a:cubicBezTo>
                  <a:close/>
                  <a:moveTo>
                    <a:pt x="4913" y="0"/>
                  </a:moveTo>
                  <a:cubicBezTo>
                    <a:pt x="4856" y="0"/>
                    <a:pt x="4799" y="4"/>
                    <a:pt x="4742" y="12"/>
                  </a:cubicBezTo>
                  <a:cubicBezTo>
                    <a:pt x="4438" y="12"/>
                    <a:pt x="4134" y="73"/>
                    <a:pt x="3830" y="194"/>
                  </a:cubicBezTo>
                  <a:cubicBezTo>
                    <a:pt x="3496" y="316"/>
                    <a:pt x="3162" y="468"/>
                    <a:pt x="2767" y="620"/>
                  </a:cubicBezTo>
                  <a:cubicBezTo>
                    <a:pt x="2432" y="802"/>
                    <a:pt x="2067" y="924"/>
                    <a:pt x="1703" y="1015"/>
                  </a:cubicBezTo>
                  <a:cubicBezTo>
                    <a:pt x="1480" y="1060"/>
                    <a:pt x="1258" y="1088"/>
                    <a:pt x="1035" y="1088"/>
                  </a:cubicBezTo>
                  <a:cubicBezTo>
                    <a:pt x="954" y="1088"/>
                    <a:pt x="872" y="1084"/>
                    <a:pt x="791" y="1076"/>
                  </a:cubicBezTo>
                  <a:cubicBezTo>
                    <a:pt x="534" y="1047"/>
                    <a:pt x="278" y="966"/>
                    <a:pt x="46" y="830"/>
                  </a:cubicBezTo>
                  <a:lnTo>
                    <a:pt x="46" y="830"/>
                  </a:lnTo>
                  <a:cubicBezTo>
                    <a:pt x="92" y="861"/>
                    <a:pt x="137" y="901"/>
                    <a:pt x="183" y="924"/>
                  </a:cubicBezTo>
                  <a:cubicBezTo>
                    <a:pt x="365" y="1015"/>
                    <a:pt x="578" y="1076"/>
                    <a:pt x="791" y="1106"/>
                  </a:cubicBezTo>
                  <a:cubicBezTo>
                    <a:pt x="907" y="1130"/>
                    <a:pt x="1023" y="1139"/>
                    <a:pt x="1139" y="1139"/>
                  </a:cubicBezTo>
                  <a:cubicBezTo>
                    <a:pt x="1327" y="1139"/>
                    <a:pt x="1515" y="1114"/>
                    <a:pt x="1703" y="1076"/>
                  </a:cubicBezTo>
                  <a:cubicBezTo>
                    <a:pt x="2098" y="985"/>
                    <a:pt x="2432" y="833"/>
                    <a:pt x="2797" y="681"/>
                  </a:cubicBezTo>
                  <a:cubicBezTo>
                    <a:pt x="3162" y="529"/>
                    <a:pt x="3526" y="346"/>
                    <a:pt x="3830" y="225"/>
                  </a:cubicBezTo>
                  <a:cubicBezTo>
                    <a:pt x="4134" y="134"/>
                    <a:pt x="4438" y="73"/>
                    <a:pt x="4742" y="42"/>
                  </a:cubicBezTo>
                  <a:cubicBezTo>
                    <a:pt x="4816" y="34"/>
                    <a:pt x="4891" y="31"/>
                    <a:pt x="4968" y="31"/>
                  </a:cubicBezTo>
                  <a:cubicBezTo>
                    <a:pt x="5080" y="31"/>
                    <a:pt x="5194" y="39"/>
                    <a:pt x="5307" y="53"/>
                  </a:cubicBezTo>
                  <a:lnTo>
                    <a:pt x="5307" y="53"/>
                  </a:lnTo>
                  <a:cubicBezTo>
                    <a:pt x="5176" y="20"/>
                    <a:pt x="5044" y="0"/>
                    <a:pt x="4913"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8"/>
            <p:cNvSpPr/>
            <p:nvPr/>
          </p:nvSpPr>
          <p:spPr>
            <a:xfrm>
              <a:off x="5609800" y="1976000"/>
              <a:ext cx="177825" cy="54175"/>
            </a:xfrm>
            <a:custGeom>
              <a:rect b="b" l="l" r="r" t="t"/>
              <a:pathLst>
                <a:path extrusionOk="0" h="2167" w="7113">
                  <a:moveTo>
                    <a:pt x="6079" y="1"/>
                  </a:moveTo>
                  <a:cubicBezTo>
                    <a:pt x="5654" y="1"/>
                    <a:pt x="5259" y="61"/>
                    <a:pt x="4864" y="213"/>
                  </a:cubicBezTo>
                  <a:cubicBezTo>
                    <a:pt x="4377" y="426"/>
                    <a:pt x="3952" y="669"/>
                    <a:pt x="3557" y="973"/>
                  </a:cubicBezTo>
                  <a:cubicBezTo>
                    <a:pt x="3131" y="1277"/>
                    <a:pt x="2705" y="1551"/>
                    <a:pt x="2280" y="1764"/>
                  </a:cubicBezTo>
                  <a:cubicBezTo>
                    <a:pt x="1915" y="1946"/>
                    <a:pt x="1520" y="2068"/>
                    <a:pt x="1094" y="2098"/>
                  </a:cubicBezTo>
                  <a:cubicBezTo>
                    <a:pt x="1035" y="2103"/>
                    <a:pt x="975" y="2105"/>
                    <a:pt x="915" y="2105"/>
                  </a:cubicBezTo>
                  <a:cubicBezTo>
                    <a:pt x="603" y="2105"/>
                    <a:pt x="280" y="2038"/>
                    <a:pt x="0" y="1885"/>
                  </a:cubicBezTo>
                  <a:lnTo>
                    <a:pt x="0" y="1885"/>
                  </a:lnTo>
                  <a:cubicBezTo>
                    <a:pt x="91" y="1946"/>
                    <a:pt x="183" y="2007"/>
                    <a:pt x="274" y="2037"/>
                  </a:cubicBezTo>
                  <a:cubicBezTo>
                    <a:pt x="499" y="2112"/>
                    <a:pt x="724" y="2167"/>
                    <a:pt x="949" y="2167"/>
                  </a:cubicBezTo>
                  <a:cubicBezTo>
                    <a:pt x="998" y="2167"/>
                    <a:pt x="1046" y="2164"/>
                    <a:pt x="1094" y="2159"/>
                  </a:cubicBezTo>
                  <a:cubicBezTo>
                    <a:pt x="1520" y="2128"/>
                    <a:pt x="1915" y="2037"/>
                    <a:pt x="2310" y="1855"/>
                  </a:cubicBezTo>
                  <a:cubicBezTo>
                    <a:pt x="2736" y="1612"/>
                    <a:pt x="3192" y="1338"/>
                    <a:pt x="3587" y="1034"/>
                  </a:cubicBezTo>
                  <a:cubicBezTo>
                    <a:pt x="3982" y="730"/>
                    <a:pt x="4438" y="487"/>
                    <a:pt x="4894" y="274"/>
                  </a:cubicBezTo>
                  <a:cubicBezTo>
                    <a:pt x="5259" y="122"/>
                    <a:pt x="5654" y="61"/>
                    <a:pt x="6079" y="61"/>
                  </a:cubicBezTo>
                  <a:cubicBezTo>
                    <a:pt x="6444" y="92"/>
                    <a:pt x="6809" y="213"/>
                    <a:pt x="7113" y="426"/>
                  </a:cubicBezTo>
                  <a:cubicBezTo>
                    <a:pt x="7052" y="365"/>
                    <a:pt x="6961" y="305"/>
                    <a:pt x="6870" y="244"/>
                  </a:cubicBezTo>
                  <a:cubicBezTo>
                    <a:pt x="6626" y="92"/>
                    <a:pt x="6353" y="31"/>
                    <a:pt x="6079"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8"/>
            <p:cNvSpPr/>
            <p:nvPr/>
          </p:nvSpPr>
          <p:spPr>
            <a:xfrm>
              <a:off x="5608275" y="1897725"/>
              <a:ext cx="47900" cy="242450"/>
            </a:xfrm>
            <a:custGeom>
              <a:rect b="b" l="l" r="r" t="t"/>
              <a:pathLst>
                <a:path extrusionOk="0" h="9698" w="1916">
                  <a:moveTo>
                    <a:pt x="1915" y="1"/>
                  </a:moveTo>
                  <a:lnTo>
                    <a:pt x="1915" y="1"/>
                  </a:lnTo>
                  <a:cubicBezTo>
                    <a:pt x="1642" y="1126"/>
                    <a:pt x="943" y="2098"/>
                    <a:pt x="517" y="3162"/>
                  </a:cubicBezTo>
                  <a:cubicBezTo>
                    <a:pt x="304" y="3679"/>
                    <a:pt x="0" y="4621"/>
                    <a:pt x="0" y="4621"/>
                  </a:cubicBezTo>
                  <a:lnTo>
                    <a:pt x="852" y="9606"/>
                  </a:lnTo>
                  <a:lnTo>
                    <a:pt x="882" y="9697"/>
                  </a:lnTo>
                  <a:cubicBezTo>
                    <a:pt x="1642" y="6566"/>
                    <a:pt x="1794" y="3223"/>
                    <a:pt x="1915" y="1"/>
                  </a:cubicBezTo>
                  <a:close/>
                </a:path>
              </a:pathLst>
            </a:custGeom>
            <a:solidFill>
              <a:srgbClr val="203E80">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8"/>
            <p:cNvSpPr/>
            <p:nvPr/>
          </p:nvSpPr>
          <p:spPr>
            <a:xfrm>
              <a:off x="5438050" y="1225225"/>
              <a:ext cx="66900" cy="145925"/>
            </a:xfrm>
            <a:custGeom>
              <a:rect b="b" l="l" r="r" t="t"/>
              <a:pathLst>
                <a:path extrusionOk="0" h="5837" w="2676">
                  <a:moveTo>
                    <a:pt x="2676" y="1"/>
                  </a:moveTo>
                  <a:lnTo>
                    <a:pt x="2638" y="172"/>
                  </a:lnTo>
                  <a:lnTo>
                    <a:pt x="2638" y="172"/>
                  </a:lnTo>
                  <a:cubicBezTo>
                    <a:pt x="2654" y="116"/>
                    <a:pt x="2666" y="59"/>
                    <a:pt x="2676" y="1"/>
                  </a:cubicBezTo>
                  <a:close/>
                  <a:moveTo>
                    <a:pt x="2638" y="172"/>
                  </a:moveTo>
                  <a:cubicBezTo>
                    <a:pt x="2497" y="673"/>
                    <a:pt x="2104" y="1083"/>
                    <a:pt x="1612" y="1247"/>
                  </a:cubicBezTo>
                  <a:cubicBezTo>
                    <a:pt x="1308" y="1338"/>
                    <a:pt x="943" y="1338"/>
                    <a:pt x="639" y="1460"/>
                  </a:cubicBezTo>
                  <a:cubicBezTo>
                    <a:pt x="335" y="1551"/>
                    <a:pt x="92" y="1855"/>
                    <a:pt x="122" y="2220"/>
                  </a:cubicBezTo>
                  <a:cubicBezTo>
                    <a:pt x="183" y="2463"/>
                    <a:pt x="396" y="2615"/>
                    <a:pt x="578" y="2767"/>
                  </a:cubicBezTo>
                  <a:cubicBezTo>
                    <a:pt x="761" y="2919"/>
                    <a:pt x="943" y="3192"/>
                    <a:pt x="821" y="3405"/>
                  </a:cubicBezTo>
                  <a:cubicBezTo>
                    <a:pt x="730" y="3618"/>
                    <a:pt x="366" y="3679"/>
                    <a:pt x="183" y="3891"/>
                  </a:cubicBezTo>
                  <a:cubicBezTo>
                    <a:pt x="1" y="4104"/>
                    <a:pt x="31" y="4439"/>
                    <a:pt x="214" y="4651"/>
                  </a:cubicBezTo>
                  <a:cubicBezTo>
                    <a:pt x="426" y="4864"/>
                    <a:pt x="639" y="5046"/>
                    <a:pt x="882" y="5198"/>
                  </a:cubicBezTo>
                  <a:cubicBezTo>
                    <a:pt x="1156" y="5320"/>
                    <a:pt x="1338" y="5563"/>
                    <a:pt x="1399" y="5837"/>
                  </a:cubicBezTo>
                  <a:lnTo>
                    <a:pt x="2638" y="172"/>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
            <p:cNvSpPr/>
            <p:nvPr/>
          </p:nvSpPr>
          <p:spPr>
            <a:xfrm>
              <a:off x="5469225" y="1140325"/>
              <a:ext cx="338175" cy="290100"/>
            </a:xfrm>
            <a:custGeom>
              <a:rect b="b" l="l" r="r" t="t"/>
              <a:pathLst>
                <a:path extrusionOk="0" h="11604" w="13527">
                  <a:moveTo>
                    <a:pt x="6136" y="0"/>
                  </a:moveTo>
                  <a:cubicBezTo>
                    <a:pt x="5996" y="0"/>
                    <a:pt x="5866" y="38"/>
                    <a:pt x="5775" y="144"/>
                  </a:cubicBezTo>
                  <a:cubicBezTo>
                    <a:pt x="5623" y="357"/>
                    <a:pt x="5623" y="631"/>
                    <a:pt x="5806" y="813"/>
                  </a:cubicBezTo>
                  <a:cubicBezTo>
                    <a:pt x="5893" y="901"/>
                    <a:pt x="5988" y="974"/>
                    <a:pt x="6089" y="1037"/>
                  </a:cubicBezTo>
                  <a:lnTo>
                    <a:pt x="6089" y="1037"/>
                  </a:lnTo>
                  <a:cubicBezTo>
                    <a:pt x="5430" y="743"/>
                    <a:pt x="4728" y="565"/>
                    <a:pt x="3982" y="540"/>
                  </a:cubicBezTo>
                  <a:cubicBezTo>
                    <a:pt x="3936" y="535"/>
                    <a:pt x="3890" y="532"/>
                    <a:pt x="3843" y="532"/>
                  </a:cubicBezTo>
                  <a:cubicBezTo>
                    <a:pt x="3608" y="532"/>
                    <a:pt x="3359" y="595"/>
                    <a:pt x="3131" y="722"/>
                  </a:cubicBezTo>
                  <a:cubicBezTo>
                    <a:pt x="2857" y="874"/>
                    <a:pt x="2736" y="1178"/>
                    <a:pt x="2796" y="1482"/>
                  </a:cubicBezTo>
                  <a:cubicBezTo>
                    <a:pt x="2824" y="1575"/>
                    <a:pt x="2880" y="1650"/>
                    <a:pt x="2952" y="1706"/>
                  </a:cubicBezTo>
                  <a:lnTo>
                    <a:pt x="2952" y="1706"/>
                  </a:lnTo>
                  <a:cubicBezTo>
                    <a:pt x="2329" y="1733"/>
                    <a:pt x="1728" y="1916"/>
                    <a:pt x="1216" y="2242"/>
                  </a:cubicBezTo>
                  <a:cubicBezTo>
                    <a:pt x="730" y="2576"/>
                    <a:pt x="274" y="3093"/>
                    <a:pt x="395" y="3670"/>
                  </a:cubicBezTo>
                  <a:cubicBezTo>
                    <a:pt x="517" y="3974"/>
                    <a:pt x="669" y="4309"/>
                    <a:pt x="821" y="4582"/>
                  </a:cubicBezTo>
                  <a:cubicBezTo>
                    <a:pt x="1033" y="5190"/>
                    <a:pt x="730" y="5828"/>
                    <a:pt x="517" y="6406"/>
                  </a:cubicBezTo>
                  <a:cubicBezTo>
                    <a:pt x="122" y="7287"/>
                    <a:pt x="0" y="8260"/>
                    <a:pt x="122" y="9233"/>
                  </a:cubicBezTo>
                  <a:cubicBezTo>
                    <a:pt x="243" y="10205"/>
                    <a:pt x="821" y="11087"/>
                    <a:pt x="1641" y="11604"/>
                  </a:cubicBezTo>
                  <a:lnTo>
                    <a:pt x="12675" y="8321"/>
                  </a:lnTo>
                  <a:cubicBezTo>
                    <a:pt x="13526" y="6558"/>
                    <a:pt x="12918" y="4339"/>
                    <a:pt x="11611" y="2880"/>
                  </a:cubicBezTo>
                  <a:cubicBezTo>
                    <a:pt x="10304" y="1421"/>
                    <a:pt x="8420" y="600"/>
                    <a:pt x="6565" y="84"/>
                  </a:cubicBezTo>
                  <a:cubicBezTo>
                    <a:pt x="6429" y="38"/>
                    <a:pt x="6277" y="0"/>
                    <a:pt x="613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8"/>
            <p:cNvSpPr/>
            <p:nvPr/>
          </p:nvSpPr>
          <p:spPr>
            <a:xfrm>
              <a:off x="5411450" y="1200550"/>
              <a:ext cx="390625" cy="523400"/>
            </a:xfrm>
            <a:custGeom>
              <a:rect b="b" l="l" r="r" t="t"/>
              <a:pathLst>
                <a:path extrusionOk="0" h="20936" w="15625">
                  <a:moveTo>
                    <a:pt x="9519" y="1"/>
                  </a:moveTo>
                  <a:cubicBezTo>
                    <a:pt x="7054" y="1"/>
                    <a:pt x="4782" y="1640"/>
                    <a:pt x="4104" y="4149"/>
                  </a:cubicBezTo>
                  <a:lnTo>
                    <a:pt x="609" y="15942"/>
                  </a:lnTo>
                  <a:cubicBezTo>
                    <a:pt x="1" y="18040"/>
                    <a:pt x="1217" y="20228"/>
                    <a:pt x="3344" y="20806"/>
                  </a:cubicBezTo>
                  <a:cubicBezTo>
                    <a:pt x="3680" y="20893"/>
                    <a:pt x="4017" y="20936"/>
                    <a:pt x="4349" y="20936"/>
                  </a:cubicBezTo>
                  <a:cubicBezTo>
                    <a:pt x="5973" y="20936"/>
                    <a:pt x="7470" y="19928"/>
                    <a:pt x="8025" y="18313"/>
                  </a:cubicBezTo>
                  <a:lnTo>
                    <a:pt x="8755" y="16216"/>
                  </a:lnTo>
                  <a:cubicBezTo>
                    <a:pt x="8755" y="16216"/>
                    <a:pt x="9008" y="16265"/>
                    <a:pt x="9393" y="16265"/>
                  </a:cubicBezTo>
                  <a:cubicBezTo>
                    <a:pt x="10334" y="16265"/>
                    <a:pt x="12064" y="15974"/>
                    <a:pt x="12798" y="13967"/>
                  </a:cubicBezTo>
                  <a:cubicBezTo>
                    <a:pt x="13314" y="12599"/>
                    <a:pt x="14165" y="9711"/>
                    <a:pt x="14864" y="7097"/>
                  </a:cubicBezTo>
                  <a:cubicBezTo>
                    <a:pt x="15624" y="4271"/>
                    <a:pt x="14105" y="1322"/>
                    <a:pt x="11369" y="319"/>
                  </a:cubicBezTo>
                  <a:lnTo>
                    <a:pt x="11095" y="228"/>
                  </a:lnTo>
                  <a:cubicBezTo>
                    <a:pt x="10570" y="74"/>
                    <a:pt x="10040" y="1"/>
                    <a:pt x="9519"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8"/>
            <p:cNvSpPr/>
            <p:nvPr/>
          </p:nvSpPr>
          <p:spPr>
            <a:xfrm>
              <a:off x="5548250" y="1545150"/>
              <a:ext cx="82850" cy="78300"/>
            </a:xfrm>
            <a:custGeom>
              <a:rect b="b" l="l" r="r" t="t"/>
              <a:pathLst>
                <a:path extrusionOk="0" h="3132" w="3314">
                  <a:moveTo>
                    <a:pt x="0" y="0"/>
                  </a:moveTo>
                  <a:cubicBezTo>
                    <a:pt x="0" y="1"/>
                    <a:pt x="122" y="2371"/>
                    <a:pt x="3040" y="3131"/>
                  </a:cubicBezTo>
                  <a:lnTo>
                    <a:pt x="3313" y="2402"/>
                  </a:lnTo>
                  <a:cubicBezTo>
                    <a:pt x="1976" y="1946"/>
                    <a:pt x="821" y="1095"/>
                    <a:pt x="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8"/>
            <p:cNvSpPr/>
            <p:nvPr/>
          </p:nvSpPr>
          <p:spPr>
            <a:xfrm>
              <a:off x="5488200" y="1192750"/>
              <a:ext cx="129225" cy="204800"/>
            </a:xfrm>
            <a:custGeom>
              <a:rect b="b" l="l" r="r" t="t"/>
              <a:pathLst>
                <a:path extrusionOk="0" h="8192" w="5169">
                  <a:moveTo>
                    <a:pt x="3523" y="0"/>
                  </a:moveTo>
                  <a:cubicBezTo>
                    <a:pt x="3246" y="0"/>
                    <a:pt x="2949" y="69"/>
                    <a:pt x="2676" y="145"/>
                  </a:cubicBezTo>
                  <a:cubicBezTo>
                    <a:pt x="2098" y="297"/>
                    <a:pt x="1673" y="722"/>
                    <a:pt x="1460" y="1269"/>
                  </a:cubicBezTo>
                  <a:cubicBezTo>
                    <a:pt x="700" y="3336"/>
                    <a:pt x="639" y="5251"/>
                    <a:pt x="62" y="7257"/>
                  </a:cubicBezTo>
                  <a:cubicBezTo>
                    <a:pt x="31" y="7379"/>
                    <a:pt x="1" y="7531"/>
                    <a:pt x="31" y="7683"/>
                  </a:cubicBezTo>
                  <a:cubicBezTo>
                    <a:pt x="153" y="8017"/>
                    <a:pt x="518" y="8139"/>
                    <a:pt x="882" y="8169"/>
                  </a:cubicBezTo>
                  <a:cubicBezTo>
                    <a:pt x="968" y="8184"/>
                    <a:pt x="1049" y="8192"/>
                    <a:pt x="1127" y="8192"/>
                  </a:cubicBezTo>
                  <a:cubicBezTo>
                    <a:pt x="1824" y="8192"/>
                    <a:pt x="2229" y="7607"/>
                    <a:pt x="2585" y="6923"/>
                  </a:cubicBezTo>
                  <a:cubicBezTo>
                    <a:pt x="2737" y="6437"/>
                    <a:pt x="2828" y="5981"/>
                    <a:pt x="2889" y="5494"/>
                  </a:cubicBezTo>
                  <a:cubicBezTo>
                    <a:pt x="3010" y="4127"/>
                    <a:pt x="3800" y="2911"/>
                    <a:pt x="5047" y="2333"/>
                  </a:cubicBezTo>
                  <a:lnTo>
                    <a:pt x="5168" y="2272"/>
                  </a:lnTo>
                  <a:cubicBezTo>
                    <a:pt x="4925" y="1756"/>
                    <a:pt x="4651" y="662"/>
                    <a:pt x="4256" y="266"/>
                  </a:cubicBezTo>
                  <a:cubicBezTo>
                    <a:pt x="4059" y="69"/>
                    <a:pt x="3800" y="0"/>
                    <a:pt x="35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8"/>
            <p:cNvSpPr/>
            <p:nvPr/>
          </p:nvSpPr>
          <p:spPr>
            <a:xfrm>
              <a:off x="5452300" y="1334000"/>
              <a:ext cx="73925" cy="81425"/>
            </a:xfrm>
            <a:custGeom>
              <a:rect b="b" l="l" r="r" t="t"/>
              <a:pathLst>
                <a:path extrusionOk="0" h="3257" w="2957">
                  <a:moveTo>
                    <a:pt x="1801" y="1"/>
                  </a:moveTo>
                  <a:cubicBezTo>
                    <a:pt x="1345" y="1"/>
                    <a:pt x="864" y="242"/>
                    <a:pt x="586" y="1091"/>
                  </a:cubicBezTo>
                  <a:cubicBezTo>
                    <a:pt x="1" y="2901"/>
                    <a:pt x="1713" y="3257"/>
                    <a:pt x="2027" y="3257"/>
                  </a:cubicBezTo>
                  <a:cubicBezTo>
                    <a:pt x="2056" y="3257"/>
                    <a:pt x="2073" y="3254"/>
                    <a:pt x="2075" y="3249"/>
                  </a:cubicBezTo>
                  <a:cubicBezTo>
                    <a:pt x="2075" y="3188"/>
                    <a:pt x="2957" y="422"/>
                    <a:pt x="2957" y="422"/>
                  </a:cubicBezTo>
                  <a:cubicBezTo>
                    <a:pt x="2940" y="405"/>
                    <a:pt x="2391" y="1"/>
                    <a:pt x="1801"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a:off x="5475300" y="1349850"/>
              <a:ext cx="28125" cy="44550"/>
            </a:xfrm>
            <a:custGeom>
              <a:rect b="b" l="l" r="r" t="t"/>
              <a:pathLst>
                <a:path extrusionOk="0" h="1782" w="1125">
                  <a:moveTo>
                    <a:pt x="912" y="1"/>
                  </a:moveTo>
                  <a:cubicBezTo>
                    <a:pt x="730" y="1"/>
                    <a:pt x="547" y="61"/>
                    <a:pt x="456" y="213"/>
                  </a:cubicBezTo>
                  <a:cubicBezTo>
                    <a:pt x="304" y="335"/>
                    <a:pt x="213" y="517"/>
                    <a:pt x="152" y="700"/>
                  </a:cubicBezTo>
                  <a:cubicBezTo>
                    <a:pt x="0" y="1065"/>
                    <a:pt x="91" y="1460"/>
                    <a:pt x="365" y="1703"/>
                  </a:cubicBezTo>
                  <a:cubicBezTo>
                    <a:pt x="423" y="1761"/>
                    <a:pt x="493" y="1782"/>
                    <a:pt x="567" y="1782"/>
                  </a:cubicBezTo>
                  <a:cubicBezTo>
                    <a:pt x="610" y="1782"/>
                    <a:pt x="655" y="1775"/>
                    <a:pt x="699" y="1764"/>
                  </a:cubicBezTo>
                  <a:cubicBezTo>
                    <a:pt x="760" y="1733"/>
                    <a:pt x="790" y="1703"/>
                    <a:pt x="790" y="1703"/>
                  </a:cubicBezTo>
                  <a:lnTo>
                    <a:pt x="669" y="1703"/>
                  </a:lnTo>
                  <a:cubicBezTo>
                    <a:pt x="578" y="1703"/>
                    <a:pt x="487" y="1703"/>
                    <a:pt x="426" y="1642"/>
                  </a:cubicBezTo>
                  <a:cubicBezTo>
                    <a:pt x="213" y="1368"/>
                    <a:pt x="152" y="1034"/>
                    <a:pt x="274" y="761"/>
                  </a:cubicBezTo>
                  <a:cubicBezTo>
                    <a:pt x="335" y="578"/>
                    <a:pt x="426" y="426"/>
                    <a:pt x="547" y="274"/>
                  </a:cubicBezTo>
                  <a:cubicBezTo>
                    <a:pt x="608" y="183"/>
                    <a:pt x="730" y="122"/>
                    <a:pt x="882" y="122"/>
                  </a:cubicBezTo>
                  <a:cubicBezTo>
                    <a:pt x="973" y="122"/>
                    <a:pt x="1034" y="183"/>
                    <a:pt x="1064" y="274"/>
                  </a:cubicBezTo>
                  <a:lnTo>
                    <a:pt x="1064" y="365"/>
                  </a:lnTo>
                  <a:cubicBezTo>
                    <a:pt x="1064" y="373"/>
                    <a:pt x="1066" y="377"/>
                    <a:pt x="1069" y="377"/>
                  </a:cubicBezTo>
                  <a:cubicBezTo>
                    <a:pt x="1079" y="377"/>
                    <a:pt x="1102" y="343"/>
                    <a:pt x="1125" y="274"/>
                  </a:cubicBezTo>
                  <a:cubicBezTo>
                    <a:pt x="1125" y="213"/>
                    <a:pt x="1094" y="153"/>
                    <a:pt x="1064" y="122"/>
                  </a:cubicBezTo>
                  <a:cubicBezTo>
                    <a:pt x="1034" y="61"/>
                    <a:pt x="973" y="31"/>
                    <a:pt x="912"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8"/>
            <p:cNvSpPr/>
            <p:nvPr/>
          </p:nvSpPr>
          <p:spPr>
            <a:xfrm>
              <a:off x="5552800" y="1171150"/>
              <a:ext cx="232550" cy="130525"/>
            </a:xfrm>
            <a:custGeom>
              <a:rect b="b" l="l" r="r" t="t"/>
              <a:pathLst>
                <a:path extrusionOk="0" h="5221" w="9302">
                  <a:moveTo>
                    <a:pt x="7662" y="1"/>
                  </a:moveTo>
                  <a:cubicBezTo>
                    <a:pt x="7609" y="1"/>
                    <a:pt x="7557" y="12"/>
                    <a:pt x="7508" y="36"/>
                  </a:cubicBezTo>
                  <a:cubicBezTo>
                    <a:pt x="7174" y="188"/>
                    <a:pt x="7235" y="644"/>
                    <a:pt x="7326" y="978"/>
                  </a:cubicBezTo>
                  <a:cubicBezTo>
                    <a:pt x="7326" y="978"/>
                    <a:pt x="5346" y="245"/>
                    <a:pt x="3507" y="245"/>
                  </a:cubicBezTo>
                  <a:cubicBezTo>
                    <a:pt x="2978" y="245"/>
                    <a:pt x="2461" y="306"/>
                    <a:pt x="2007" y="462"/>
                  </a:cubicBezTo>
                  <a:cubicBezTo>
                    <a:pt x="1" y="1161"/>
                    <a:pt x="1824" y="3562"/>
                    <a:pt x="1824" y="3562"/>
                  </a:cubicBezTo>
                  <a:cubicBezTo>
                    <a:pt x="2227" y="3285"/>
                    <a:pt x="2634" y="3180"/>
                    <a:pt x="3021" y="3180"/>
                  </a:cubicBezTo>
                  <a:cubicBezTo>
                    <a:pt x="3570" y="3180"/>
                    <a:pt x="4077" y="3391"/>
                    <a:pt x="4469" y="3623"/>
                  </a:cubicBezTo>
                  <a:cubicBezTo>
                    <a:pt x="5107" y="3988"/>
                    <a:pt x="5685" y="4535"/>
                    <a:pt x="6353" y="4899"/>
                  </a:cubicBezTo>
                  <a:cubicBezTo>
                    <a:pt x="6711" y="5095"/>
                    <a:pt x="7139" y="5220"/>
                    <a:pt x="7552" y="5220"/>
                  </a:cubicBezTo>
                  <a:cubicBezTo>
                    <a:pt x="7911" y="5220"/>
                    <a:pt x="8259" y="5125"/>
                    <a:pt x="8542" y="4899"/>
                  </a:cubicBezTo>
                  <a:cubicBezTo>
                    <a:pt x="8967" y="4504"/>
                    <a:pt x="9210" y="3957"/>
                    <a:pt x="9241" y="3380"/>
                  </a:cubicBezTo>
                  <a:cubicBezTo>
                    <a:pt x="9302" y="2285"/>
                    <a:pt x="8967" y="1191"/>
                    <a:pt x="8238" y="340"/>
                  </a:cubicBezTo>
                  <a:cubicBezTo>
                    <a:pt x="8092" y="170"/>
                    <a:pt x="7869" y="1"/>
                    <a:pt x="766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8"/>
            <p:cNvSpPr/>
            <p:nvPr/>
          </p:nvSpPr>
          <p:spPr>
            <a:xfrm>
              <a:off x="5629550" y="1140875"/>
              <a:ext cx="142125" cy="158850"/>
            </a:xfrm>
            <a:custGeom>
              <a:rect b="b" l="l" r="r" t="t"/>
              <a:pathLst>
                <a:path extrusionOk="0" h="6354" w="5685">
                  <a:moveTo>
                    <a:pt x="1" y="1"/>
                  </a:moveTo>
                  <a:cubicBezTo>
                    <a:pt x="1" y="31"/>
                    <a:pt x="1" y="92"/>
                    <a:pt x="1" y="122"/>
                  </a:cubicBezTo>
                  <a:cubicBezTo>
                    <a:pt x="31" y="214"/>
                    <a:pt x="31" y="305"/>
                    <a:pt x="92" y="426"/>
                  </a:cubicBezTo>
                  <a:cubicBezTo>
                    <a:pt x="213" y="761"/>
                    <a:pt x="426" y="1095"/>
                    <a:pt x="669" y="1338"/>
                  </a:cubicBezTo>
                  <a:cubicBezTo>
                    <a:pt x="1064" y="1764"/>
                    <a:pt x="1520" y="2068"/>
                    <a:pt x="2007" y="2341"/>
                  </a:cubicBezTo>
                  <a:cubicBezTo>
                    <a:pt x="2311" y="2463"/>
                    <a:pt x="2615" y="2585"/>
                    <a:pt x="2949" y="2645"/>
                  </a:cubicBezTo>
                  <a:cubicBezTo>
                    <a:pt x="3283" y="2737"/>
                    <a:pt x="3618" y="2767"/>
                    <a:pt x="3952" y="2858"/>
                  </a:cubicBezTo>
                  <a:cubicBezTo>
                    <a:pt x="4286" y="2949"/>
                    <a:pt x="4560" y="3101"/>
                    <a:pt x="4833" y="3314"/>
                  </a:cubicBezTo>
                  <a:cubicBezTo>
                    <a:pt x="5077" y="3527"/>
                    <a:pt x="5259" y="3770"/>
                    <a:pt x="5350" y="4074"/>
                  </a:cubicBezTo>
                  <a:cubicBezTo>
                    <a:pt x="5472" y="4317"/>
                    <a:pt x="5502" y="4591"/>
                    <a:pt x="5502" y="4895"/>
                  </a:cubicBezTo>
                  <a:cubicBezTo>
                    <a:pt x="5472" y="5138"/>
                    <a:pt x="5381" y="5351"/>
                    <a:pt x="5259" y="5563"/>
                  </a:cubicBezTo>
                  <a:cubicBezTo>
                    <a:pt x="5046" y="5867"/>
                    <a:pt x="4773" y="6110"/>
                    <a:pt x="4438" y="6232"/>
                  </a:cubicBezTo>
                  <a:cubicBezTo>
                    <a:pt x="4195" y="6354"/>
                    <a:pt x="4043" y="6354"/>
                    <a:pt x="4043" y="6354"/>
                  </a:cubicBezTo>
                  <a:lnTo>
                    <a:pt x="4165" y="6354"/>
                  </a:lnTo>
                  <a:cubicBezTo>
                    <a:pt x="4256" y="6323"/>
                    <a:pt x="4377" y="6323"/>
                    <a:pt x="4469" y="6293"/>
                  </a:cubicBezTo>
                  <a:cubicBezTo>
                    <a:pt x="4833" y="6171"/>
                    <a:pt x="5137" y="5928"/>
                    <a:pt x="5350" y="5624"/>
                  </a:cubicBezTo>
                  <a:cubicBezTo>
                    <a:pt x="5502" y="5411"/>
                    <a:pt x="5593" y="5168"/>
                    <a:pt x="5624" y="4895"/>
                  </a:cubicBezTo>
                  <a:cubicBezTo>
                    <a:pt x="5685" y="4591"/>
                    <a:pt x="5624" y="4287"/>
                    <a:pt x="5533" y="4013"/>
                  </a:cubicBezTo>
                  <a:cubicBezTo>
                    <a:pt x="5411" y="3679"/>
                    <a:pt x="5198" y="3405"/>
                    <a:pt x="4955" y="3192"/>
                  </a:cubicBezTo>
                  <a:cubicBezTo>
                    <a:pt x="4681" y="2949"/>
                    <a:pt x="4347" y="2797"/>
                    <a:pt x="3982" y="2706"/>
                  </a:cubicBezTo>
                  <a:cubicBezTo>
                    <a:pt x="3648" y="2615"/>
                    <a:pt x="3314" y="2554"/>
                    <a:pt x="2979" y="2493"/>
                  </a:cubicBezTo>
                  <a:cubicBezTo>
                    <a:pt x="2675" y="2433"/>
                    <a:pt x="2371" y="2311"/>
                    <a:pt x="2067" y="2189"/>
                  </a:cubicBezTo>
                  <a:cubicBezTo>
                    <a:pt x="1581" y="1946"/>
                    <a:pt x="1156" y="1642"/>
                    <a:pt x="760" y="1278"/>
                  </a:cubicBezTo>
                  <a:cubicBezTo>
                    <a:pt x="517" y="1004"/>
                    <a:pt x="304" y="730"/>
                    <a:pt x="152" y="396"/>
                  </a:cubicBezTo>
                  <a:cubicBezTo>
                    <a:pt x="31" y="153"/>
                    <a:pt x="1" y="1"/>
                    <a:pt x="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a:off x="5574850" y="1156075"/>
              <a:ext cx="178600" cy="144400"/>
            </a:xfrm>
            <a:custGeom>
              <a:rect b="b" l="l" r="r" t="t"/>
              <a:pathLst>
                <a:path extrusionOk="0" h="5776" w="7144">
                  <a:moveTo>
                    <a:pt x="0" y="1"/>
                  </a:moveTo>
                  <a:cubicBezTo>
                    <a:pt x="0" y="31"/>
                    <a:pt x="0" y="62"/>
                    <a:pt x="30" y="92"/>
                  </a:cubicBezTo>
                  <a:cubicBezTo>
                    <a:pt x="61" y="214"/>
                    <a:pt x="61" y="305"/>
                    <a:pt x="122" y="396"/>
                  </a:cubicBezTo>
                  <a:cubicBezTo>
                    <a:pt x="274" y="761"/>
                    <a:pt x="486" y="1095"/>
                    <a:pt x="760" y="1369"/>
                  </a:cubicBezTo>
                  <a:cubicBezTo>
                    <a:pt x="1185" y="1764"/>
                    <a:pt x="1702" y="2068"/>
                    <a:pt x="2249" y="2250"/>
                  </a:cubicBezTo>
                  <a:cubicBezTo>
                    <a:pt x="2918" y="2463"/>
                    <a:pt x="3617" y="2645"/>
                    <a:pt x="4316" y="2736"/>
                  </a:cubicBezTo>
                  <a:cubicBezTo>
                    <a:pt x="4985" y="2858"/>
                    <a:pt x="5654" y="3040"/>
                    <a:pt x="6292" y="3314"/>
                  </a:cubicBezTo>
                  <a:cubicBezTo>
                    <a:pt x="6565" y="3436"/>
                    <a:pt x="6778" y="3618"/>
                    <a:pt x="6900" y="3891"/>
                  </a:cubicBezTo>
                  <a:cubicBezTo>
                    <a:pt x="6991" y="4135"/>
                    <a:pt x="7021" y="4378"/>
                    <a:pt x="6961" y="4621"/>
                  </a:cubicBezTo>
                  <a:cubicBezTo>
                    <a:pt x="6869" y="4986"/>
                    <a:pt x="6626" y="5320"/>
                    <a:pt x="6322" y="5533"/>
                  </a:cubicBezTo>
                  <a:cubicBezTo>
                    <a:pt x="6167" y="5644"/>
                    <a:pt x="6060" y="5723"/>
                    <a:pt x="6014" y="5757"/>
                  </a:cubicBezTo>
                  <a:lnTo>
                    <a:pt x="6014" y="5757"/>
                  </a:lnTo>
                  <a:cubicBezTo>
                    <a:pt x="6036" y="5746"/>
                    <a:pt x="6057" y="5746"/>
                    <a:pt x="6079" y="5746"/>
                  </a:cubicBezTo>
                  <a:cubicBezTo>
                    <a:pt x="6170" y="5685"/>
                    <a:pt x="6292" y="5654"/>
                    <a:pt x="6383" y="5594"/>
                  </a:cubicBezTo>
                  <a:cubicBezTo>
                    <a:pt x="6717" y="5381"/>
                    <a:pt x="6961" y="5046"/>
                    <a:pt x="7082" y="4651"/>
                  </a:cubicBezTo>
                  <a:cubicBezTo>
                    <a:pt x="7143" y="4378"/>
                    <a:pt x="7113" y="4104"/>
                    <a:pt x="7021" y="3831"/>
                  </a:cubicBezTo>
                  <a:cubicBezTo>
                    <a:pt x="6900" y="3527"/>
                    <a:pt x="6657" y="3284"/>
                    <a:pt x="6353" y="3162"/>
                  </a:cubicBezTo>
                  <a:cubicBezTo>
                    <a:pt x="5714" y="2858"/>
                    <a:pt x="5015" y="2676"/>
                    <a:pt x="4316" y="2584"/>
                  </a:cubicBezTo>
                  <a:cubicBezTo>
                    <a:pt x="3648" y="2463"/>
                    <a:pt x="2948" y="2311"/>
                    <a:pt x="2310" y="2098"/>
                  </a:cubicBezTo>
                  <a:cubicBezTo>
                    <a:pt x="1763" y="1916"/>
                    <a:pt x="1277" y="1642"/>
                    <a:pt x="851" y="1277"/>
                  </a:cubicBezTo>
                  <a:cubicBezTo>
                    <a:pt x="547" y="1034"/>
                    <a:pt x="334" y="700"/>
                    <a:pt x="182" y="366"/>
                  </a:cubicBezTo>
                  <a:cubicBezTo>
                    <a:pt x="61" y="153"/>
                    <a:pt x="0" y="1"/>
                    <a:pt x="0" y="1"/>
                  </a:cubicBezTo>
                  <a:close/>
                  <a:moveTo>
                    <a:pt x="6014" y="5757"/>
                  </a:moveTo>
                  <a:lnTo>
                    <a:pt x="6014" y="5757"/>
                  </a:lnTo>
                  <a:cubicBezTo>
                    <a:pt x="6005" y="5761"/>
                    <a:pt x="5997" y="5767"/>
                    <a:pt x="5988" y="5776"/>
                  </a:cubicBezTo>
                  <a:cubicBezTo>
                    <a:pt x="5988" y="5776"/>
                    <a:pt x="5997" y="5769"/>
                    <a:pt x="6014" y="5757"/>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
            <p:cNvSpPr/>
            <p:nvPr/>
          </p:nvSpPr>
          <p:spPr>
            <a:xfrm>
              <a:off x="5711625" y="1397350"/>
              <a:ext cx="25850" cy="22350"/>
            </a:xfrm>
            <a:custGeom>
              <a:rect b="b" l="l" r="r" t="t"/>
              <a:pathLst>
                <a:path extrusionOk="0" h="894" w="1034">
                  <a:moveTo>
                    <a:pt x="525" y="0"/>
                  </a:moveTo>
                  <a:cubicBezTo>
                    <a:pt x="337" y="0"/>
                    <a:pt x="137" y="118"/>
                    <a:pt x="61" y="320"/>
                  </a:cubicBezTo>
                  <a:cubicBezTo>
                    <a:pt x="0" y="563"/>
                    <a:pt x="152" y="806"/>
                    <a:pt x="395" y="867"/>
                  </a:cubicBezTo>
                  <a:cubicBezTo>
                    <a:pt x="445" y="885"/>
                    <a:pt x="494" y="894"/>
                    <a:pt x="542" y="894"/>
                  </a:cubicBezTo>
                  <a:cubicBezTo>
                    <a:pt x="731" y="894"/>
                    <a:pt x="900" y="763"/>
                    <a:pt x="973" y="593"/>
                  </a:cubicBezTo>
                  <a:cubicBezTo>
                    <a:pt x="1034" y="350"/>
                    <a:pt x="912" y="76"/>
                    <a:pt x="639" y="16"/>
                  </a:cubicBezTo>
                  <a:cubicBezTo>
                    <a:pt x="602" y="5"/>
                    <a:pt x="564" y="0"/>
                    <a:pt x="52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8"/>
            <p:cNvSpPr/>
            <p:nvPr/>
          </p:nvSpPr>
          <p:spPr>
            <a:xfrm>
              <a:off x="5712375" y="1384650"/>
              <a:ext cx="45625" cy="20875"/>
            </a:xfrm>
            <a:custGeom>
              <a:rect b="b" l="l" r="r" t="t"/>
              <a:pathLst>
                <a:path extrusionOk="0" h="835" w="1825">
                  <a:moveTo>
                    <a:pt x="623" y="0"/>
                  </a:moveTo>
                  <a:cubicBezTo>
                    <a:pt x="517" y="0"/>
                    <a:pt x="410" y="12"/>
                    <a:pt x="305" y="37"/>
                  </a:cubicBezTo>
                  <a:cubicBezTo>
                    <a:pt x="122" y="98"/>
                    <a:pt x="1" y="159"/>
                    <a:pt x="31" y="220"/>
                  </a:cubicBezTo>
                  <a:cubicBezTo>
                    <a:pt x="42" y="254"/>
                    <a:pt x="109" y="258"/>
                    <a:pt x="214" y="258"/>
                  </a:cubicBezTo>
                  <a:cubicBezTo>
                    <a:pt x="249" y="258"/>
                    <a:pt x="288" y="258"/>
                    <a:pt x="331" y="258"/>
                  </a:cubicBezTo>
                  <a:cubicBezTo>
                    <a:pt x="502" y="258"/>
                    <a:pt x="730" y="265"/>
                    <a:pt x="973" y="341"/>
                  </a:cubicBezTo>
                  <a:cubicBezTo>
                    <a:pt x="1423" y="510"/>
                    <a:pt x="1665" y="834"/>
                    <a:pt x="1771" y="834"/>
                  </a:cubicBezTo>
                  <a:cubicBezTo>
                    <a:pt x="1779" y="834"/>
                    <a:pt x="1787" y="832"/>
                    <a:pt x="1794" y="828"/>
                  </a:cubicBezTo>
                  <a:cubicBezTo>
                    <a:pt x="1824" y="828"/>
                    <a:pt x="1794" y="706"/>
                    <a:pt x="1703" y="524"/>
                  </a:cubicBezTo>
                  <a:cubicBezTo>
                    <a:pt x="1437" y="185"/>
                    <a:pt x="1036" y="0"/>
                    <a:pt x="6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8"/>
            <p:cNvSpPr/>
            <p:nvPr/>
          </p:nvSpPr>
          <p:spPr>
            <a:xfrm>
              <a:off x="5594600" y="1363625"/>
              <a:ext cx="25850" cy="22350"/>
            </a:xfrm>
            <a:custGeom>
              <a:rect b="b" l="l" r="r" t="t"/>
              <a:pathLst>
                <a:path extrusionOk="0" h="894" w="1034">
                  <a:moveTo>
                    <a:pt x="491" y="0"/>
                  </a:moveTo>
                  <a:cubicBezTo>
                    <a:pt x="295" y="0"/>
                    <a:pt x="110" y="137"/>
                    <a:pt x="61" y="331"/>
                  </a:cubicBezTo>
                  <a:cubicBezTo>
                    <a:pt x="0" y="544"/>
                    <a:pt x="122" y="817"/>
                    <a:pt x="365" y="878"/>
                  </a:cubicBezTo>
                  <a:cubicBezTo>
                    <a:pt x="407" y="889"/>
                    <a:pt x="449" y="894"/>
                    <a:pt x="492" y="894"/>
                  </a:cubicBezTo>
                  <a:cubicBezTo>
                    <a:pt x="696" y="894"/>
                    <a:pt x="892" y="776"/>
                    <a:pt x="943" y="574"/>
                  </a:cubicBezTo>
                  <a:cubicBezTo>
                    <a:pt x="1034" y="331"/>
                    <a:pt x="882" y="88"/>
                    <a:pt x="639" y="27"/>
                  </a:cubicBezTo>
                  <a:cubicBezTo>
                    <a:pt x="590" y="9"/>
                    <a:pt x="540" y="0"/>
                    <a:pt x="49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8"/>
            <p:cNvSpPr/>
            <p:nvPr/>
          </p:nvSpPr>
          <p:spPr>
            <a:xfrm>
              <a:off x="5595350" y="1346525"/>
              <a:ext cx="44875" cy="20875"/>
            </a:xfrm>
            <a:custGeom>
              <a:rect b="b" l="l" r="r" t="t"/>
              <a:pathLst>
                <a:path extrusionOk="0" h="835" w="1795">
                  <a:moveTo>
                    <a:pt x="635" y="0"/>
                  </a:moveTo>
                  <a:cubicBezTo>
                    <a:pt x="523" y="0"/>
                    <a:pt x="414" y="15"/>
                    <a:pt x="305" y="42"/>
                  </a:cubicBezTo>
                  <a:cubicBezTo>
                    <a:pt x="92" y="103"/>
                    <a:pt x="1" y="134"/>
                    <a:pt x="31" y="225"/>
                  </a:cubicBezTo>
                  <a:cubicBezTo>
                    <a:pt x="39" y="240"/>
                    <a:pt x="71" y="244"/>
                    <a:pt x="123" y="244"/>
                  </a:cubicBezTo>
                  <a:cubicBezTo>
                    <a:pt x="175" y="244"/>
                    <a:pt x="246" y="240"/>
                    <a:pt x="331" y="240"/>
                  </a:cubicBezTo>
                  <a:cubicBezTo>
                    <a:pt x="502" y="240"/>
                    <a:pt x="730" y="255"/>
                    <a:pt x="973" y="346"/>
                  </a:cubicBezTo>
                  <a:cubicBezTo>
                    <a:pt x="1411" y="492"/>
                    <a:pt x="1653" y="835"/>
                    <a:pt x="1752" y="835"/>
                  </a:cubicBezTo>
                  <a:cubicBezTo>
                    <a:pt x="1756" y="835"/>
                    <a:pt x="1760" y="834"/>
                    <a:pt x="1764" y="833"/>
                  </a:cubicBezTo>
                  <a:cubicBezTo>
                    <a:pt x="1794" y="802"/>
                    <a:pt x="1794" y="681"/>
                    <a:pt x="1672" y="529"/>
                  </a:cubicBezTo>
                  <a:cubicBezTo>
                    <a:pt x="1520" y="316"/>
                    <a:pt x="1308" y="164"/>
                    <a:pt x="1065" y="73"/>
                  </a:cubicBezTo>
                  <a:cubicBezTo>
                    <a:pt x="914" y="23"/>
                    <a:pt x="773" y="0"/>
                    <a:pt x="63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p:nvPr/>
          </p:nvSpPr>
          <p:spPr>
            <a:xfrm>
              <a:off x="5652350" y="1369600"/>
              <a:ext cx="34225" cy="108700"/>
            </a:xfrm>
            <a:custGeom>
              <a:rect b="b" l="l" r="r" t="t"/>
              <a:pathLst>
                <a:path extrusionOk="0" h="4348" w="1369">
                  <a:moveTo>
                    <a:pt x="1155" y="1"/>
                  </a:moveTo>
                  <a:cubicBezTo>
                    <a:pt x="1064" y="913"/>
                    <a:pt x="1064" y="1794"/>
                    <a:pt x="1125" y="2706"/>
                  </a:cubicBezTo>
                  <a:cubicBezTo>
                    <a:pt x="1125" y="3071"/>
                    <a:pt x="1155" y="3405"/>
                    <a:pt x="1155" y="3740"/>
                  </a:cubicBezTo>
                  <a:cubicBezTo>
                    <a:pt x="1186" y="3861"/>
                    <a:pt x="1155" y="4013"/>
                    <a:pt x="1125" y="4135"/>
                  </a:cubicBezTo>
                  <a:cubicBezTo>
                    <a:pt x="1089" y="4170"/>
                    <a:pt x="1033" y="4185"/>
                    <a:pt x="968" y="4185"/>
                  </a:cubicBezTo>
                  <a:cubicBezTo>
                    <a:pt x="922" y="4185"/>
                    <a:pt x="871" y="4178"/>
                    <a:pt x="821" y="4165"/>
                  </a:cubicBezTo>
                  <a:cubicBezTo>
                    <a:pt x="548" y="4074"/>
                    <a:pt x="274" y="4044"/>
                    <a:pt x="0" y="4044"/>
                  </a:cubicBezTo>
                  <a:cubicBezTo>
                    <a:pt x="244" y="4165"/>
                    <a:pt x="487" y="4256"/>
                    <a:pt x="760" y="4317"/>
                  </a:cubicBezTo>
                  <a:cubicBezTo>
                    <a:pt x="821" y="4348"/>
                    <a:pt x="912" y="4348"/>
                    <a:pt x="973" y="4348"/>
                  </a:cubicBezTo>
                  <a:cubicBezTo>
                    <a:pt x="1064" y="4348"/>
                    <a:pt x="1186" y="4317"/>
                    <a:pt x="1247" y="4256"/>
                  </a:cubicBezTo>
                  <a:cubicBezTo>
                    <a:pt x="1338" y="4104"/>
                    <a:pt x="1368" y="3922"/>
                    <a:pt x="1338" y="3740"/>
                  </a:cubicBezTo>
                  <a:lnTo>
                    <a:pt x="1338" y="2706"/>
                  </a:lnTo>
                  <a:cubicBezTo>
                    <a:pt x="1338" y="1794"/>
                    <a:pt x="1277" y="882"/>
                    <a:pt x="115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p:nvPr/>
          </p:nvSpPr>
          <p:spPr>
            <a:xfrm>
              <a:off x="5608275" y="1466125"/>
              <a:ext cx="33450" cy="46300"/>
            </a:xfrm>
            <a:custGeom>
              <a:rect b="b" l="l" r="r" t="t"/>
              <a:pathLst>
                <a:path extrusionOk="0" h="1852" w="1338">
                  <a:moveTo>
                    <a:pt x="244" y="0"/>
                  </a:moveTo>
                  <a:cubicBezTo>
                    <a:pt x="183" y="0"/>
                    <a:pt x="92" y="91"/>
                    <a:pt x="61" y="335"/>
                  </a:cubicBezTo>
                  <a:cubicBezTo>
                    <a:pt x="0" y="639"/>
                    <a:pt x="61" y="973"/>
                    <a:pt x="213" y="1216"/>
                  </a:cubicBezTo>
                  <a:cubicBezTo>
                    <a:pt x="365" y="1490"/>
                    <a:pt x="639" y="1702"/>
                    <a:pt x="943" y="1794"/>
                  </a:cubicBezTo>
                  <a:cubicBezTo>
                    <a:pt x="1059" y="1827"/>
                    <a:pt x="1158" y="1851"/>
                    <a:pt x="1223" y="1851"/>
                  </a:cubicBezTo>
                  <a:cubicBezTo>
                    <a:pt x="1276" y="1851"/>
                    <a:pt x="1307" y="1835"/>
                    <a:pt x="1307" y="1794"/>
                  </a:cubicBezTo>
                  <a:cubicBezTo>
                    <a:pt x="1338" y="1733"/>
                    <a:pt x="760" y="1581"/>
                    <a:pt x="456" y="1064"/>
                  </a:cubicBezTo>
                  <a:cubicBezTo>
                    <a:pt x="152" y="547"/>
                    <a:pt x="335" y="0"/>
                    <a:pt x="24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8"/>
            <p:cNvSpPr/>
            <p:nvPr/>
          </p:nvSpPr>
          <p:spPr>
            <a:xfrm>
              <a:off x="5602200" y="1302050"/>
              <a:ext cx="57775" cy="20550"/>
            </a:xfrm>
            <a:custGeom>
              <a:rect b="b" l="l" r="r" t="t"/>
              <a:pathLst>
                <a:path extrusionOk="0" h="822" w="2311">
                  <a:moveTo>
                    <a:pt x="807" y="0"/>
                  </a:moveTo>
                  <a:cubicBezTo>
                    <a:pt x="651" y="0"/>
                    <a:pt x="493" y="19"/>
                    <a:pt x="335" y="59"/>
                  </a:cubicBezTo>
                  <a:cubicBezTo>
                    <a:pt x="91" y="119"/>
                    <a:pt x="0" y="211"/>
                    <a:pt x="0" y="271"/>
                  </a:cubicBezTo>
                  <a:cubicBezTo>
                    <a:pt x="31" y="423"/>
                    <a:pt x="517" y="423"/>
                    <a:pt x="1125" y="545"/>
                  </a:cubicBezTo>
                  <a:cubicBezTo>
                    <a:pt x="1592" y="643"/>
                    <a:pt x="1980" y="821"/>
                    <a:pt x="2159" y="821"/>
                  </a:cubicBezTo>
                  <a:cubicBezTo>
                    <a:pt x="2201" y="821"/>
                    <a:pt x="2232" y="811"/>
                    <a:pt x="2250" y="788"/>
                  </a:cubicBezTo>
                  <a:cubicBezTo>
                    <a:pt x="2310" y="727"/>
                    <a:pt x="2219" y="606"/>
                    <a:pt x="2037" y="423"/>
                  </a:cubicBezTo>
                  <a:cubicBezTo>
                    <a:pt x="1677" y="153"/>
                    <a:pt x="1251" y="0"/>
                    <a:pt x="8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8"/>
            <p:cNvSpPr/>
            <p:nvPr/>
          </p:nvSpPr>
          <p:spPr>
            <a:xfrm>
              <a:off x="5724525" y="1348525"/>
              <a:ext cx="41825" cy="21600"/>
            </a:xfrm>
            <a:custGeom>
              <a:rect b="b" l="l" r="r" t="t"/>
              <a:pathLst>
                <a:path extrusionOk="0" h="864" w="1673">
                  <a:moveTo>
                    <a:pt x="521" y="0"/>
                  </a:moveTo>
                  <a:cubicBezTo>
                    <a:pt x="440" y="0"/>
                    <a:pt x="357" y="8"/>
                    <a:pt x="275" y="23"/>
                  </a:cubicBezTo>
                  <a:cubicBezTo>
                    <a:pt x="92" y="84"/>
                    <a:pt x="1" y="175"/>
                    <a:pt x="1" y="236"/>
                  </a:cubicBezTo>
                  <a:cubicBezTo>
                    <a:pt x="31" y="388"/>
                    <a:pt x="396" y="418"/>
                    <a:pt x="791" y="570"/>
                  </a:cubicBezTo>
                  <a:cubicBezTo>
                    <a:pt x="1126" y="673"/>
                    <a:pt x="1396" y="864"/>
                    <a:pt x="1544" y="864"/>
                  </a:cubicBezTo>
                  <a:cubicBezTo>
                    <a:pt x="1571" y="864"/>
                    <a:pt x="1593" y="858"/>
                    <a:pt x="1612" y="844"/>
                  </a:cubicBezTo>
                  <a:cubicBezTo>
                    <a:pt x="1673" y="814"/>
                    <a:pt x="1642" y="692"/>
                    <a:pt x="1551" y="510"/>
                  </a:cubicBezTo>
                  <a:cubicBezTo>
                    <a:pt x="1299" y="182"/>
                    <a:pt x="921" y="0"/>
                    <a:pt x="52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8"/>
            <p:cNvSpPr/>
            <p:nvPr/>
          </p:nvSpPr>
          <p:spPr>
            <a:xfrm>
              <a:off x="5492000" y="2423575"/>
              <a:ext cx="83625" cy="79050"/>
            </a:xfrm>
            <a:custGeom>
              <a:rect b="b" l="l" r="r" t="t"/>
              <a:pathLst>
                <a:path extrusionOk="0" h="3162" w="3345">
                  <a:moveTo>
                    <a:pt x="1946" y="1"/>
                  </a:moveTo>
                  <a:lnTo>
                    <a:pt x="1" y="669"/>
                  </a:lnTo>
                  <a:lnTo>
                    <a:pt x="609" y="3162"/>
                  </a:lnTo>
                  <a:lnTo>
                    <a:pt x="3162" y="2128"/>
                  </a:lnTo>
                  <a:cubicBezTo>
                    <a:pt x="3344" y="1216"/>
                    <a:pt x="2828" y="305"/>
                    <a:pt x="194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8"/>
            <p:cNvSpPr/>
            <p:nvPr/>
          </p:nvSpPr>
          <p:spPr>
            <a:xfrm>
              <a:off x="5001875" y="2319850"/>
              <a:ext cx="494725" cy="160925"/>
            </a:xfrm>
            <a:custGeom>
              <a:rect b="b" l="l" r="r" t="t"/>
              <a:pathLst>
                <a:path extrusionOk="0" h="6437" w="19789">
                  <a:moveTo>
                    <a:pt x="3301" y="1"/>
                  </a:moveTo>
                  <a:cubicBezTo>
                    <a:pt x="2727" y="1"/>
                    <a:pt x="2124" y="43"/>
                    <a:pt x="1490" y="137"/>
                  </a:cubicBezTo>
                  <a:lnTo>
                    <a:pt x="1" y="4150"/>
                  </a:lnTo>
                  <a:cubicBezTo>
                    <a:pt x="1" y="4150"/>
                    <a:pt x="1216" y="4020"/>
                    <a:pt x="2836" y="4020"/>
                  </a:cubicBezTo>
                  <a:cubicBezTo>
                    <a:pt x="4546" y="4020"/>
                    <a:pt x="6705" y="4164"/>
                    <a:pt x="8359" y="4758"/>
                  </a:cubicBezTo>
                  <a:cubicBezTo>
                    <a:pt x="11034" y="5691"/>
                    <a:pt x="14254" y="6436"/>
                    <a:pt x="16296" y="6436"/>
                  </a:cubicBezTo>
                  <a:cubicBezTo>
                    <a:pt x="16714" y="6436"/>
                    <a:pt x="17083" y="6405"/>
                    <a:pt x="17387" y="6338"/>
                  </a:cubicBezTo>
                  <a:cubicBezTo>
                    <a:pt x="18329" y="6095"/>
                    <a:pt x="19180" y="5548"/>
                    <a:pt x="19788" y="4818"/>
                  </a:cubicBezTo>
                  <a:cubicBezTo>
                    <a:pt x="19788" y="4818"/>
                    <a:pt x="14682" y="4180"/>
                    <a:pt x="12250" y="3420"/>
                  </a:cubicBezTo>
                  <a:cubicBezTo>
                    <a:pt x="10812" y="2959"/>
                    <a:pt x="8088" y="1"/>
                    <a:pt x="330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8"/>
            <p:cNvSpPr/>
            <p:nvPr/>
          </p:nvSpPr>
          <p:spPr>
            <a:xfrm>
              <a:off x="5419050" y="2438775"/>
              <a:ext cx="101850" cy="80150"/>
            </a:xfrm>
            <a:custGeom>
              <a:rect b="b" l="l" r="r" t="t"/>
              <a:pathLst>
                <a:path extrusionOk="0" h="3206" w="4074">
                  <a:moveTo>
                    <a:pt x="3071" y="1"/>
                  </a:moveTo>
                  <a:lnTo>
                    <a:pt x="3132" y="61"/>
                  </a:lnTo>
                  <a:cubicBezTo>
                    <a:pt x="2585" y="92"/>
                    <a:pt x="2037" y="153"/>
                    <a:pt x="1521" y="304"/>
                  </a:cubicBezTo>
                  <a:cubicBezTo>
                    <a:pt x="1004" y="426"/>
                    <a:pt x="518" y="730"/>
                    <a:pt x="183" y="1125"/>
                  </a:cubicBezTo>
                  <a:cubicBezTo>
                    <a:pt x="62" y="1247"/>
                    <a:pt x="1" y="1429"/>
                    <a:pt x="1" y="1612"/>
                  </a:cubicBezTo>
                  <a:cubicBezTo>
                    <a:pt x="31" y="1855"/>
                    <a:pt x="183" y="2037"/>
                    <a:pt x="396" y="2159"/>
                  </a:cubicBezTo>
                  <a:cubicBezTo>
                    <a:pt x="852" y="2584"/>
                    <a:pt x="1399" y="2919"/>
                    <a:pt x="2007" y="3131"/>
                  </a:cubicBezTo>
                  <a:cubicBezTo>
                    <a:pt x="2173" y="3181"/>
                    <a:pt x="2343" y="3206"/>
                    <a:pt x="2512" y="3206"/>
                  </a:cubicBezTo>
                  <a:cubicBezTo>
                    <a:pt x="2964" y="3206"/>
                    <a:pt x="3408" y="3029"/>
                    <a:pt x="3740" y="2675"/>
                  </a:cubicBezTo>
                  <a:cubicBezTo>
                    <a:pt x="4013" y="2250"/>
                    <a:pt x="4074" y="1733"/>
                    <a:pt x="3892" y="1247"/>
                  </a:cubicBezTo>
                  <a:cubicBezTo>
                    <a:pt x="3709" y="760"/>
                    <a:pt x="3436" y="335"/>
                    <a:pt x="307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p:nvPr/>
          </p:nvSpPr>
          <p:spPr>
            <a:xfrm>
              <a:off x="5423625" y="2442250"/>
              <a:ext cx="96525" cy="75875"/>
            </a:xfrm>
            <a:custGeom>
              <a:rect b="b" l="l" r="r" t="t"/>
              <a:pathLst>
                <a:path extrusionOk="0" h="3035" w="3861">
                  <a:moveTo>
                    <a:pt x="1795" y="0"/>
                  </a:moveTo>
                  <a:cubicBezTo>
                    <a:pt x="1493" y="0"/>
                    <a:pt x="1196" y="54"/>
                    <a:pt x="912" y="135"/>
                  </a:cubicBezTo>
                  <a:cubicBezTo>
                    <a:pt x="608" y="226"/>
                    <a:pt x="365" y="409"/>
                    <a:pt x="152" y="621"/>
                  </a:cubicBezTo>
                  <a:cubicBezTo>
                    <a:pt x="61" y="713"/>
                    <a:pt x="31" y="804"/>
                    <a:pt x="0" y="925"/>
                  </a:cubicBezTo>
                  <a:cubicBezTo>
                    <a:pt x="31" y="834"/>
                    <a:pt x="91" y="743"/>
                    <a:pt x="152" y="652"/>
                  </a:cubicBezTo>
                  <a:cubicBezTo>
                    <a:pt x="365" y="439"/>
                    <a:pt x="639" y="287"/>
                    <a:pt x="912" y="196"/>
                  </a:cubicBezTo>
                  <a:cubicBezTo>
                    <a:pt x="1196" y="115"/>
                    <a:pt x="1493" y="74"/>
                    <a:pt x="1786" y="74"/>
                  </a:cubicBezTo>
                  <a:cubicBezTo>
                    <a:pt x="1932" y="74"/>
                    <a:pt x="2077" y="84"/>
                    <a:pt x="2219" y="105"/>
                  </a:cubicBezTo>
                  <a:cubicBezTo>
                    <a:pt x="2766" y="196"/>
                    <a:pt x="3253" y="500"/>
                    <a:pt x="3526" y="956"/>
                  </a:cubicBezTo>
                  <a:cubicBezTo>
                    <a:pt x="3830" y="1442"/>
                    <a:pt x="3830" y="2050"/>
                    <a:pt x="3465" y="2476"/>
                  </a:cubicBezTo>
                  <a:cubicBezTo>
                    <a:pt x="3253" y="2794"/>
                    <a:pt x="2879" y="2973"/>
                    <a:pt x="2504" y="2973"/>
                  </a:cubicBezTo>
                  <a:cubicBezTo>
                    <a:pt x="2449" y="2973"/>
                    <a:pt x="2395" y="2970"/>
                    <a:pt x="2341" y="2962"/>
                  </a:cubicBezTo>
                  <a:cubicBezTo>
                    <a:pt x="2037" y="2931"/>
                    <a:pt x="1733" y="2871"/>
                    <a:pt x="1459" y="2780"/>
                  </a:cubicBezTo>
                  <a:lnTo>
                    <a:pt x="1247" y="2688"/>
                  </a:lnTo>
                  <a:lnTo>
                    <a:pt x="1155" y="2658"/>
                  </a:lnTo>
                  <a:lnTo>
                    <a:pt x="1155" y="2658"/>
                  </a:lnTo>
                  <a:cubicBezTo>
                    <a:pt x="1186" y="2688"/>
                    <a:pt x="1186" y="2688"/>
                    <a:pt x="1216" y="2719"/>
                  </a:cubicBezTo>
                  <a:cubicBezTo>
                    <a:pt x="1277" y="2719"/>
                    <a:pt x="1368" y="2780"/>
                    <a:pt x="1459" y="2810"/>
                  </a:cubicBezTo>
                  <a:cubicBezTo>
                    <a:pt x="1733" y="2931"/>
                    <a:pt x="2037" y="2992"/>
                    <a:pt x="2341" y="3023"/>
                  </a:cubicBezTo>
                  <a:cubicBezTo>
                    <a:pt x="2398" y="3031"/>
                    <a:pt x="2455" y="3035"/>
                    <a:pt x="2512" y="3035"/>
                  </a:cubicBezTo>
                  <a:cubicBezTo>
                    <a:pt x="2668" y="3035"/>
                    <a:pt x="2823" y="3006"/>
                    <a:pt x="2979" y="2962"/>
                  </a:cubicBezTo>
                  <a:cubicBezTo>
                    <a:pt x="3192" y="2871"/>
                    <a:pt x="3405" y="2719"/>
                    <a:pt x="3557" y="2506"/>
                  </a:cubicBezTo>
                  <a:cubicBezTo>
                    <a:pt x="3709" y="2293"/>
                    <a:pt x="3830" y="2050"/>
                    <a:pt x="3830" y="1746"/>
                  </a:cubicBezTo>
                  <a:cubicBezTo>
                    <a:pt x="3861" y="1473"/>
                    <a:pt x="3769" y="1169"/>
                    <a:pt x="3617" y="925"/>
                  </a:cubicBezTo>
                  <a:cubicBezTo>
                    <a:pt x="3313" y="439"/>
                    <a:pt x="2827" y="135"/>
                    <a:pt x="2250" y="44"/>
                  </a:cubicBezTo>
                  <a:cubicBezTo>
                    <a:pt x="2098" y="14"/>
                    <a:pt x="1946" y="0"/>
                    <a:pt x="17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8"/>
            <p:cNvSpPr/>
            <p:nvPr/>
          </p:nvSpPr>
          <p:spPr>
            <a:xfrm>
              <a:off x="5433500" y="2456250"/>
              <a:ext cx="16750" cy="11425"/>
            </a:xfrm>
            <a:custGeom>
              <a:rect b="b" l="l" r="r" t="t"/>
              <a:pathLst>
                <a:path extrusionOk="0" h="457" w="670">
                  <a:moveTo>
                    <a:pt x="0" y="1"/>
                  </a:moveTo>
                  <a:lnTo>
                    <a:pt x="0" y="1"/>
                  </a:lnTo>
                  <a:cubicBezTo>
                    <a:pt x="122" y="31"/>
                    <a:pt x="244" y="122"/>
                    <a:pt x="365" y="183"/>
                  </a:cubicBezTo>
                  <a:cubicBezTo>
                    <a:pt x="487" y="274"/>
                    <a:pt x="578" y="365"/>
                    <a:pt x="669" y="457"/>
                  </a:cubicBezTo>
                  <a:cubicBezTo>
                    <a:pt x="517" y="213"/>
                    <a:pt x="274" y="31"/>
                    <a:pt x="0"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8"/>
            <p:cNvSpPr/>
            <p:nvPr/>
          </p:nvSpPr>
          <p:spPr>
            <a:xfrm>
              <a:off x="5457050" y="2456250"/>
              <a:ext cx="14475" cy="12175"/>
            </a:xfrm>
            <a:custGeom>
              <a:rect b="b" l="l" r="r" t="t"/>
              <a:pathLst>
                <a:path extrusionOk="0" h="487" w="579">
                  <a:moveTo>
                    <a:pt x="1" y="1"/>
                  </a:moveTo>
                  <a:cubicBezTo>
                    <a:pt x="1" y="31"/>
                    <a:pt x="122" y="92"/>
                    <a:pt x="305" y="244"/>
                  </a:cubicBezTo>
                  <a:cubicBezTo>
                    <a:pt x="457" y="365"/>
                    <a:pt x="578" y="487"/>
                    <a:pt x="578" y="487"/>
                  </a:cubicBezTo>
                  <a:cubicBezTo>
                    <a:pt x="517" y="365"/>
                    <a:pt x="426" y="274"/>
                    <a:pt x="335" y="213"/>
                  </a:cubicBezTo>
                  <a:cubicBezTo>
                    <a:pt x="213" y="122"/>
                    <a:pt x="122" y="61"/>
                    <a:pt x="1"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a:off x="5458575" y="2481325"/>
              <a:ext cx="21300" cy="31950"/>
            </a:xfrm>
            <a:custGeom>
              <a:rect b="b" l="l" r="r" t="t"/>
              <a:pathLst>
                <a:path extrusionOk="0" h="1278" w="852">
                  <a:moveTo>
                    <a:pt x="0" y="1"/>
                  </a:moveTo>
                  <a:cubicBezTo>
                    <a:pt x="1" y="1"/>
                    <a:pt x="61" y="62"/>
                    <a:pt x="183" y="153"/>
                  </a:cubicBezTo>
                  <a:cubicBezTo>
                    <a:pt x="304" y="244"/>
                    <a:pt x="456" y="396"/>
                    <a:pt x="548" y="548"/>
                  </a:cubicBezTo>
                  <a:cubicBezTo>
                    <a:pt x="639" y="700"/>
                    <a:pt x="730" y="852"/>
                    <a:pt x="791" y="1034"/>
                  </a:cubicBezTo>
                  <a:cubicBezTo>
                    <a:pt x="760" y="852"/>
                    <a:pt x="669" y="669"/>
                    <a:pt x="578" y="517"/>
                  </a:cubicBezTo>
                  <a:cubicBezTo>
                    <a:pt x="456" y="365"/>
                    <a:pt x="335" y="244"/>
                    <a:pt x="183" y="122"/>
                  </a:cubicBezTo>
                  <a:cubicBezTo>
                    <a:pt x="122" y="61"/>
                    <a:pt x="61" y="31"/>
                    <a:pt x="0" y="1"/>
                  </a:cubicBezTo>
                  <a:close/>
                  <a:moveTo>
                    <a:pt x="791" y="1034"/>
                  </a:moveTo>
                  <a:lnTo>
                    <a:pt x="791" y="1034"/>
                  </a:lnTo>
                  <a:cubicBezTo>
                    <a:pt x="821" y="1186"/>
                    <a:pt x="852" y="1277"/>
                    <a:pt x="852" y="1277"/>
                  </a:cubicBezTo>
                  <a:cubicBezTo>
                    <a:pt x="852" y="1186"/>
                    <a:pt x="821" y="1095"/>
                    <a:pt x="791" y="1034"/>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8"/>
            <p:cNvSpPr/>
            <p:nvPr/>
          </p:nvSpPr>
          <p:spPr>
            <a:xfrm>
              <a:off x="5494300" y="2460050"/>
              <a:ext cx="7625" cy="36500"/>
            </a:xfrm>
            <a:custGeom>
              <a:rect b="b" l="l" r="r" t="t"/>
              <a:pathLst>
                <a:path extrusionOk="0" h="1460" w="305">
                  <a:moveTo>
                    <a:pt x="0" y="1"/>
                  </a:moveTo>
                  <a:lnTo>
                    <a:pt x="0" y="1"/>
                  </a:lnTo>
                  <a:cubicBezTo>
                    <a:pt x="0" y="1"/>
                    <a:pt x="30" y="61"/>
                    <a:pt x="61" y="183"/>
                  </a:cubicBezTo>
                  <a:cubicBezTo>
                    <a:pt x="152" y="365"/>
                    <a:pt x="182" y="517"/>
                    <a:pt x="213" y="700"/>
                  </a:cubicBezTo>
                  <a:cubicBezTo>
                    <a:pt x="243" y="882"/>
                    <a:pt x="274" y="1064"/>
                    <a:pt x="274" y="1216"/>
                  </a:cubicBezTo>
                  <a:cubicBezTo>
                    <a:pt x="243" y="1308"/>
                    <a:pt x="243" y="1368"/>
                    <a:pt x="274" y="1460"/>
                  </a:cubicBezTo>
                  <a:cubicBezTo>
                    <a:pt x="274" y="1429"/>
                    <a:pt x="274" y="1399"/>
                    <a:pt x="304" y="1399"/>
                  </a:cubicBezTo>
                  <a:cubicBezTo>
                    <a:pt x="304" y="1338"/>
                    <a:pt x="304" y="1277"/>
                    <a:pt x="304" y="1216"/>
                  </a:cubicBezTo>
                  <a:cubicBezTo>
                    <a:pt x="304" y="1064"/>
                    <a:pt x="304" y="882"/>
                    <a:pt x="274" y="700"/>
                  </a:cubicBezTo>
                  <a:cubicBezTo>
                    <a:pt x="243" y="517"/>
                    <a:pt x="182" y="335"/>
                    <a:pt x="91" y="183"/>
                  </a:cubicBezTo>
                  <a:cubicBezTo>
                    <a:pt x="91" y="122"/>
                    <a:pt x="61" y="92"/>
                    <a:pt x="30" y="31"/>
                  </a:cubicBezTo>
                  <a:cubicBezTo>
                    <a:pt x="0" y="1"/>
                    <a:pt x="0" y="1"/>
                    <a:pt x="0"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8"/>
            <p:cNvSpPr/>
            <p:nvPr/>
          </p:nvSpPr>
          <p:spPr>
            <a:xfrm>
              <a:off x="5448700" y="2457025"/>
              <a:ext cx="52450" cy="37250"/>
            </a:xfrm>
            <a:custGeom>
              <a:rect b="b" l="l" r="r" t="t"/>
              <a:pathLst>
                <a:path extrusionOk="0" h="1490" w="2098">
                  <a:moveTo>
                    <a:pt x="2098" y="0"/>
                  </a:moveTo>
                  <a:cubicBezTo>
                    <a:pt x="1976" y="0"/>
                    <a:pt x="1854" y="30"/>
                    <a:pt x="1733" y="91"/>
                  </a:cubicBezTo>
                  <a:cubicBezTo>
                    <a:pt x="1125" y="304"/>
                    <a:pt x="608" y="669"/>
                    <a:pt x="213" y="1155"/>
                  </a:cubicBezTo>
                  <a:cubicBezTo>
                    <a:pt x="122" y="1246"/>
                    <a:pt x="61" y="1368"/>
                    <a:pt x="0" y="1489"/>
                  </a:cubicBezTo>
                  <a:cubicBezTo>
                    <a:pt x="517" y="790"/>
                    <a:pt x="1247" y="274"/>
                    <a:pt x="209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8"/>
            <p:cNvSpPr/>
            <p:nvPr/>
          </p:nvSpPr>
          <p:spPr>
            <a:xfrm>
              <a:off x="5444125" y="2446375"/>
              <a:ext cx="25125" cy="45625"/>
            </a:xfrm>
            <a:custGeom>
              <a:rect b="b" l="l" r="r" t="t"/>
              <a:pathLst>
                <a:path extrusionOk="0" h="1825" w="1005">
                  <a:moveTo>
                    <a:pt x="1004" y="0"/>
                  </a:moveTo>
                  <a:lnTo>
                    <a:pt x="1004" y="0"/>
                  </a:lnTo>
                  <a:cubicBezTo>
                    <a:pt x="913" y="31"/>
                    <a:pt x="822" y="92"/>
                    <a:pt x="730" y="152"/>
                  </a:cubicBezTo>
                  <a:cubicBezTo>
                    <a:pt x="548" y="335"/>
                    <a:pt x="366" y="517"/>
                    <a:pt x="244" y="760"/>
                  </a:cubicBezTo>
                  <a:cubicBezTo>
                    <a:pt x="123" y="973"/>
                    <a:pt x="31" y="1247"/>
                    <a:pt x="31" y="1490"/>
                  </a:cubicBezTo>
                  <a:cubicBezTo>
                    <a:pt x="1" y="1611"/>
                    <a:pt x="1" y="1703"/>
                    <a:pt x="31" y="1824"/>
                  </a:cubicBezTo>
                  <a:cubicBezTo>
                    <a:pt x="31" y="1459"/>
                    <a:pt x="153" y="1125"/>
                    <a:pt x="305" y="791"/>
                  </a:cubicBezTo>
                  <a:cubicBezTo>
                    <a:pt x="487" y="487"/>
                    <a:pt x="700" y="213"/>
                    <a:pt x="100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5466925" y="2474500"/>
              <a:ext cx="38025" cy="38775"/>
            </a:xfrm>
            <a:custGeom>
              <a:rect b="b" l="l" r="r" t="t"/>
              <a:pathLst>
                <a:path extrusionOk="0" h="1551" w="1521">
                  <a:moveTo>
                    <a:pt x="31" y="0"/>
                  </a:moveTo>
                  <a:lnTo>
                    <a:pt x="31" y="0"/>
                  </a:lnTo>
                  <a:cubicBezTo>
                    <a:pt x="1" y="31"/>
                    <a:pt x="487" y="243"/>
                    <a:pt x="943" y="608"/>
                  </a:cubicBezTo>
                  <a:cubicBezTo>
                    <a:pt x="1156" y="790"/>
                    <a:pt x="1308" y="1003"/>
                    <a:pt x="1399" y="1216"/>
                  </a:cubicBezTo>
                  <a:cubicBezTo>
                    <a:pt x="1490" y="1398"/>
                    <a:pt x="1490" y="1550"/>
                    <a:pt x="1490" y="1550"/>
                  </a:cubicBezTo>
                  <a:cubicBezTo>
                    <a:pt x="1521" y="1429"/>
                    <a:pt x="1490" y="1307"/>
                    <a:pt x="1460" y="1216"/>
                  </a:cubicBezTo>
                  <a:cubicBezTo>
                    <a:pt x="1369" y="942"/>
                    <a:pt x="1217" y="730"/>
                    <a:pt x="1004" y="547"/>
                  </a:cubicBezTo>
                  <a:cubicBezTo>
                    <a:pt x="791" y="395"/>
                    <a:pt x="578" y="243"/>
                    <a:pt x="335" y="122"/>
                  </a:cubicBezTo>
                  <a:cubicBezTo>
                    <a:pt x="244" y="61"/>
                    <a:pt x="153" y="31"/>
                    <a:pt x="3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p:nvPr/>
          </p:nvSpPr>
          <p:spPr>
            <a:xfrm>
              <a:off x="4933500" y="2416950"/>
              <a:ext cx="300925" cy="67450"/>
            </a:xfrm>
            <a:custGeom>
              <a:rect b="b" l="l" r="r" t="t"/>
              <a:pathLst>
                <a:path extrusionOk="0" h="2698" w="12037">
                  <a:moveTo>
                    <a:pt x="5000" y="0"/>
                  </a:moveTo>
                  <a:cubicBezTo>
                    <a:pt x="4348" y="0"/>
                    <a:pt x="3692" y="74"/>
                    <a:pt x="3070" y="235"/>
                  </a:cubicBezTo>
                  <a:cubicBezTo>
                    <a:pt x="2401" y="418"/>
                    <a:pt x="1763" y="752"/>
                    <a:pt x="1216" y="1208"/>
                  </a:cubicBezTo>
                  <a:cubicBezTo>
                    <a:pt x="851" y="1512"/>
                    <a:pt x="517" y="1846"/>
                    <a:pt x="274" y="2241"/>
                  </a:cubicBezTo>
                  <a:cubicBezTo>
                    <a:pt x="152" y="2363"/>
                    <a:pt x="61" y="2515"/>
                    <a:pt x="0" y="2697"/>
                  </a:cubicBezTo>
                  <a:cubicBezTo>
                    <a:pt x="365" y="2181"/>
                    <a:pt x="821" y="1694"/>
                    <a:pt x="1307" y="1299"/>
                  </a:cubicBezTo>
                  <a:cubicBezTo>
                    <a:pt x="1854" y="904"/>
                    <a:pt x="2462" y="600"/>
                    <a:pt x="3100" y="418"/>
                  </a:cubicBezTo>
                  <a:cubicBezTo>
                    <a:pt x="3722" y="256"/>
                    <a:pt x="4361" y="182"/>
                    <a:pt x="4991" y="182"/>
                  </a:cubicBezTo>
                  <a:cubicBezTo>
                    <a:pt x="5193" y="182"/>
                    <a:pt x="5394" y="190"/>
                    <a:pt x="5593" y="205"/>
                  </a:cubicBezTo>
                  <a:cubicBezTo>
                    <a:pt x="7143" y="266"/>
                    <a:pt x="8663" y="448"/>
                    <a:pt x="10152" y="752"/>
                  </a:cubicBezTo>
                  <a:cubicBezTo>
                    <a:pt x="10730" y="843"/>
                    <a:pt x="11216" y="965"/>
                    <a:pt x="11520" y="1026"/>
                  </a:cubicBezTo>
                  <a:cubicBezTo>
                    <a:pt x="11702" y="1086"/>
                    <a:pt x="11854" y="1117"/>
                    <a:pt x="12037" y="1117"/>
                  </a:cubicBezTo>
                  <a:cubicBezTo>
                    <a:pt x="11885" y="1056"/>
                    <a:pt x="11733" y="995"/>
                    <a:pt x="11550" y="965"/>
                  </a:cubicBezTo>
                  <a:cubicBezTo>
                    <a:pt x="11246" y="874"/>
                    <a:pt x="10791" y="722"/>
                    <a:pt x="10213" y="600"/>
                  </a:cubicBezTo>
                  <a:cubicBezTo>
                    <a:pt x="8693" y="266"/>
                    <a:pt x="7173" y="83"/>
                    <a:pt x="5623" y="22"/>
                  </a:cubicBezTo>
                  <a:cubicBezTo>
                    <a:pt x="5417" y="8"/>
                    <a:pt x="5208" y="0"/>
                    <a:pt x="500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8"/>
            <p:cNvSpPr/>
            <p:nvPr/>
          </p:nvSpPr>
          <p:spPr>
            <a:xfrm>
              <a:off x="4289850" y="2289025"/>
              <a:ext cx="645950" cy="299550"/>
            </a:xfrm>
            <a:custGeom>
              <a:rect b="b" l="l" r="r" t="t"/>
              <a:pathLst>
                <a:path extrusionOk="0" h="11982" w="25838">
                  <a:moveTo>
                    <a:pt x="3245" y="1"/>
                  </a:moveTo>
                  <a:cubicBezTo>
                    <a:pt x="2510" y="1"/>
                    <a:pt x="1779" y="143"/>
                    <a:pt x="1095" y="428"/>
                  </a:cubicBezTo>
                  <a:cubicBezTo>
                    <a:pt x="822" y="550"/>
                    <a:pt x="548" y="702"/>
                    <a:pt x="274" y="884"/>
                  </a:cubicBezTo>
                  <a:cubicBezTo>
                    <a:pt x="183" y="945"/>
                    <a:pt x="92" y="1006"/>
                    <a:pt x="1" y="1097"/>
                  </a:cubicBezTo>
                  <a:cubicBezTo>
                    <a:pt x="366" y="854"/>
                    <a:pt x="730" y="671"/>
                    <a:pt x="1126" y="489"/>
                  </a:cubicBezTo>
                  <a:cubicBezTo>
                    <a:pt x="1746" y="241"/>
                    <a:pt x="2408" y="117"/>
                    <a:pt x="3075" y="117"/>
                  </a:cubicBezTo>
                  <a:cubicBezTo>
                    <a:pt x="3552" y="117"/>
                    <a:pt x="4031" y="180"/>
                    <a:pt x="4499" y="307"/>
                  </a:cubicBezTo>
                  <a:cubicBezTo>
                    <a:pt x="5259" y="489"/>
                    <a:pt x="5989" y="854"/>
                    <a:pt x="6566" y="1401"/>
                  </a:cubicBezTo>
                  <a:cubicBezTo>
                    <a:pt x="7235" y="2009"/>
                    <a:pt x="7843" y="2708"/>
                    <a:pt x="8329" y="3468"/>
                  </a:cubicBezTo>
                  <a:cubicBezTo>
                    <a:pt x="8907" y="4319"/>
                    <a:pt x="9515" y="5139"/>
                    <a:pt x="10153" y="5930"/>
                  </a:cubicBezTo>
                  <a:cubicBezTo>
                    <a:pt x="10852" y="6781"/>
                    <a:pt x="11642" y="7571"/>
                    <a:pt x="12463" y="8270"/>
                  </a:cubicBezTo>
                  <a:cubicBezTo>
                    <a:pt x="14165" y="9760"/>
                    <a:pt x="15989" y="10945"/>
                    <a:pt x="17874" y="11553"/>
                  </a:cubicBezTo>
                  <a:cubicBezTo>
                    <a:pt x="18755" y="11826"/>
                    <a:pt x="19667" y="11978"/>
                    <a:pt x="20609" y="11978"/>
                  </a:cubicBezTo>
                  <a:cubicBezTo>
                    <a:pt x="20661" y="11980"/>
                    <a:pt x="20712" y="11981"/>
                    <a:pt x="20763" y="11981"/>
                  </a:cubicBezTo>
                  <a:cubicBezTo>
                    <a:pt x="21529" y="11981"/>
                    <a:pt x="22266" y="11769"/>
                    <a:pt x="22950" y="11371"/>
                  </a:cubicBezTo>
                  <a:cubicBezTo>
                    <a:pt x="23497" y="11006"/>
                    <a:pt x="23983" y="10519"/>
                    <a:pt x="24348" y="9972"/>
                  </a:cubicBezTo>
                  <a:cubicBezTo>
                    <a:pt x="24713" y="9486"/>
                    <a:pt x="24986" y="9091"/>
                    <a:pt x="25199" y="8726"/>
                  </a:cubicBezTo>
                  <a:lnTo>
                    <a:pt x="25685" y="7936"/>
                  </a:lnTo>
                  <a:cubicBezTo>
                    <a:pt x="25746" y="7845"/>
                    <a:pt x="25807" y="7723"/>
                    <a:pt x="25837" y="7632"/>
                  </a:cubicBezTo>
                  <a:lnTo>
                    <a:pt x="25837" y="7632"/>
                  </a:lnTo>
                  <a:cubicBezTo>
                    <a:pt x="25776" y="7723"/>
                    <a:pt x="25716" y="7814"/>
                    <a:pt x="25655" y="7905"/>
                  </a:cubicBezTo>
                  <a:lnTo>
                    <a:pt x="25138" y="8696"/>
                  </a:lnTo>
                  <a:cubicBezTo>
                    <a:pt x="24895" y="9030"/>
                    <a:pt x="24621" y="9456"/>
                    <a:pt x="24287" y="9912"/>
                  </a:cubicBezTo>
                  <a:cubicBezTo>
                    <a:pt x="23892" y="10459"/>
                    <a:pt x="23406" y="10915"/>
                    <a:pt x="22858" y="11249"/>
                  </a:cubicBezTo>
                  <a:cubicBezTo>
                    <a:pt x="22232" y="11619"/>
                    <a:pt x="21499" y="11829"/>
                    <a:pt x="20759" y="11829"/>
                  </a:cubicBezTo>
                  <a:cubicBezTo>
                    <a:pt x="20709" y="11829"/>
                    <a:pt x="20659" y="11828"/>
                    <a:pt x="20609" y="11826"/>
                  </a:cubicBezTo>
                  <a:cubicBezTo>
                    <a:pt x="19697" y="11826"/>
                    <a:pt x="18785" y="11675"/>
                    <a:pt x="17904" y="11371"/>
                  </a:cubicBezTo>
                  <a:cubicBezTo>
                    <a:pt x="16080" y="10793"/>
                    <a:pt x="14287" y="9577"/>
                    <a:pt x="12585" y="8118"/>
                  </a:cubicBezTo>
                  <a:cubicBezTo>
                    <a:pt x="11794" y="7419"/>
                    <a:pt x="11035" y="6629"/>
                    <a:pt x="10305" y="5808"/>
                  </a:cubicBezTo>
                  <a:cubicBezTo>
                    <a:pt x="9667" y="5018"/>
                    <a:pt x="9059" y="4228"/>
                    <a:pt x="8512" y="3377"/>
                  </a:cubicBezTo>
                  <a:cubicBezTo>
                    <a:pt x="7995" y="2586"/>
                    <a:pt x="7387" y="1887"/>
                    <a:pt x="6688" y="1279"/>
                  </a:cubicBezTo>
                  <a:cubicBezTo>
                    <a:pt x="6080" y="732"/>
                    <a:pt x="5351" y="337"/>
                    <a:pt x="4560" y="155"/>
                  </a:cubicBezTo>
                  <a:cubicBezTo>
                    <a:pt x="4127" y="52"/>
                    <a:pt x="3685" y="1"/>
                    <a:pt x="3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a:off x="4371175" y="2231775"/>
              <a:ext cx="155800" cy="59600"/>
            </a:xfrm>
            <a:custGeom>
              <a:rect b="b" l="l" r="r" t="t"/>
              <a:pathLst>
                <a:path extrusionOk="0" h="2384" w="6232">
                  <a:moveTo>
                    <a:pt x="5938" y="0"/>
                  </a:moveTo>
                  <a:cubicBezTo>
                    <a:pt x="5701" y="0"/>
                    <a:pt x="5465" y="22"/>
                    <a:pt x="5228" y="43"/>
                  </a:cubicBezTo>
                  <a:cubicBezTo>
                    <a:pt x="3617" y="195"/>
                    <a:pt x="2067" y="803"/>
                    <a:pt x="760" y="1745"/>
                  </a:cubicBezTo>
                  <a:cubicBezTo>
                    <a:pt x="487" y="1958"/>
                    <a:pt x="243" y="2171"/>
                    <a:pt x="0" y="2384"/>
                  </a:cubicBezTo>
                  <a:lnTo>
                    <a:pt x="213" y="2232"/>
                  </a:lnTo>
                  <a:cubicBezTo>
                    <a:pt x="335" y="2110"/>
                    <a:pt x="547" y="1958"/>
                    <a:pt x="791" y="1776"/>
                  </a:cubicBezTo>
                  <a:cubicBezTo>
                    <a:pt x="2098" y="834"/>
                    <a:pt x="3617" y="256"/>
                    <a:pt x="5228" y="74"/>
                  </a:cubicBezTo>
                  <a:cubicBezTo>
                    <a:pt x="5532" y="43"/>
                    <a:pt x="5775" y="13"/>
                    <a:pt x="5958" y="13"/>
                  </a:cubicBezTo>
                  <a:lnTo>
                    <a:pt x="6231" y="13"/>
                  </a:lnTo>
                  <a:cubicBezTo>
                    <a:pt x="6133" y="4"/>
                    <a:pt x="6035" y="0"/>
                    <a:pt x="5938"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a:off x="4520875" y="2324025"/>
              <a:ext cx="158075" cy="76025"/>
            </a:xfrm>
            <a:custGeom>
              <a:rect b="b" l="l" r="r" t="t"/>
              <a:pathLst>
                <a:path extrusionOk="0" h="3041" w="6323">
                  <a:moveTo>
                    <a:pt x="6322" y="1"/>
                  </a:moveTo>
                  <a:lnTo>
                    <a:pt x="6322" y="1"/>
                  </a:lnTo>
                  <a:cubicBezTo>
                    <a:pt x="5988" y="31"/>
                    <a:pt x="5623" y="92"/>
                    <a:pt x="5289" y="153"/>
                  </a:cubicBezTo>
                  <a:cubicBezTo>
                    <a:pt x="4468" y="305"/>
                    <a:pt x="3648" y="578"/>
                    <a:pt x="2888" y="943"/>
                  </a:cubicBezTo>
                  <a:cubicBezTo>
                    <a:pt x="2128" y="1308"/>
                    <a:pt x="1398" y="1764"/>
                    <a:pt x="760" y="2311"/>
                  </a:cubicBezTo>
                  <a:cubicBezTo>
                    <a:pt x="487" y="2554"/>
                    <a:pt x="243" y="2797"/>
                    <a:pt x="0" y="3040"/>
                  </a:cubicBezTo>
                  <a:lnTo>
                    <a:pt x="213" y="2858"/>
                  </a:lnTo>
                  <a:cubicBezTo>
                    <a:pt x="335" y="2736"/>
                    <a:pt x="547" y="2554"/>
                    <a:pt x="790" y="2341"/>
                  </a:cubicBezTo>
                  <a:cubicBezTo>
                    <a:pt x="1429" y="1794"/>
                    <a:pt x="2158" y="1338"/>
                    <a:pt x="2918" y="973"/>
                  </a:cubicBezTo>
                  <a:cubicBezTo>
                    <a:pt x="3678" y="609"/>
                    <a:pt x="4468" y="335"/>
                    <a:pt x="5289" y="183"/>
                  </a:cubicBezTo>
                  <a:cubicBezTo>
                    <a:pt x="5623" y="122"/>
                    <a:pt x="5867" y="62"/>
                    <a:pt x="6049" y="31"/>
                  </a:cubicBezTo>
                  <a:lnTo>
                    <a:pt x="6322" y="1"/>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4672075" y="2375700"/>
              <a:ext cx="78300" cy="164925"/>
            </a:xfrm>
            <a:custGeom>
              <a:rect b="b" l="l" r="r" t="t"/>
              <a:pathLst>
                <a:path extrusionOk="0" h="6597" w="3132">
                  <a:moveTo>
                    <a:pt x="3132" y="1"/>
                  </a:moveTo>
                  <a:cubicBezTo>
                    <a:pt x="3131" y="1"/>
                    <a:pt x="2797" y="305"/>
                    <a:pt x="2372" y="821"/>
                  </a:cubicBezTo>
                  <a:cubicBezTo>
                    <a:pt x="1764" y="1460"/>
                    <a:pt x="1217" y="2189"/>
                    <a:pt x="791" y="2949"/>
                  </a:cubicBezTo>
                  <a:cubicBezTo>
                    <a:pt x="335" y="3739"/>
                    <a:pt x="92" y="4590"/>
                    <a:pt x="31" y="5502"/>
                  </a:cubicBezTo>
                  <a:cubicBezTo>
                    <a:pt x="1" y="5776"/>
                    <a:pt x="1" y="6019"/>
                    <a:pt x="62" y="6293"/>
                  </a:cubicBezTo>
                  <a:cubicBezTo>
                    <a:pt x="31" y="6019"/>
                    <a:pt x="31" y="5776"/>
                    <a:pt x="62" y="5502"/>
                  </a:cubicBezTo>
                  <a:cubicBezTo>
                    <a:pt x="123" y="4621"/>
                    <a:pt x="396" y="3739"/>
                    <a:pt x="852" y="2979"/>
                  </a:cubicBezTo>
                  <a:cubicBezTo>
                    <a:pt x="1278" y="2220"/>
                    <a:pt x="1794" y="1490"/>
                    <a:pt x="2402" y="821"/>
                  </a:cubicBezTo>
                  <a:lnTo>
                    <a:pt x="2919" y="244"/>
                  </a:lnTo>
                  <a:lnTo>
                    <a:pt x="3132" y="1"/>
                  </a:lnTo>
                  <a:close/>
                  <a:moveTo>
                    <a:pt x="62" y="6293"/>
                  </a:moveTo>
                  <a:cubicBezTo>
                    <a:pt x="62" y="6375"/>
                    <a:pt x="62" y="6457"/>
                    <a:pt x="84" y="6494"/>
                  </a:cubicBezTo>
                  <a:lnTo>
                    <a:pt x="84" y="6494"/>
                  </a:lnTo>
                  <a:cubicBezTo>
                    <a:pt x="75" y="6426"/>
                    <a:pt x="62" y="6353"/>
                    <a:pt x="62" y="6293"/>
                  </a:cubicBezTo>
                  <a:close/>
                  <a:moveTo>
                    <a:pt x="84" y="6494"/>
                  </a:moveTo>
                  <a:cubicBezTo>
                    <a:pt x="89" y="6530"/>
                    <a:pt x="92" y="6565"/>
                    <a:pt x="92" y="6597"/>
                  </a:cubicBezTo>
                  <a:lnTo>
                    <a:pt x="92" y="6505"/>
                  </a:lnTo>
                  <a:cubicBezTo>
                    <a:pt x="89" y="6502"/>
                    <a:pt x="86" y="6499"/>
                    <a:pt x="84" y="6494"/>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4836225" y="2393175"/>
              <a:ext cx="5350" cy="51700"/>
            </a:xfrm>
            <a:custGeom>
              <a:rect b="b" l="l" r="r" t="t"/>
              <a:pathLst>
                <a:path extrusionOk="0" h="2068" w="214">
                  <a:moveTo>
                    <a:pt x="183" y="1"/>
                  </a:moveTo>
                  <a:lnTo>
                    <a:pt x="183" y="1"/>
                  </a:lnTo>
                  <a:cubicBezTo>
                    <a:pt x="152" y="92"/>
                    <a:pt x="122" y="183"/>
                    <a:pt x="92" y="305"/>
                  </a:cubicBezTo>
                  <a:cubicBezTo>
                    <a:pt x="0" y="791"/>
                    <a:pt x="0" y="1277"/>
                    <a:pt x="122" y="1764"/>
                  </a:cubicBezTo>
                  <a:cubicBezTo>
                    <a:pt x="152" y="1885"/>
                    <a:pt x="183" y="1977"/>
                    <a:pt x="213" y="2068"/>
                  </a:cubicBezTo>
                  <a:cubicBezTo>
                    <a:pt x="213" y="2068"/>
                    <a:pt x="183" y="1946"/>
                    <a:pt x="152" y="1764"/>
                  </a:cubicBezTo>
                  <a:cubicBezTo>
                    <a:pt x="31" y="1277"/>
                    <a:pt x="31" y="791"/>
                    <a:pt x="122" y="305"/>
                  </a:cubicBezTo>
                  <a:cubicBezTo>
                    <a:pt x="152" y="123"/>
                    <a:pt x="183" y="1"/>
                    <a:pt x="183"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8"/>
            <p:cNvSpPr/>
            <p:nvPr/>
          </p:nvSpPr>
          <p:spPr>
            <a:xfrm>
              <a:off x="4805075" y="2453225"/>
              <a:ext cx="66125" cy="107150"/>
            </a:xfrm>
            <a:custGeom>
              <a:rect b="b" l="l" r="r" t="t"/>
              <a:pathLst>
                <a:path extrusionOk="0" h="4286" w="2645">
                  <a:moveTo>
                    <a:pt x="0" y="0"/>
                  </a:moveTo>
                  <a:cubicBezTo>
                    <a:pt x="0" y="0"/>
                    <a:pt x="0" y="35"/>
                    <a:pt x="13" y="104"/>
                  </a:cubicBezTo>
                  <a:lnTo>
                    <a:pt x="13" y="104"/>
                  </a:lnTo>
                  <a:cubicBezTo>
                    <a:pt x="9" y="69"/>
                    <a:pt x="5" y="35"/>
                    <a:pt x="0" y="0"/>
                  </a:cubicBezTo>
                  <a:close/>
                  <a:moveTo>
                    <a:pt x="13" y="104"/>
                  </a:moveTo>
                  <a:cubicBezTo>
                    <a:pt x="40" y="313"/>
                    <a:pt x="70" y="525"/>
                    <a:pt x="122" y="760"/>
                  </a:cubicBezTo>
                  <a:cubicBezTo>
                    <a:pt x="426" y="1945"/>
                    <a:pt x="1094" y="3040"/>
                    <a:pt x="2037" y="3830"/>
                  </a:cubicBezTo>
                  <a:cubicBezTo>
                    <a:pt x="2207" y="4000"/>
                    <a:pt x="2403" y="4143"/>
                    <a:pt x="2601" y="4261"/>
                  </a:cubicBezTo>
                  <a:lnTo>
                    <a:pt x="2601" y="4261"/>
                  </a:lnTo>
                  <a:cubicBezTo>
                    <a:pt x="2571" y="4242"/>
                    <a:pt x="2525" y="4211"/>
                    <a:pt x="2462" y="4164"/>
                  </a:cubicBezTo>
                  <a:cubicBezTo>
                    <a:pt x="2310" y="4043"/>
                    <a:pt x="2189" y="3921"/>
                    <a:pt x="2037" y="3800"/>
                  </a:cubicBezTo>
                  <a:cubicBezTo>
                    <a:pt x="1125" y="2979"/>
                    <a:pt x="456" y="1915"/>
                    <a:pt x="152" y="730"/>
                  </a:cubicBezTo>
                  <a:cubicBezTo>
                    <a:pt x="91" y="517"/>
                    <a:pt x="91" y="304"/>
                    <a:pt x="31" y="182"/>
                  </a:cubicBezTo>
                  <a:cubicBezTo>
                    <a:pt x="23" y="153"/>
                    <a:pt x="17" y="126"/>
                    <a:pt x="13" y="104"/>
                  </a:cubicBezTo>
                  <a:close/>
                  <a:moveTo>
                    <a:pt x="2601" y="4261"/>
                  </a:moveTo>
                  <a:cubicBezTo>
                    <a:pt x="2630" y="4279"/>
                    <a:pt x="2645" y="4286"/>
                    <a:pt x="2645" y="4286"/>
                  </a:cubicBezTo>
                  <a:cubicBezTo>
                    <a:pt x="2630" y="4278"/>
                    <a:pt x="2616" y="4269"/>
                    <a:pt x="2601" y="426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p:nvPr/>
          </p:nvSpPr>
          <p:spPr>
            <a:xfrm>
              <a:off x="4924375" y="2370375"/>
              <a:ext cx="71450" cy="57025"/>
            </a:xfrm>
            <a:custGeom>
              <a:rect b="b" l="l" r="r" t="t"/>
              <a:pathLst>
                <a:path extrusionOk="0" h="2281" w="2858">
                  <a:moveTo>
                    <a:pt x="0" y="1"/>
                  </a:moveTo>
                  <a:lnTo>
                    <a:pt x="0" y="1"/>
                  </a:lnTo>
                  <a:cubicBezTo>
                    <a:pt x="0" y="1"/>
                    <a:pt x="152" y="183"/>
                    <a:pt x="395" y="426"/>
                  </a:cubicBezTo>
                  <a:cubicBezTo>
                    <a:pt x="699" y="730"/>
                    <a:pt x="1034" y="1034"/>
                    <a:pt x="1399" y="1338"/>
                  </a:cubicBezTo>
                  <a:cubicBezTo>
                    <a:pt x="1733" y="1612"/>
                    <a:pt x="2098" y="1855"/>
                    <a:pt x="2493" y="2098"/>
                  </a:cubicBezTo>
                  <a:cubicBezTo>
                    <a:pt x="2649" y="2177"/>
                    <a:pt x="2774" y="2239"/>
                    <a:pt x="2858" y="2281"/>
                  </a:cubicBezTo>
                  <a:lnTo>
                    <a:pt x="2493" y="2068"/>
                  </a:lnTo>
                  <a:cubicBezTo>
                    <a:pt x="2128" y="1825"/>
                    <a:pt x="1733" y="1582"/>
                    <a:pt x="1399" y="1308"/>
                  </a:cubicBezTo>
                  <a:cubicBezTo>
                    <a:pt x="1034" y="1004"/>
                    <a:pt x="699" y="730"/>
                    <a:pt x="395" y="396"/>
                  </a:cubicBezTo>
                  <a:lnTo>
                    <a:pt x="122" y="92"/>
                  </a:lnTo>
                  <a:lnTo>
                    <a:pt x="0" y="1"/>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5078625" y="2325550"/>
              <a:ext cx="12175" cy="91225"/>
            </a:xfrm>
            <a:custGeom>
              <a:rect b="b" l="l" r="r" t="t"/>
              <a:pathLst>
                <a:path extrusionOk="0" h="3649" w="487">
                  <a:moveTo>
                    <a:pt x="1" y="1"/>
                  </a:moveTo>
                  <a:lnTo>
                    <a:pt x="92" y="426"/>
                  </a:lnTo>
                  <a:cubicBezTo>
                    <a:pt x="153" y="730"/>
                    <a:pt x="244" y="1216"/>
                    <a:pt x="335" y="1733"/>
                  </a:cubicBezTo>
                  <a:cubicBezTo>
                    <a:pt x="396" y="2250"/>
                    <a:pt x="457" y="2736"/>
                    <a:pt x="457" y="3071"/>
                  </a:cubicBezTo>
                  <a:cubicBezTo>
                    <a:pt x="457" y="3223"/>
                    <a:pt x="457" y="3405"/>
                    <a:pt x="457" y="3496"/>
                  </a:cubicBezTo>
                  <a:lnTo>
                    <a:pt x="457" y="3648"/>
                  </a:lnTo>
                  <a:cubicBezTo>
                    <a:pt x="457" y="3648"/>
                    <a:pt x="487" y="3587"/>
                    <a:pt x="487" y="3466"/>
                  </a:cubicBezTo>
                  <a:lnTo>
                    <a:pt x="487" y="3071"/>
                  </a:lnTo>
                  <a:cubicBezTo>
                    <a:pt x="457" y="2615"/>
                    <a:pt x="426" y="2159"/>
                    <a:pt x="365" y="1733"/>
                  </a:cubicBezTo>
                  <a:cubicBezTo>
                    <a:pt x="274" y="1186"/>
                    <a:pt x="183" y="730"/>
                    <a:pt x="122" y="396"/>
                  </a:cubicBezTo>
                  <a:cubicBezTo>
                    <a:pt x="61" y="244"/>
                    <a:pt x="61" y="92"/>
                    <a:pt x="1"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p:nvPr/>
          </p:nvSpPr>
          <p:spPr>
            <a:xfrm>
              <a:off x="5192600" y="2351400"/>
              <a:ext cx="16000" cy="76750"/>
            </a:xfrm>
            <a:custGeom>
              <a:rect b="b" l="l" r="r" t="t"/>
              <a:pathLst>
                <a:path extrusionOk="0" h="3070" w="640">
                  <a:moveTo>
                    <a:pt x="639" y="0"/>
                  </a:moveTo>
                  <a:lnTo>
                    <a:pt x="609" y="122"/>
                  </a:lnTo>
                  <a:cubicBezTo>
                    <a:pt x="609" y="243"/>
                    <a:pt x="579" y="365"/>
                    <a:pt x="579" y="456"/>
                  </a:cubicBezTo>
                  <a:cubicBezTo>
                    <a:pt x="548" y="730"/>
                    <a:pt x="487" y="1125"/>
                    <a:pt x="396" y="1550"/>
                  </a:cubicBezTo>
                  <a:cubicBezTo>
                    <a:pt x="305" y="1976"/>
                    <a:pt x="214" y="2371"/>
                    <a:pt x="123" y="2644"/>
                  </a:cubicBezTo>
                  <a:cubicBezTo>
                    <a:pt x="92" y="2736"/>
                    <a:pt x="62" y="2857"/>
                    <a:pt x="31" y="2948"/>
                  </a:cubicBezTo>
                  <a:cubicBezTo>
                    <a:pt x="31" y="3009"/>
                    <a:pt x="1" y="3040"/>
                    <a:pt x="1" y="3070"/>
                  </a:cubicBezTo>
                  <a:cubicBezTo>
                    <a:pt x="1" y="3070"/>
                    <a:pt x="1" y="3070"/>
                    <a:pt x="62" y="2979"/>
                  </a:cubicBezTo>
                  <a:cubicBezTo>
                    <a:pt x="92" y="2857"/>
                    <a:pt x="123" y="2736"/>
                    <a:pt x="153" y="2644"/>
                  </a:cubicBezTo>
                  <a:cubicBezTo>
                    <a:pt x="244" y="2371"/>
                    <a:pt x="335" y="1976"/>
                    <a:pt x="427" y="1550"/>
                  </a:cubicBezTo>
                  <a:cubicBezTo>
                    <a:pt x="518" y="1125"/>
                    <a:pt x="579" y="760"/>
                    <a:pt x="609" y="456"/>
                  </a:cubicBezTo>
                  <a:cubicBezTo>
                    <a:pt x="609" y="365"/>
                    <a:pt x="639" y="243"/>
                    <a:pt x="639" y="122"/>
                  </a:cubicBezTo>
                  <a:cubicBezTo>
                    <a:pt x="639" y="91"/>
                    <a:pt x="639" y="30"/>
                    <a:pt x="639"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5289125" y="2399250"/>
              <a:ext cx="6100" cy="30425"/>
            </a:xfrm>
            <a:custGeom>
              <a:rect b="b" l="l" r="r" t="t"/>
              <a:pathLst>
                <a:path extrusionOk="0" h="1217" w="244">
                  <a:moveTo>
                    <a:pt x="243" y="1"/>
                  </a:moveTo>
                  <a:lnTo>
                    <a:pt x="243" y="1"/>
                  </a:lnTo>
                  <a:cubicBezTo>
                    <a:pt x="183" y="183"/>
                    <a:pt x="152" y="396"/>
                    <a:pt x="122" y="609"/>
                  </a:cubicBezTo>
                  <a:cubicBezTo>
                    <a:pt x="61" y="822"/>
                    <a:pt x="31" y="1034"/>
                    <a:pt x="0" y="1217"/>
                  </a:cubicBezTo>
                  <a:cubicBezTo>
                    <a:pt x="61" y="1034"/>
                    <a:pt x="122" y="822"/>
                    <a:pt x="152" y="609"/>
                  </a:cubicBezTo>
                  <a:cubicBezTo>
                    <a:pt x="183" y="427"/>
                    <a:pt x="243" y="214"/>
                    <a:pt x="243"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5422100" y="2430425"/>
              <a:ext cx="2300" cy="44100"/>
            </a:xfrm>
            <a:custGeom>
              <a:rect b="b" l="l" r="r" t="t"/>
              <a:pathLst>
                <a:path extrusionOk="0" h="1764" w="92">
                  <a:moveTo>
                    <a:pt x="61" y="0"/>
                  </a:moveTo>
                  <a:cubicBezTo>
                    <a:pt x="61" y="0"/>
                    <a:pt x="61" y="31"/>
                    <a:pt x="61" y="61"/>
                  </a:cubicBezTo>
                  <a:lnTo>
                    <a:pt x="61" y="243"/>
                  </a:lnTo>
                  <a:lnTo>
                    <a:pt x="61" y="882"/>
                  </a:lnTo>
                  <a:cubicBezTo>
                    <a:pt x="61" y="1069"/>
                    <a:pt x="61" y="1238"/>
                    <a:pt x="47" y="1375"/>
                  </a:cubicBezTo>
                  <a:lnTo>
                    <a:pt x="47" y="1375"/>
                  </a:lnTo>
                  <a:cubicBezTo>
                    <a:pt x="71" y="1209"/>
                    <a:pt x="92" y="1055"/>
                    <a:pt x="92" y="882"/>
                  </a:cubicBezTo>
                  <a:lnTo>
                    <a:pt x="92" y="243"/>
                  </a:lnTo>
                  <a:cubicBezTo>
                    <a:pt x="92" y="152"/>
                    <a:pt x="92" y="61"/>
                    <a:pt x="61" y="0"/>
                  </a:cubicBezTo>
                  <a:close/>
                  <a:moveTo>
                    <a:pt x="47" y="1375"/>
                  </a:moveTo>
                  <a:lnTo>
                    <a:pt x="47" y="1375"/>
                  </a:lnTo>
                  <a:cubicBezTo>
                    <a:pt x="42" y="1412"/>
                    <a:pt x="36" y="1451"/>
                    <a:pt x="31" y="1490"/>
                  </a:cubicBezTo>
                  <a:cubicBezTo>
                    <a:pt x="38" y="1455"/>
                    <a:pt x="43" y="1416"/>
                    <a:pt x="47" y="1375"/>
                  </a:cubicBezTo>
                  <a:close/>
                  <a:moveTo>
                    <a:pt x="31" y="1490"/>
                  </a:moveTo>
                  <a:lnTo>
                    <a:pt x="31" y="1490"/>
                  </a:lnTo>
                  <a:cubicBezTo>
                    <a:pt x="0" y="1642"/>
                    <a:pt x="0" y="1763"/>
                    <a:pt x="0" y="1763"/>
                  </a:cubicBezTo>
                  <a:cubicBezTo>
                    <a:pt x="31" y="1672"/>
                    <a:pt x="31" y="1581"/>
                    <a:pt x="31" y="149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5082425" y="2425100"/>
              <a:ext cx="367050" cy="140900"/>
            </a:xfrm>
            <a:custGeom>
              <a:rect b="b" l="l" r="r" t="t"/>
              <a:pathLst>
                <a:path extrusionOk="0" h="5636" w="14682">
                  <a:moveTo>
                    <a:pt x="14606" y="3138"/>
                  </a:moveTo>
                  <a:lnTo>
                    <a:pt x="14606" y="3138"/>
                  </a:lnTo>
                  <a:cubicBezTo>
                    <a:pt x="14611" y="3156"/>
                    <a:pt x="14616" y="3174"/>
                    <a:pt x="14621" y="3192"/>
                  </a:cubicBezTo>
                  <a:lnTo>
                    <a:pt x="14682" y="3162"/>
                  </a:lnTo>
                  <a:cubicBezTo>
                    <a:pt x="14657" y="3153"/>
                    <a:pt x="14632" y="3146"/>
                    <a:pt x="14606" y="3138"/>
                  </a:cubicBezTo>
                  <a:close/>
                  <a:moveTo>
                    <a:pt x="730" y="0"/>
                  </a:moveTo>
                  <a:cubicBezTo>
                    <a:pt x="244" y="882"/>
                    <a:pt x="1" y="1885"/>
                    <a:pt x="1" y="2918"/>
                  </a:cubicBezTo>
                  <a:lnTo>
                    <a:pt x="912" y="2918"/>
                  </a:lnTo>
                  <a:cubicBezTo>
                    <a:pt x="1095" y="4195"/>
                    <a:pt x="2250" y="5198"/>
                    <a:pt x="3527" y="5441"/>
                  </a:cubicBezTo>
                  <a:cubicBezTo>
                    <a:pt x="4089" y="5562"/>
                    <a:pt x="4564" y="5635"/>
                    <a:pt x="5020" y="5635"/>
                  </a:cubicBezTo>
                  <a:cubicBezTo>
                    <a:pt x="5598" y="5635"/>
                    <a:pt x="6147" y="5517"/>
                    <a:pt x="6809" y="5228"/>
                  </a:cubicBezTo>
                  <a:cubicBezTo>
                    <a:pt x="8055" y="4681"/>
                    <a:pt x="9666" y="3830"/>
                    <a:pt x="10882" y="3405"/>
                  </a:cubicBezTo>
                  <a:cubicBezTo>
                    <a:pt x="11668" y="3136"/>
                    <a:pt x="12490" y="2953"/>
                    <a:pt x="13296" y="2953"/>
                  </a:cubicBezTo>
                  <a:cubicBezTo>
                    <a:pt x="13741" y="2953"/>
                    <a:pt x="14181" y="3009"/>
                    <a:pt x="14606" y="3138"/>
                  </a:cubicBezTo>
                  <a:lnTo>
                    <a:pt x="14606" y="3138"/>
                  </a:lnTo>
                  <a:cubicBezTo>
                    <a:pt x="14158" y="1527"/>
                    <a:pt x="12475" y="484"/>
                    <a:pt x="10821" y="213"/>
                  </a:cubicBezTo>
                  <a:cubicBezTo>
                    <a:pt x="10389" y="144"/>
                    <a:pt x="9956" y="115"/>
                    <a:pt x="9523" y="115"/>
                  </a:cubicBezTo>
                  <a:cubicBezTo>
                    <a:pt x="8254" y="115"/>
                    <a:pt x="6984" y="358"/>
                    <a:pt x="5715" y="517"/>
                  </a:cubicBezTo>
                  <a:cubicBezTo>
                    <a:pt x="5087" y="597"/>
                    <a:pt x="4438" y="656"/>
                    <a:pt x="3793" y="656"/>
                  </a:cubicBezTo>
                  <a:cubicBezTo>
                    <a:pt x="2721" y="656"/>
                    <a:pt x="1660" y="494"/>
                    <a:pt x="73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5104475" y="2434975"/>
              <a:ext cx="18250" cy="63100"/>
            </a:xfrm>
            <a:custGeom>
              <a:rect b="b" l="l" r="r" t="t"/>
              <a:pathLst>
                <a:path extrusionOk="0" h="2524" w="730">
                  <a:moveTo>
                    <a:pt x="730" y="1"/>
                  </a:moveTo>
                  <a:lnTo>
                    <a:pt x="730" y="1"/>
                  </a:lnTo>
                  <a:cubicBezTo>
                    <a:pt x="638" y="92"/>
                    <a:pt x="578" y="213"/>
                    <a:pt x="517" y="335"/>
                  </a:cubicBezTo>
                  <a:cubicBezTo>
                    <a:pt x="395" y="608"/>
                    <a:pt x="274" y="912"/>
                    <a:pt x="182" y="1216"/>
                  </a:cubicBezTo>
                  <a:cubicBezTo>
                    <a:pt x="91" y="1490"/>
                    <a:pt x="61" y="1824"/>
                    <a:pt x="30" y="2128"/>
                  </a:cubicBezTo>
                  <a:cubicBezTo>
                    <a:pt x="0" y="2250"/>
                    <a:pt x="0" y="2371"/>
                    <a:pt x="30" y="2523"/>
                  </a:cubicBezTo>
                  <a:cubicBezTo>
                    <a:pt x="61" y="2371"/>
                    <a:pt x="61" y="2250"/>
                    <a:pt x="61" y="2128"/>
                  </a:cubicBezTo>
                  <a:cubicBezTo>
                    <a:pt x="122" y="1824"/>
                    <a:pt x="182" y="1520"/>
                    <a:pt x="274" y="1216"/>
                  </a:cubicBezTo>
                  <a:cubicBezTo>
                    <a:pt x="334" y="912"/>
                    <a:pt x="456" y="639"/>
                    <a:pt x="578" y="365"/>
                  </a:cubicBezTo>
                  <a:cubicBezTo>
                    <a:pt x="638" y="244"/>
                    <a:pt x="669" y="122"/>
                    <a:pt x="73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5083200" y="2476200"/>
              <a:ext cx="23575" cy="3625"/>
            </a:xfrm>
            <a:custGeom>
              <a:rect b="b" l="l" r="r" t="t"/>
              <a:pathLst>
                <a:path extrusionOk="0" h="145" w="943">
                  <a:moveTo>
                    <a:pt x="243" y="1"/>
                  </a:moveTo>
                  <a:cubicBezTo>
                    <a:pt x="160" y="1"/>
                    <a:pt x="76" y="8"/>
                    <a:pt x="0" y="23"/>
                  </a:cubicBezTo>
                  <a:cubicBezTo>
                    <a:pt x="152" y="84"/>
                    <a:pt x="304" y="84"/>
                    <a:pt x="486" y="84"/>
                  </a:cubicBezTo>
                  <a:cubicBezTo>
                    <a:pt x="638" y="115"/>
                    <a:pt x="790" y="145"/>
                    <a:pt x="942" y="145"/>
                  </a:cubicBezTo>
                  <a:cubicBezTo>
                    <a:pt x="790" y="84"/>
                    <a:pt x="638" y="23"/>
                    <a:pt x="486" y="23"/>
                  </a:cubicBezTo>
                  <a:cubicBezTo>
                    <a:pt x="410" y="8"/>
                    <a:pt x="327" y="1"/>
                    <a:pt x="24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5090775" y="2446000"/>
              <a:ext cx="20550" cy="8000"/>
            </a:xfrm>
            <a:custGeom>
              <a:rect b="b" l="l" r="r" t="t"/>
              <a:pathLst>
                <a:path extrusionOk="0" h="320" w="822">
                  <a:moveTo>
                    <a:pt x="157" y="0"/>
                  </a:moveTo>
                  <a:cubicBezTo>
                    <a:pt x="105" y="0"/>
                    <a:pt x="53" y="5"/>
                    <a:pt x="1" y="15"/>
                  </a:cubicBezTo>
                  <a:cubicBezTo>
                    <a:pt x="1" y="46"/>
                    <a:pt x="183" y="46"/>
                    <a:pt x="427" y="137"/>
                  </a:cubicBezTo>
                  <a:cubicBezTo>
                    <a:pt x="639" y="228"/>
                    <a:pt x="822" y="319"/>
                    <a:pt x="822" y="319"/>
                  </a:cubicBezTo>
                  <a:cubicBezTo>
                    <a:pt x="645" y="118"/>
                    <a:pt x="407" y="0"/>
                    <a:pt x="1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5105975" y="2427000"/>
              <a:ext cx="346550" cy="138475"/>
            </a:xfrm>
            <a:custGeom>
              <a:rect b="b" l="l" r="r" t="t"/>
              <a:pathLst>
                <a:path extrusionOk="0" h="5539" w="13862">
                  <a:moveTo>
                    <a:pt x="8183" y="0"/>
                  </a:moveTo>
                  <a:cubicBezTo>
                    <a:pt x="7381" y="0"/>
                    <a:pt x="6578" y="84"/>
                    <a:pt x="5776" y="259"/>
                  </a:cubicBezTo>
                  <a:cubicBezTo>
                    <a:pt x="4864" y="441"/>
                    <a:pt x="3952" y="532"/>
                    <a:pt x="3010" y="532"/>
                  </a:cubicBezTo>
                  <a:lnTo>
                    <a:pt x="1977" y="532"/>
                  </a:lnTo>
                  <a:cubicBezTo>
                    <a:pt x="1977" y="532"/>
                    <a:pt x="2341" y="563"/>
                    <a:pt x="3040" y="563"/>
                  </a:cubicBezTo>
                  <a:cubicBezTo>
                    <a:pt x="3952" y="563"/>
                    <a:pt x="4895" y="502"/>
                    <a:pt x="5806" y="320"/>
                  </a:cubicBezTo>
                  <a:cubicBezTo>
                    <a:pt x="6576" y="166"/>
                    <a:pt x="7355" y="89"/>
                    <a:pt x="8138" y="89"/>
                  </a:cubicBezTo>
                  <a:cubicBezTo>
                    <a:pt x="8747" y="89"/>
                    <a:pt x="9359" y="135"/>
                    <a:pt x="9971" y="228"/>
                  </a:cubicBezTo>
                  <a:cubicBezTo>
                    <a:pt x="10791" y="350"/>
                    <a:pt x="11551" y="654"/>
                    <a:pt x="12250" y="1140"/>
                  </a:cubicBezTo>
                  <a:cubicBezTo>
                    <a:pt x="12955" y="1640"/>
                    <a:pt x="13490" y="2338"/>
                    <a:pt x="13772" y="3153"/>
                  </a:cubicBezTo>
                  <a:lnTo>
                    <a:pt x="13772" y="3153"/>
                  </a:lnTo>
                  <a:cubicBezTo>
                    <a:pt x="13424" y="3012"/>
                    <a:pt x="13050" y="2902"/>
                    <a:pt x="12676" y="2873"/>
                  </a:cubicBezTo>
                  <a:cubicBezTo>
                    <a:pt x="12606" y="2871"/>
                    <a:pt x="12536" y="2870"/>
                    <a:pt x="12466" y="2870"/>
                  </a:cubicBezTo>
                  <a:cubicBezTo>
                    <a:pt x="11564" y="2870"/>
                    <a:pt x="10665" y="3051"/>
                    <a:pt x="9819" y="3390"/>
                  </a:cubicBezTo>
                  <a:cubicBezTo>
                    <a:pt x="8968" y="3663"/>
                    <a:pt x="8117" y="4028"/>
                    <a:pt x="7296" y="4393"/>
                  </a:cubicBezTo>
                  <a:cubicBezTo>
                    <a:pt x="6931" y="4575"/>
                    <a:pt x="6536" y="4757"/>
                    <a:pt x="6171" y="4940"/>
                  </a:cubicBezTo>
                  <a:cubicBezTo>
                    <a:pt x="5806" y="5092"/>
                    <a:pt x="5442" y="5244"/>
                    <a:pt x="5077" y="5335"/>
                  </a:cubicBezTo>
                  <a:cubicBezTo>
                    <a:pt x="4634" y="5431"/>
                    <a:pt x="4192" y="5491"/>
                    <a:pt x="3742" y="5491"/>
                  </a:cubicBezTo>
                  <a:cubicBezTo>
                    <a:pt x="3481" y="5491"/>
                    <a:pt x="3217" y="5471"/>
                    <a:pt x="2949" y="5426"/>
                  </a:cubicBezTo>
                  <a:cubicBezTo>
                    <a:pt x="2372" y="5365"/>
                    <a:pt x="1825" y="5152"/>
                    <a:pt x="1338" y="4818"/>
                  </a:cubicBezTo>
                  <a:cubicBezTo>
                    <a:pt x="974" y="4575"/>
                    <a:pt x="670" y="4271"/>
                    <a:pt x="426" y="3906"/>
                  </a:cubicBezTo>
                  <a:cubicBezTo>
                    <a:pt x="244" y="3572"/>
                    <a:pt x="92" y="3207"/>
                    <a:pt x="1" y="2842"/>
                  </a:cubicBezTo>
                  <a:lnTo>
                    <a:pt x="1" y="2842"/>
                  </a:lnTo>
                  <a:cubicBezTo>
                    <a:pt x="1" y="2843"/>
                    <a:pt x="1" y="2964"/>
                    <a:pt x="62" y="3146"/>
                  </a:cubicBezTo>
                  <a:cubicBezTo>
                    <a:pt x="153" y="3420"/>
                    <a:pt x="244" y="3663"/>
                    <a:pt x="396" y="3906"/>
                  </a:cubicBezTo>
                  <a:cubicBezTo>
                    <a:pt x="639" y="4271"/>
                    <a:pt x="943" y="4605"/>
                    <a:pt x="1308" y="4849"/>
                  </a:cubicBezTo>
                  <a:cubicBezTo>
                    <a:pt x="1794" y="5183"/>
                    <a:pt x="2372" y="5396"/>
                    <a:pt x="2949" y="5487"/>
                  </a:cubicBezTo>
                  <a:cubicBezTo>
                    <a:pt x="3211" y="5521"/>
                    <a:pt x="3478" y="5538"/>
                    <a:pt x="3745" y="5538"/>
                  </a:cubicBezTo>
                  <a:cubicBezTo>
                    <a:pt x="4191" y="5538"/>
                    <a:pt x="4640" y="5491"/>
                    <a:pt x="5077" y="5396"/>
                  </a:cubicBezTo>
                  <a:cubicBezTo>
                    <a:pt x="5472" y="5274"/>
                    <a:pt x="5837" y="5152"/>
                    <a:pt x="6202" y="5000"/>
                  </a:cubicBezTo>
                  <a:cubicBezTo>
                    <a:pt x="6566" y="4849"/>
                    <a:pt x="6961" y="4636"/>
                    <a:pt x="7326" y="4453"/>
                  </a:cubicBezTo>
                  <a:cubicBezTo>
                    <a:pt x="8147" y="4089"/>
                    <a:pt x="8998" y="3724"/>
                    <a:pt x="9819" y="3450"/>
                  </a:cubicBezTo>
                  <a:cubicBezTo>
                    <a:pt x="10731" y="3086"/>
                    <a:pt x="11703" y="2934"/>
                    <a:pt x="12645" y="2934"/>
                  </a:cubicBezTo>
                  <a:cubicBezTo>
                    <a:pt x="13041" y="2964"/>
                    <a:pt x="13436" y="3086"/>
                    <a:pt x="13801" y="3268"/>
                  </a:cubicBezTo>
                  <a:lnTo>
                    <a:pt x="13861" y="3298"/>
                  </a:lnTo>
                  <a:lnTo>
                    <a:pt x="13861" y="3207"/>
                  </a:lnTo>
                  <a:cubicBezTo>
                    <a:pt x="13557" y="2326"/>
                    <a:pt x="13010" y="1596"/>
                    <a:pt x="12281" y="1049"/>
                  </a:cubicBezTo>
                  <a:cubicBezTo>
                    <a:pt x="11582" y="593"/>
                    <a:pt x="10791" y="259"/>
                    <a:pt x="9971" y="137"/>
                  </a:cubicBezTo>
                  <a:cubicBezTo>
                    <a:pt x="9375" y="47"/>
                    <a:pt x="8779" y="0"/>
                    <a:pt x="818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p:nvPr/>
          </p:nvSpPr>
          <p:spPr>
            <a:xfrm>
              <a:off x="5143975" y="2441825"/>
              <a:ext cx="18275" cy="114000"/>
            </a:xfrm>
            <a:custGeom>
              <a:rect b="b" l="l" r="r" t="t"/>
              <a:pathLst>
                <a:path extrusionOk="0" h="4560" w="731">
                  <a:moveTo>
                    <a:pt x="730" y="0"/>
                  </a:moveTo>
                  <a:cubicBezTo>
                    <a:pt x="700" y="31"/>
                    <a:pt x="669" y="91"/>
                    <a:pt x="639" y="152"/>
                  </a:cubicBezTo>
                  <a:cubicBezTo>
                    <a:pt x="578" y="304"/>
                    <a:pt x="487" y="456"/>
                    <a:pt x="457" y="608"/>
                  </a:cubicBezTo>
                  <a:cubicBezTo>
                    <a:pt x="61" y="1672"/>
                    <a:pt x="1" y="2797"/>
                    <a:pt x="213" y="3921"/>
                  </a:cubicBezTo>
                  <a:cubicBezTo>
                    <a:pt x="244" y="4073"/>
                    <a:pt x="305" y="4225"/>
                    <a:pt x="335" y="4407"/>
                  </a:cubicBezTo>
                  <a:cubicBezTo>
                    <a:pt x="365" y="4438"/>
                    <a:pt x="396" y="4499"/>
                    <a:pt x="396" y="4559"/>
                  </a:cubicBezTo>
                  <a:cubicBezTo>
                    <a:pt x="426" y="4559"/>
                    <a:pt x="335" y="4316"/>
                    <a:pt x="274" y="3891"/>
                  </a:cubicBezTo>
                  <a:cubicBezTo>
                    <a:pt x="183" y="3344"/>
                    <a:pt x="153" y="2797"/>
                    <a:pt x="183" y="2249"/>
                  </a:cubicBezTo>
                  <a:cubicBezTo>
                    <a:pt x="213" y="1702"/>
                    <a:pt x="335" y="1155"/>
                    <a:pt x="487" y="638"/>
                  </a:cubicBezTo>
                  <a:cubicBezTo>
                    <a:pt x="639" y="243"/>
                    <a:pt x="730" y="0"/>
                    <a:pt x="730"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8"/>
            <p:cNvSpPr/>
            <p:nvPr/>
          </p:nvSpPr>
          <p:spPr>
            <a:xfrm>
              <a:off x="5235925" y="2500325"/>
              <a:ext cx="13700" cy="53225"/>
            </a:xfrm>
            <a:custGeom>
              <a:rect b="b" l="l" r="r" t="t"/>
              <a:pathLst>
                <a:path extrusionOk="0" h="2129" w="548">
                  <a:moveTo>
                    <a:pt x="31" y="1"/>
                  </a:moveTo>
                  <a:cubicBezTo>
                    <a:pt x="1" y="92"/>
                    <a:pt x="1" y="213"/>
                    <a:pt x="31" y="335"/>
                  </a:cubicBezTo>
                  <a:cubicBezTo>
                    <a:pt x="61" y="578"/>
                    <a:pt x="92" y="821"/>
                    <a:pt x="153" y="1095"/>
                  </a:cubicBezTo>
                  <a:cubicBezTo>
                    <a:pt x="244" y="1399"/>
                    <a:pt x="335" y="1642"/>
                    <a:pt x="396" y="1855"/>
                  </a:cubicBezTo>
                  <a:cubicBezTo>
                    <a:pt x="426" y="1946"/>
                    <a:pt x="487" y="2037"/>
                    <a:pt x="517" y="2128"/>
                  </a:cubicBezTo>
                  <a:cubicBezTo>
                    <a:pt x="548" y="2128"/>
                    <a:pt x="396" y="1672"/>
                    <a:pt x="244" y="1064"/>
                  </a:cubicBezTo>
                  <a:cubicBezTo>
                    <a:pt x="183" y="791"/>
                    <a:pt x="122" y="517"/>
                    <a:pt x="92" y="305"/>
                  </a:cubicBezTo>
                  <a:cubicBezTo>
                    <a:pt x="61" y="213"/>
                    <a:pt x="61" y="92"/>
                    <a:pt x="31"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8"/>
            <p:cNvSpPr/>
            <p:nvPr/>
          </p:nvSpPr>
          <p:spPr>
            <a:xfrm>
              <a:off x="5223000" y="2467650"/>
              <a:ext cx="5350" cy="31175"/>
            </a:xfrm>
            <a:custGeom>
              <a:rect b="b" l="l" r="r" t="t"/>
              <a:pathLst>
                <a:path extrusionOk="0" h="1247" w="214">
                  <a:moveTo>
                    <a:pt x="92" y="1"/>
                  </a:moveTo>
                  <a:cubicBezTo>
                    <a:pt x="1" y="426"/>
                    <a:pt x="31" y="852"/>
                    <a:pt x="183" y="1247"/>
                  </a:cubicBezTo>
                  <a:cubicBezTo>
                    <a:pt x="214" y="1247"/>
                    <a:pt x="153" y="973"/>
                    <a:pt x="122" y="639"/>
                  </a:cubicBezTo>
                  <a:cubicBezTo>
                    <a:pt x="122" y="426"/>
                    <a:pt x="92" y="213"/>
                    <a:pt x="92"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8"/>
            <p:cNvSpPr/>
            <p:nvPr/>
          </p:nvSpPr>
          <p:spPr>
            <a:xfrm>
              <a:off x="5238200" y="2434975"/>
              <a:ext cx="7625" cy="28900"/>
            </a:xfrm>
            <a:custGeom>
              <a:rect b="b" l="l" r="r" t="t"/>
              <a:pathLst>
                <a:path extrusionOk="0" h="1156" w="305">
                  <a:moveTo>
                    <a:pt x="274" y="1"/>
                  </a:moveTo>
                  <a:lnTo>
                    <a:pt x="274" y="1"/>
                  </a:lnTo>
                  <a:cubicBezTo>
                    <a:pt x="153" y="153"/>
                    <a:pt x="92" y="335"/>
                    <a:pt x="62" y="548"/>
                  </a:cubicBezTo>
                  <a:cubicBezTo>
                    <a:pt x="1" y="730"/>
                    <a:pt x="1" y="943"/>
                    <a:pt x="62" y="1156"/>
                  </a:cubicBezTo>
                  <a:cubicBezTo>
                    <a:pt x="92" y="1156"/>
                    <a:pt x="92" y="882"/>
                    <a:pt x="153" y="548"/>
                  </a:cubicBezTo>
                  <a:cubicBezTo>
                    <a:pt x="183" y="244"/>
                    <a:pt x="305" y="1"/>
                    <a:pt x="274"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8"/>
            <p:cNvSpPr/>
            <p:nvPr/>
          </p:nvSpPr>
          <p:spPr>
            <a:xfrm>
              <a:off x="5302025" y="2428900"/>
              <a:ext cx="9150" cy="24350"/>
            </a:xfrm>
            <a:custGeom>
              <a:rect b="b" l="l" r="r" t="t"/>
              <a:pathLst>
                <a:path extrusionOk="0" h="974" w="366">
                  <a:moveTo>
                    <a:pt x="92" y="0"/>
                  </a:moveTo>
                  <a:cubicBezTo>
                    <a:pt x="1" y="335"/>
                    <a:pt x="92" y="699"/>
                    <a:pt x="335" y="973"/>
                  </a:cubicBezTo>
                  <a:cubicBezTo>
                    <a:pt x="366" y="973"/>
                    <a:pt x="244" y="760"/>
                    <a:pt x="183" y="517"/>
                  </a:cubicBezTo>
                  <a:cubicBezTo>
                    <a:pt x="92" y="244"/>
                    <a:pt x="123" y="0"/>
                    <a:pt x="92"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8"/>
            <p:cNvSpPr/>
            <p:nvPr/>
          </p:nvSpPr>
          <p:spPr>
            <a:xfrm>
              <a:off x="5337000" y="2448650"/>
              <a:ext cx="25100" cy="57775"/>
            </a:xfrm>
            <a:custGeom>
              <a:rect b="b" l="l" r="r" t="t"/>
              <a:pathLst>
                <a:path extrusionOk="0" h="2311" w="1004">
                  <a:moveTo>
                    <a:pt x="0" y="1"/>
                  </a:moveTo>
                  <a:cubicBezTo>
                    <a:pt x="0" y="122"/>
                    <a:pt x="31" y="244"/>
                    <a:pt x="61" y="365"/>
                  </a:cubicBezTo>
                  <a:cubicBezTo>
                    <a:pt x="152" y="669"/>
                    <a:pt x="243" y="943"/>
                    <a:pt x="365" y="1217"/>
                  </a:cubicBezTo>
                  <a:cubicBezTo>
                    <a:pt x="487" y="1490"/>
                    <a:pt x="608" y="1764"/>
                    <a:pt x="760" y="2007"/>
                  </a:cubicBezTo>
                  <a:cubicBezTo>
                    <a:pt x="821" y="2128"/>
                    <a:pt x="912" y="2220"/>
                    <a:pt x="1003" y="2311"/>
                  </a:cubicBezTo>
                  <a:cubicBezTo>
                    <a:pt x="942" y="2189"/>
                    <a:pt x="882" y="2068"/>
                    <a:pt x="821" y="1976"/>
                  </a:cubicBezTo>
                  <a:cubicBezTo>
                    <a:pt x="699" y="1764"/>
                    <a:pt x="578" y="1490"/>
                    <a:pt x="426" y="1186"/>
                  </a:cubicBezTo>
                  <a:cubicBezTo>
                    <a:pt x="304" y="852"/>
                    <a:pt x="183" y="548"/>
                    <a:pt x="122" y="335"/>
                  </a:cubicBezTo>
                  <a:cubicBezTo>
                    <a:pt x="91" y="213"/>
                    <a:pt x="61" y="92"/>
                    <a:pt x="0"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8"/>
            <p:cNvSpPr/>
            <p:nvPr/>
          </p:nvSpPr>
          <p:spPr>
            <a:xfrm>
              <a:off x="5368900" y="2437250"/>
              <a:ext cx="6875" cy="8400"/>
            </a:xfrm>
            <a:custGeom>
              <a:rect b="b" l="l" r="r" t="t"/>
              <a:pathLst>
                <a:path extrusionOk="0" h="336" w="275">
                  <a:moveTo>
                    <a:pt x="274" y="1"/>
                  </a:moveTo>
                  <a:lnTo>
                    <a:pt x="274" y="1"/>
                  </a:lnTo>
                  <a:cubicBezTo>
                    <a:pt x="274" y="1"/>
                    <a:pt x="153" y="31"/>
                    <a:pt x="92" y="122"/>
                  </a:cubicBezTo>
                  <a:cubicBezTo>
                    <a:pt x="31" y="244"/>
                    <a:pt x="1" y="335"/>
                    <a:pt x="31" y="335"/>
                  </a:cubicBezTo>
                  <a:cubicBezTo>
                    <a:pt x="62" y="335"/>
                    <a:pt x="92" y="274"/>
                    <a:pt x="153" y="183"/>
                  </a:cubicBezTo>
                  <a:cubicBezTo>
                    <a:pt x="244" y="92"/>
                    <a:pt x="274" y="31"/>
                    <a:pt x="274"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8"/>
            <p:cNvSpPr/>
            <p:nvPr/>
          </p:nvSpPr>
          <p:spPr>
            <a:xfrm>
              <a:off x="5115900" y="2485775"/>
              <a:ext cx="335100" cy="53475"/>
            </a:xfrm>
            <a:custGeom>
              <a:rect b="b" l="l" r="r" t="t"/>
              <a:pathLst>
                <a:path extrusionOk="0" h="2139" w="13404">
                  <a:moveTo>
                    <a:pt x="11670" y="53"/>
                  </a:moveTo>
                  <a:lnTo>
                    <a:pt x="11670" y="53"/>
                  </a:lnTo>
                  <a:cubicBezTo>
                    <a:pt x="12120" y="127"/>
                    <a:pt x="12588" y="301"/>
                    <a:pt x="12978" y="552"/>
                  </a:cubicBezTo>
                  <a:cubicBezTo>
                    <a:pt x="12999" y="565"/>
                    <a:pt x="13021" y="578"/>
                    <a:pt x="13042" y="592"/>
                  </a:cubicBezTo>
                  <a:lnTo>
                    <a:pt x="13042" y="592"/>
                  </a:lnTo>
                  <a:cubicBezTo>
                    <a:pt x="12629" y="311"/>
                    <a:pt x="12168" y="123"/>
                    <a:pt x="11670" y="53"/>
                  </a:cubicBezTo>
                  <a:close/>
                  <a:moveTo>
                    <a:pt x="13042" y="592"/>
                  </a:moveTo>
                  <a:lnTo>
                    <a:pt x="13042" y="592"/>
                  </a:lnTo>
                  <a:cubicBezTo>
                    <a:pt x="13071" y="612"/>
                    <a:pt x="13099" y="632"/>
                    <a:pt x="13127" y="652"/>
                  </a:cubicBezTo>
                  <a:lnTo>
                    <a:pt x="13127" y="652"/>
                  </a:lnTo>
                  <a:cubicBezTo>
                    <a:pt x="13099" y="631"/>
                    <a:pt x="13071" y="611"/>
                    <a:pt x="13042" y="592"/>
                  </a:cubicBezTo>
                  <a:close/>
                  <a:moveTo>
                    <a:pt x="13127" y="652"/>
                  </a:moveTo>
                  <a:lnTo>
                    <a:pt x="13127" y="652"/>
                  </a:lnTo>
                  <a:cubicBezTo>
                    <a:pt x="13217" y="720"/>
                    <a:pt x="13304" y="798"/>
                    <a:pt x="13380" y="888"/>
                  </a:cubicBezTo>
                  <a:lnTo>
                    <a:pt x="13380" y="888"/>
                  </a:lnTo>
                  <a:cubicBezTo>
                    <a:pt x="13357" y="857"/>
                    <a:pt x="13335" y="818"/>
                    <a:pt x="13312" y="795"/>
                  </a:cubicBezTo>
                  <a:cubicBezTo>
                    <a:pt x="13252" y="746"/>
                    <a:pt x="13190" y="698"/>
                    <a:pt x="13127" y="652"/>
                  </a:cubicBezTo>
                  <a:close/>
                  <a:moveTo>
                    <a:pt x="13380" y="888"/>
                  </a:moveTo>
                  <a:cubicBezTo>
                    <a:pt x="13388" y="899"/>
                    <a:pt x="13396" y="909"/>
                    <a:pt x="13404" y="917"/>
                  </a:cubicBezTo>
                  <a:cubicBezTo>
                    <a:pt x="13396" y="907"/>
                    <a:pt x="13388" y="898"/>
                    <a:pt x="13380" y="888"/>
                  </a:cubicBezTo>
                  <a:close/>
                  <a:moveTo>
                    <a:pt x="10950" y="1"/>
                  </a:moveTo>
                  <a:cubicBezTo>
                    <a:pt x="10373" y="1"/>
                    <a:pt x="9813" y="98"/>
                    <a:pt x="9270" y="279"/>
                  </a:cubicBezTo>
                  <a:cubicBezTo>
                    <a:pt x="8388" y="583"/>
                    <a:pt x="7537" y="917"/>
                    <a:pt x="6686" y="1342"/>
                  </a:cubicBezTo>
                  <a:cubicBezTo>
                    <a:pt x="5865" y="1738"/>
                    <a:pt x="4954" y="1981"/>
                    <a:pt x="4042" y="2102"/>
                  </a:cubicBezTo>
                  <a:cubicBezTo>
                    <a:pt x="4984" y="2011"/>
                    <a:pt x="5865" y="1768"/>
                    <a:pt x="6716" y="1342"/>
                  </a:cubicBezTo>
                  <a:cubicBezTo>
                    <a:pt x="7537" y="947"/>
                    <a:pt x="8419" y="583"/>
                    <a:pt x="9300" y="279"/>
                  </a:cubicBezTo>
                  <a:cubicBezTo>
                    <a:pt x="9834" y="93"/>
                    <a:pt x="10421" y="14"/>
                    <a:pt x="10994" y="14"/>
                  </a:cubicBezTo>
                  <a:cubicBezTo>
                    <a:pt x="11171" y="14"/>
                    <a:pt x="11347" y="21"/>
                    <a:pt x="11519" y="35"/>
                  </a:cubicBezTo>
                  <a:cubicBezTo>
                    <a:pt x="11570" y="40"/>
                    <a:pt x="11620" y="46"/>
                    <a:pt x="11670" y="53"/>
                  </a:cubicBezTo>
                  <a:lnTo>
                    <a:pt x="11670" y="53"/>
                  </a:lnTo>
                  <a:cubicBezTo>
                    <a:pt x="11630" y="46"/>
                    <a:pt x="11589" y="40"/>
                    <a:pt x="11549" y="35"/>
                  </a:cubicBezTo>
                  <a:cubicBezTo>
                    <a:pt x="11348" y="12"/>
                    <a:pt x="11148" y="1"/>
                    <a:pt x="10950" y="1"/>
                  </a:cubicBezTo>
                  <a:close/>
                  <a:moveTo>
                    <a:pt x="1" y="1131"/>
                  </a:moveTo>
                  <a:lnTo>
                    <a:pt x="1" y="1131"/>
                  </a:lnTo>
                  <a:cubicBezTo>
                    <a:pt x="62" y="1192"/>
                    <a:pt x="183" y="1252"/>
                    <a:pt x="333" y="1342"/>
                  </a:cubicBezTo>
                  <a:cubicBezTo>
                    <a:pt x="789" y="1586"/>
                    <a:pt x="1276" y="1798"/>
                    <a:pt x="1762" y="1920"/>
                  </a:cubicBezTo>
                  <a:cubicBezTo>
                    <a:pt x="2318" y="2053"/>
                    <a:pt x="2875" y="2138"/>
                    <a:pt x="3431" y="2138"/>
                  </a:cubicBezTo>
                  <a:cubicBezTo>
                    <a:pt x="3634" y="2138"/>
                    <a:pt x="3838" y="2127"/>
                    <a:pt x="4042" y="2102"/>
                  </a:cubicBezTo>
                  <a:lnTo>
                    <a:pt x="4042" y="2102"/>
                  </a:lnTo>
                  <a:cubicBezTo>
                    <a:pt x="3869" y="2115"/>
                    <a:pt x="3696" y="2121"/>
                    <a:pt x="3523" y="2121"/>
                  </a:cubicBezTo>
                  <a:cubicBezTo>
                    <a:pt x="2422" y="2121"/>
                    <a:pt x="1336" y="1868"/>
                    <a:pt x="364" y="1342"/>
                  </a:cubicBezTo>
                  <a:cubicBezTo>
                    <a:pt x="183" y="1252"/>
                    <a:pt x="62" y="1192"/>
                    <a:pt x="1" y="113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8"/>
            <p:cNvSpPr/>
            <p:nvPr/>
          </p:nvSpPr>
          <p:spPr>
            <a:xfrm>
              <a:off x="5111300" y="2463850"/>
              <a:ext cx="181650" cy="20550"/>
            </a:xfrm>
            <a:custGeom>
              <a:rect b="b" l="l" r="r" t="t"/>
              <a:pathLst>
                <a:path extrusionOk="0" h="822" w="7266">
                  <a:moveTo>
                    <a:pt x="7265" y="1"/>
                  </a:moveTo>
                  <a:lnTo>
                    <a:pt x="6961" y="92"/>
                  </a:lnTo>
                  <a:cubicBezTo>
                    <a:pt x="6779" y="153"/>
                    <a:pt x="6536" y="244"/>
                    <a:pt x="6201" y="365"/>
                  </a:cubicBezTo>
                  <a:cubicBezTo>
                    <a:pt x="5381" y="639"/>
                    <a:pt x="4499" y="791"/>
                    <a:pt x="3618" y="791"/>
                  </a:cubicBezTo>
                  <a:cubicBezTo>
                    <a:pt x="2767" y="760"/>
                    <a:pt x="1885" y="609"/>
                    <a:pt x="1034" y="365"/>
                  </a:cubicBezTo>
                  <a:lnTo>
                    <a:pt x="274" y="122"/>
                  </a:lnTo>
                  <a:lnTo>
                    <a:pt x="1" y="61"/>
                  </a:lnTo>
                  <a:lnTo>
                    <a:pt x="1" y="61"/>
                  </a:lnTo>
                  <a:cubicBezTo>
                    <a:pt x="1" y="61"/>
                    <a:pt x="396" y="183"/>
                    <a:pt x="1034" y="396"/>
                  </a:cubicBezTo>
                  <a:cubicBezTo>
                    <a:pt x="1885" y="639"/>
                    <a:pt x="2767" y="791"/>
                    <a:pt x="3618" y="821"/>
                  </a:cubicBezTo>
                  <a:cubicBezTo>
                    <a:pt x="4530" y="821"/>
                    <a:pt x="5381" y="669"/>
                    <a:pt x="6232" y="396"/>
                  </a:cubicBezTo>
                  <a:cubicBezTo>
                    <a:pt x="6566" y="274"/>
                    <a:pt x="6809" y="183"/>
                    <a:pt x="6992" y="122"/>
                  </a:cubicBezTo>
                  <a:cubicBezTo>
                    <a:pt x="7174" y="31"/>
                    <a:pt x="7265" y="1"/>
                    <a:pt x="7265"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p:nvPr/>
          </p:nvSpPr>
          <p:spPr>
            <a:xfrm>
              <a:off x="5124975" y="2434950"/>
              <a:ext cx="264475" cy="18300"/>
            </a:xfrm>
            <a:custGeom>
              <a:rect b="b" l="l" r="r" t="t"/>
              <a:pathLst>
                <a:path extrusionOk="0" h="732" w="10579">
                  <a:moveTo>
                    <a:pt x="8031" y="0"/>
                  </a:moveTo>
                  <a:cubicBezTo>
                    <a:pt x="7826" y="0"/>
                    <a:pt x="7622" y="10"/>
                    <a:pt x="7417" y="32"/>
                  </a:cubicBezTo>
                  <a:cubicBezTo>
                    <a:pt x="6779" y="93"/>
                    <a:pt x="6080" y="245"/>
                    <a:pt x="5350" y="397"/>
                  </a:cubicBezTo>
                  <a:cubicBezTo>
                    <a:pt x="4638" y="536"/>
                    <a:pt x="3906" y="605"/>
                    <a:pt x="3177" y="605"/>
                  </a:cubicBezTo>
                  <a:cubicBezTo>
                    <a:pt x="2630" y="605"/>
                    <a:pt x="2085" y="566"/>
                    <a:pt x="1551" y="488"/>
                  </a:cubicBezTo>
                  <a:cubicBezTo>
                    <a:pt x="1065" y="427"/>
                    <a:pt x="669" y="366"/>
                    <a:pt x="396" y="306"/>
                  </a:cubicBezTo>
                  <a:lnTo>
                    <a:pt x="1" y="245"/>
                  </a:lnTo>
                  <a:lnTo>
                    <a:pt x="1" y="245"/>
                  </a:lnTo>
                  <a:cubicBezTo>
                    <a:pt x="1" y="245"/>
                    <a:pt x="578" y="397"/>
                    <a:pt x="1551" y="518"/>
                  </a:cubicBezTo>
                  <a:cubicBezTo>
                    <a:pt x="2085" y="596"/>
                    <a:pt x="2630" y="636"/>
                    <a:pt x="3177" y="636"/>
                  </a:cubicBezTo>
                  <a:cubicBezTo>
                    <a:pt x="3906" y="636"/>
                    <a:pt x="4638" y="566"/>
                    <a:pt x="5350" y="427"/>
                  </a:cubicBezTo>
                  <a:cubicBezTo>
                    <a:pt x="6080" y="275"/>
                    <a:pt x="6779" y="154"/>
                    <a:pt x="7417" y="93"/>
                  </a:cubicBezTo>
                  <a:cubicBezTo>
                    <a:pt x="7657" y="68"/>
                    <a:pt x="7891" y="53"/>
                    <a:pt x="8124" y="53"/>
                  </a:cubicBezTo>
                  <a:cubicBezTo>
                    <a:pt x="8453" y="53"/>
                    <a:pt x="8781" y="82"/>
                    <a:pt x="9119" y="154"/>
                  </a:cubicBezTo>
                  <a:cubicBezTo>
                    <a:pt x="9484" y="214"/>
                    <a:pt x="9849" y="336"/>
                    <a:pt x="10183" y="518"/>
                  </a:cubicBezTo>
                  <a:cubicBezTo>
                    <a:pt x="10305" y="579"/>
                    <a:pt x="10396" y="609"/>
                    <a:pt x="10457" y="670"/>
                  </a:cubicBezTo>
                  <a:lnTo>
                    <a:pt x="10578" y="731"/>
                  </a:lnTo>
                  <a:cubicBezTo>
                    <a:pt x="10457" y="640"/>
                    <a:pt x="10335" y="549"/>
                    <a:pt x="10214" y="488"/>
                  </a:cubicBezTo>
                  <a:cubicBezTo>
                    <a:pt x="9879" y="306"/>
                    <a:pt x="9515" y="184"/>
                    <a:pt x="9150" y="93"/>
                  </a:cubicBezTo>
                  <a:cubicBezTo>
                    <a:pt x="8777" y="34"/>
                    <a:pt x="8404" y="0"/>
                    <a:pt x="8031"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8"/>
            <p:cNvSpPr/>
            <p:nvPr/>
          </p:nvSpPr>
          <p:spPr>
            <a:xfrm>
              <a:off x="5213125" y="2446050"/>
              <a:ext cx="235600" cy="57350"/>
            </a:xfrm>
            <a:custGeom>
              <a:rect b="b" l="l" r="r" t="t"/>
              <a:pathLst>
                <a:path extrusionOk="0" h="2294" w="9424">
                  <a:moveTo>
                    <a:pt x="5646" y="1"/>
                  </a:moveTo>
                  <a:cubicBezTo>
                    <a:pt x="5385" y="1"/>
                    <a:pt x="5123" y="25"/>
                    <a:pt x="4864" y="74"/>
                  </a:cubicBezTo>
                  <a:cubicBezTo>
                    <a:pt x="4165" y="196"/>
                    <a:pt x="3496" y="469"/>
                    <a:pt x="2919" y="865"/>
                  </a:cubicBezTo>
                  <a:cubicBezTo>
                    <a:pt x="2372" y="1199"/>
                    <a:pt x="1885" y="1533"/>
                    <a:pt x="1460" y="1746"/>
                  </a:cubicBezTo>
                  <a:cubicBezTo>
                    <a:pt x="1004" y="1989"/>
                    <a:pt x="517" y="2141"/>
                    <a:pt x="1" y="2263"/>
                  </a:cubicBezTo>
                  <a:lnTo>
                    <a:pt x="122" y="2263"/>
                  </a:lnTo>
                  <a:cubicBezTo>
                    <a:pt x="213" y="2263"/>
                    <a:pt x="305" y="2232"/>
                    <a:pt x="426" y="2232"/>
                  </a:cubicBezTo>
                  <a:cubicBezTo>
                    <a:pt x="791" y="2141"/>
                    <a:pt x="1186" y="2020"/>
                    <a:pt x="1520" y="1837"/>
                  </a:cubicBezTo>
                  <a:cubicBezTo>
                    <a:pt x="1976" y="1624"/>
                    <a:pt x="2463" y="1321"/>
                    <a:pt x="3010" y="1017"/>
                  </a:cubicBezTo>
                  <a:cubicBezTo>
                    <a:pt x="3587" y="621"/>
                    <a:pt x="4226" y="378"/>
                    <a:pt x="4894" y="257"/>
                  </a:cubicBezTo>
                  <a:cubicBezTo>
                    <a:pt x="5164" y="210"/>
                    <a:pt x="5428" y="186"/>
                    <a:pt x="5690" y="186"/>
                  </a:cubicBezTo>
                  <a:cubicBezTo>
                    <a:pt x="6109" y="186"/>
                    <a:pt x="6520" y="247"/>
                    <a:pt x="6931" y="378"/>
                  </a:cubicBezTo>
                  <a:cubicBezTo>
                    <a:pt x="7448" y="530"/>
                    <a:pt x="7964" y="804"/>
                    <a:pt x="8390" y="1169"/>
                  </a:cubicBezTo>
                  <a:cubicBezTo>
                    <a:pt x="8785" y="1503"/>
                    <a:pt x="9119" y="1868"/>
                    <a:pt x="9423" y="2293"/>
                  </a:cubicBezTo>
                  <a:cubicBezTo>
                    <a:pt x="9393" y="2172"/>
                    <a:pt x="9302" y="2050"/>
                    <a:pt x="9241" y="1928"/>
                  </a:cubicBezTo>
                  <a:cubicBezTo>
                    <a:pt x="9028" y="1624"/>
                    <a:pt x="8755" y="1321"/>
                    <a:pt x="8481" y="1077"/>
                  </a:cubicBezTo>
                  <a:cubicBezTo>
                    <a:pt x="7682" y="375"/>
                    <a:pt x="6670" y="1"/>
                    <a:pt x="564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8"/>
            <p:cNvSpPr/>
            <p:nvPr/>
          </p:nvSpPr>
          <p:spPr>
            <a:xfrm>
              <a:off x="5200200" y="2454550"/>
              <a:ext cx="117050" cy="14150"/>
            </a:xfrm>
            <a:custGeom>
              <a:rect b="b" l="l" r="r" t="t"/>
              <a:pathLst>
                <a:path extrusionOk="0" h="566" w="4682">
                  <a:moveTo>
                    <a:pt x="4654" y="0"/>
                  </a:moveTo>
                  <a:cubicBezTo>
                    <a:pt x="4479" y="0"/>
                    <a:pt x="3512" y="286"/>
                    <a:pt x="2341" y="342"/>
                  </a:cubicBezTo>
                  <a:cubicBezTo>
                    <a:pt x="2024" y="364"/>
                    <a:pt x="1723" y="372"/>
                    <a:pt x="1449" y="372"/>
                  </a:cubicBezTo>
                  <a:cubicBezTo>
                    <a:pt x="792" y="372"/>
                    <a:pt x="291" y="327"/>
                    <a:pt x="93" y="327"/>
                  </a:cubicBezTo>
                  <a:cubicBezTo>
                    <a:pt x="33" y="327"/>
                    <a:pt x="1" y="331"/>
                    <a:pt x="1" y="342"/>
                  </a:cubicBezTo>
                  <a:cubicBezTo>
                    <a:pt x="533" y="491"/>
                    <a:pt x="1080" y="566"/>
                    <a:pt x="1631" y="566"/>
                  </a:cubicBezTo>
                  <a:cubicBezTo>
                    <a:pt x="1867" y="566"/>
                    <a:pt x="2104" y="552"/>
                    <a:pt x="2341" y="525"/>
                  </a:cubicBezTo>
                  <a:cubicBezTo>
                    <a:pt x="3162" y="494"/>
                    <a:pt x="3952" y="342"/>
                    <a:pt x="4682" y="8"/>
                  </a:cubicBezTo>
                  <a:cubicBezTo>
                    <a:pt x="4679" y="3"/>
                    <a:pt x="4670" y="0"/>
                    <a:pt x="465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8"/>
            <p:cNvSpPr/>
            <p:nvPr/>
          </p:nvSpPr>
          <p:spPr>
            <a:xfrm>
              <a:off x="4320250" y="2254800"/>
              <a:ext cx="949900" cy="295700"/>
            </a:xfrm>
            <a:custGeom>
              <a:rect b="b" l="l" r="r" t="t"/>
              <a:pathLst>
                <a:path extrusionOk="0" h="11828" w="37996">
                  <a:moveTo>
                    <a:pt x="1247" y="186"/>
                  </a:moveTo>
                  <a:cubicBezTo>
                    <a:pt x="821" y="277"/>
                    <a:pt x="396" y="399"/>
                    <a:pt x="1" y="612"/>
                  </a:cubicBezTo>
                  <a:cubicBezTo>
                    <a:pt x="396" y="429"/>
                    <a:pt x="821" y="277"/>
                    <a:pt x="1247" y="186"/>
                  </a:cubicBezTo>
                  <a:close/>
                  <a:moveTo>
                    <a:pt x="31551" y="5171"/>
                  </a:moveTo>
                  <a:lnTo>
                    <a:pt x="31551" y="5171"/>
                  </a:lnTo>
                  <a:cubicBezTo>
                    <a:pt x="33162" y="5262"/>
                    <a:pt x="34773" y="5597"/>
                    <a:pt x="36324" y="6174"/>
                  </a:cubicBezTo>
                  <a:cubicBezTo>
                    <a:pt x="36871" y="6356"/>
                    <a:pt x="37266" y="6539"/>
                    <a:pt x="37570" y="6660"/>
                  </a:cubicBezTo>
                  <a:lnTo>
                    <a:pt x="37995" y="6843"/>
                  </a:lnTo>
                  <a:cubicBezTo>
                    <a:pt x="37995" y="6843"/>
                    <a:pt x="37418" y="6569"/>
                    <a:pt x="36324" y="6144"/>
                  </a:cubicBezTo>
                  <a:cubicBezTo>
                    <a:pt x="34804" y="5566"/>
                    <a:pt x="33193" y="5232"/>
                    <a:pt x="31551" y="5171"/>
                  </a:cubicBezTo>
                  <a:close/>
                  <a:moveTo>
                    <a:pt x="2926" y="0"/>
                  </a:moveTo>
                  <a:cubicBezTo>
                    <a:pt x="2363" y="0"/>
                    <a:pt x="1800" y="61"/>
                    <a:pt x="1247" y="186"/>
                  </a:cubicBezTo>
                  <a:cubicBezTo>
                    <a:pt x="1795" y="72"/>
                    <a:pt x="2353" y="15"/>
                    <a:pt x="2910" y="15"/>
                  </a:cubicBezTo>
                  <a:cubicBezTo>
                    <a:pt x="3991" y="15"/>
                    <a:pt x="5067" y="231"/>
                    <a:pt x="6049" y="673"/>
                  </a:cubicBezTo>
                  <a:cubicBezTo>
                    <a:pt x="7113" y="1098"/>
                    <a:pt x="8056" y="1706"/>
                    <a:pt x="8937" y="2435"/>
                  </a:cubicBezTo>
                  <a:cubicBezTo>
                    <a:pt x="9910" y="3287"/>
                    <a:pt x="10791" y="4229"/>
                    <a:pt x="11551" y="5293"/>
                  </a:cubicBezTo>
                  <a:cubicBezTo>
                    <a:pt x="12372" y="6387"/>
                    <a:pt x="13101" y="7633"/>
                    <a:pt x="14013" y="8819"/>
                  </a:cubicBezTo>
                  <a:cubicBezTo>
                    <a:pt x="14469" y="9426"/>
                    <a:pt x="15016" y="9974"/>
                    <a:pt x="15594" y="10460"/>
                  </a:cubicBezTo>
                  <a:cubicBezTo>
                    <a:pt x="16202" y="10946"/>
                    <a:pt x="16870" y="11341"/>
                    <a:pt x="17630" y="11585"/>
                  </a:cubicBezTo>
                  <a:cubicBezTo>
                    <a:pt x="18074" y="11751"/>
                    <a:pt x="18552" y="11827"/>
                    <a:pt x="19030" y="11827"/>
                  </a:cubicBezTo>
                  <a:cubicBezTo>
                    <a:pt x="19337" y="11827"/>
                    <a:pt x="19643" y="11796"/>
                    <a:pt x="19940" y="11737"/>
                  </a:cubicBezTo>
                  <a:cubicBezTo>
                    <a:pt x="20670" y="11524"/>
                    <a:pt x="21369" y="11189"/>
                    <a:pt x="21946" y="10673"/>
                  </a:cubicBezTo>
                  <a:cubicBezTo>
                    <a:pt x="23071" y="9700"/>
                    <a:pt x="23892" y="8515"/>
                    <a:pt x="24895" y="7542"/>
                  </a:cubicBezTo>
                  <a:cubicBezTo>
                    <a:pt x="25837" y="6660"/>
                    <a:pt x="26962" y="5992"/>
                    <a:pt x="28208" y="5627"/>
                  </a:cubicBezTo>
                  <a:cubicBezTo>
                    <a:pt x="29211" y="5321"/>
                    <a:pt x="30240" y="5167"/>
                    <a:pt x="31270" y="5167"/>
                  </a:cubicBezTo>
                  <a:cubicBezTo>
                    <a:pt x="31364" y="5167"/>
                    <a:pt x="31458" y="5169"/>
                    <a:pt x="31551" y="5171"/>
                  </a:cubicBezTo>
                  <a:cubicBezTo>
                    <a:pt x="31389" y="5162"/>
                    <a:pt x="31226" y="5158"/>
                    <a:pt x="31063" y="5158"/>
                  </a:cubicBezTo>
                  <a:cubicBezTo>
                    <a:pt x="30095" y="5158"/>
                    <a:pt x="29118" y="5311"/>
                    <a:pt x="28208" y="5597"/>
                  </a:cubicBezTo>
                  <a:cubicBezTo>
                    <a:pt x="26962" y="5961"/>
                    <a:pt x="25807" y="6630"/>
                    <a:pt x="24864" y="7542"/>
                  </a:cubicBezTo>
                  <a:cubicBezTo>
                    <a:pt x="23861" y="8484"/>
                    <a:pt x="23041" y="9670"/>
                    <a:pt x="21916" y="10642"/>
                  </a:cubicBezTo>
                  <a:cubicBezTo>
                    <a:pt x="21339" y="11159"/>
                    <a:pt x="20670" y="11524"/>
                    <a:pt x="19940" y="11706"/>
                  </a:cubicBezTo>
                  <a:cubicBezTo>
                    <a:pt x="19643" y="11766"/>
                    <a:pt x="19341" y="11797"/>
                    <a:pt x="19040" y="11797"/>
                  </a:cubicBezTo>
                  <a:cubicBezTo>
                    <a:pt x="18571" y="11797"/>
                    <a:pt x="18105" y="11721"/>
                    <a:pt x="17661" y="11554"/>
                  </a:cubicBezTo>
                  <a:cubicBezTo>
                    <a:pt x="16901" y="11311"/>
                    <a:pt x="16232" y="10916"/>
                    <a:pt x="15624" y="10429"/>
                  </a:cubicBezTo>
                  <a:cubicBezTo>
                    <a:pt x="15047" y="9943"/>
                    <a:pt x="14530" y="9396"/>
                    <a:pt x="14074" y="8788"/>
                  </a:cubicBezTo>
                  <a:cubicBezTo>
                    <a:pt x="13162" y="7603"/>
                    <a:pt x="12433" y="6356"/>
                    <a:pt x="11612" y="5262"/>
                  </a:cubicBezTo>
                  <a:cubicBezTo>
                    <a:pt x="10822" y="4229"/>
                    <a:pt x="9940" y="3256"/>
                    <a:pt x="8937" y="2405"/>
                  </a:cubicBezTo>
                  <a:cubicBezTo>
                    <a:pt x="8086" y="1676"/>
                    <a:pt x="7113" y="1068"/>
                    <a:pt x="6080" y="642"/>
                  </a:cubicBezTo>
                  <a:cubicBezTo>
                    <a:pt x="5082" y="223"/>
                    <a:pt x="4005" y="0"/>
                    <a:pt x="2926"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8"/>
            <p:cNvSpPr/>
            <p:nvPr/>
          </p:nvSpPr>
          <p:spPr>
            <a:xfrm>
              <a:off x="4508700" y="2228275"/>
              <a:ext cx="294875" cy="225725"/>
            </a:xfrm>
            <a:custGeom>
              <a:rect b="b" l="l" r="r" t="t"/>
              <a:pathLst>
                <a:path extrusionOk="0" h="9029" w="11795">
                  <a:moveTo>
                    <a:pt x="1" y="1"/>
                  </a:moveTo>
                  <a:lnTo>
                    <a:pt x="548" y="183"/>
                  </a:lnTo>
                  <a:cubicBezTo>
                    <a:pt x="1065" y="396"/>
                    <a:pt x="1551" y="639"/>
                    <a:pt x="2037" y="882"/>
                  </a:cubicBezTo>
                  <a:cubicBezTo>
                    <a:pt x="3618" y="1734"/>
                    <a:pt x="5047" y="2858"/>
                    <a:pt x="6232" y="4226"/>
                  </a:cubicBezTo>
                  <a:cubicBezTo>
                    <a:pt x="6870" y="4986"/>
                    <a:pt x="7448" y="5776"/>
                    <a:pt x="7995" y="6627"/>
                  </a:cubicBezTo>
                  <a:cubicBezTo>
                    <a:pt x="8451" y="7296"/>
                    <a:pt x="9028" y="7873"/>
                    <a:pt x="9697" y="8360"/>
                  </a:cubicBezTo>
                  <a:cubicBezTo>
                    <a:pt x="10153" y="8694"/>
                    <a:pt x="10670" y="8907"/>
                    <a:pt x="11217" y="8998"/>
                  </a:cubicBezTo>
                  <a:cubicBezTo>
                    <a:pt x="11308" y="9013"/>
                    <a:pt x="11407" y="9021"/>
                    <a:pt x="11506" y="9021"/>
                  </a:cubicBezTo>
                  <a:cubicBezTo>
                    <a:pt x="11534" y="9021"/>
                    <a:pt x="11562" y="9020"/>
                    <a:pt x="11590" y="9019"/>
                  </a:cubicBezTo>
                  <a:lnTo>
                    <a:pt x="11590" y="9019"/>
                  </a:lnTo>
                  <a:cubicBezTo>
                    <a:pt x="11607" y="9022"/>
                    <a:pt x="11625" y="9025"/>
                    <a:pt x="11642" y="9028"/>
                  </a:cubicBezTo>
                  <a:lnTo>
                    <a:pt x="11794" y="8998"/>
                  </a:lnTo>
                  <a:lnTo>
                    <a:pt x="11794" y="8998"/>
                  </a:lnTo>
                  <a:cubicBezTo>
                    <a:pt x="11729" y="9009"/>
                    <a:pt x="11660" y="9016"/>
                    <a:pt x="11590" y="9019"/>
                  </a:cubicBezTo>
                  <a:lnTo>
                    <a:pt x="11590" y="9019"/>
                  </a:lnTo>
                  <a:cubicBezTo>
                    <a:pt x="11462" y="8998"/>
                    <a:pt x="11351" y="8995"/>
                    <a:pt x="11217" y="8968"/>
                  </a:cubicBezTo>
                  <a:cubicBezTo>
                    <a:pt x="10670" y="8876"/>
                    <a:pt x="10153" y="8664"/>
                    <a:pt x="9727" y="8360"/>
                  </a:cubicBezTo>
                  <a:cubicBezTo>
                    <a:pt x="9059" y="7873"/>
                    <a:pt x="8512" y="7266"/>
                    <a:pt x="8056" y="6597"/>
                  </a:cubicBezTo>
                  <a:cubicBezTo>
                    <a:pt x="7509" y="5776"/>
                    <a:pt x="6901" y="4955"/>
                    <a:pt x="6293" y="4196"/>
                  </a:cubicBezTo>
                  <a:cubicBezTo>
                    <a:pt x="5107" y="2828"/>
                    <a:pt x="3679" y="1703"/>
                    <a:pt x="2068" y="852"/>
                  </a:cubicBezTo>
                  <a:cubicBezTo>
                    <a:pt x="1581" y="609"/>
                    <a:pt x="1095" y="366"/>
                    <a:pt x="578" y="183"/>
                  </a:cubicBezTo>
                  <a:cubicBezTo>
                    <a:pt x="214" y="62"/>
                    <a:pt x="1" y="1"/>
                    <a:pt x="1"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8"/>
            <p:cNvSpPr/>
            <p:nvPr/>
          </p:nvSpPr>
          <p:spPr>
            <a:xfrm>
              <a:off x="4934250" y="2330750"/>
              <a:ext cx="307025" cy="51825"/>
            </a:xfrm>
            <a:custGeom>
              <a:rect b="b" l="l" r="r" t="t"/>
              <a:pathLst>
                <a:path extrusionOk="0" h="2073" w="12281">
                  <a:moveTo>
                    <a:pt x="12239" y="1677"/>
                  </a:moveTo>
                  <a:cubicBezTo>
                    <a:pt x="12266" y="1696"/>
                    <a:pt x="12280" y="1708"/>
                    <a:pt x="12280" y="1708"/>
                  </a:cubicBezTo>
                  <a:cubicBezTo>
                    <a:pt x="12270" y="1697"/>
                    <a:pt x="12255" y="1686"/>
                    <a:pt x="12239" y="1677"/>
                  </a:cubicBezTo>
                  <a:close/>
                  <a:moveTo>
                    <a:pt x="6402" y="0"/>
                  </a:moveTo>
                  <a:cubicBezTo>
                    <a:pt x="4769" y="0"/>
                    <a:pt x="3140" y="367"/>
                    <a:pt x="1642" y="1100"/>
                  </a:cubicBezTo>
                  <a:cubicBezTo>
                    <a:pt x="1216" y="1312"/>
                    <a:pt x="821" y="1525"/>
                    <a:pt x="426" y="1799"/>
                  </a:cubicBezTo>
                  <a:cubicBezTo>
                    <a:pt x="821" y="1556"/>
                    <a:pt x="1216" y="1312"/>
                    <a:pt x="1642" y="1130"/>
                  </a:cubicBezTo>
                  <a:cubicBezTo>
                    <a:pt x="3140" y="397"/>
                    <a:pt x="4769" y="31"/>
                    <a:pt x="6402" y="31"/>
                  </a:cubicBezTo>
                  <a:cubicBezTo>
                    <a:pt x="7818" y="31"/>
                    <a:pt x="9237" y="306"/>
                    <a:pt x="10578" y="856"/>
                  </a:cubicBezTo>
                  <a:cubicBezTo>
                    <a:pt x="11004" y="1008"/>
                    <a:pt x="11429" y="1221"/>
                    <a:pt x="11824" y="1464"/>
                  </a:cubicBezTo>
                  <a:cubicBezTo>
                    <a:pt x="11976" y="1525"/>
                    <a:pt x="12098" y="1586"/>
                    <a:pt x="12159" y="1647"/>
                  </a:cubicBezTo>
                  <a:cubicBezTo>
                    <a:pt x="12178" y="1647"/>
                    <a:pt x="12211" y="1659"/>
                    <a:pt x="12239" y="1677"/>
                  </a:cubicBezTo>
                  <a:lnTo>
                    <a:pt x="12239" y="1677"/>
                  </a:lnTo>
                  <a:cubicBezTo>
                    <a:pt x="12177" y="1631"/>
                    <a:pt x="12046" y="1540"/>
                    <a:pt x="11855" y="1434"/>
                  </a:cubicBezTo>
                  <a:cubicBezTo>
                    <a:pt x="11429" y="1191"/>
                    <a:pt x="11004" y="1008"/>
                    <a:pt x="10578" y="826"/>
                  </a:cubicBezTo>
                  <a:cubicBezTo>
                    <a:pt x="9237" y="276"/>
                    <a:pt x="7818" y="0"/>
                    <a:pt x="6402" y="0"/>
                  </a:cubicBezTo>
                  <a:close/>
                  <a:moveTo>
                    <a:pt x="426" y="1799"/>
                  </a:moveTo>
                  <a:cubicBezTo>
                    <a:pt x="152" y="1981"/>
                    <a:pt x="0" y="2072"/>
                    <a:pt x="0" y="2072"/>
                  </a:cubicBezTo>
                  <a:lnTo>
                    <a:pt x="122" y="2011"/>
                  </a:lnTo>
                  <a:cubicBezTo>
                    <a:pt x="183" y="1981"/>
                    <a:pt x="304" y="1890"/>
                    <a:pt x="426" y="1799"/>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8"/>
            <p:cNvSpPr/>
            <p:nvPr/>
          </p:nvSpPr>
          <p:spPr>
            <a:xfrm>
              <a:off x="5004150" y="2327075"/>
              <a:ext cx="44100" cy="88925"/>
            </a:xfrm>
            <a:custGeom>
              <a:rect b="b" l="l" r="r" t="t"/>
              <a:pathLst>
                <a:path extrusionOk="0" h="3557" w="1764">
                  <a:moveTo>
                    <a:pt x="1" y="0"/>
                  </a:moveTo>
                  <a:lnTo>
                    <a:pt x="1" y="0"/>
                  </a:lnTo>
                  <a:cubicBezTo>
                    <a:pt x="1" y="0"/>
                    <a:pt x="31" y="61"/>
                    <a:pt x="92" y="122"/>
                  </a:cubicBezTo>
                  <a:cubicBezTo>
                    <a:pt x="153" y="213"/>
                    <a:pt x="244" y="335"/>
                    <a:pt x="335" y="487"/>
                  </a:cubicBezTo>
                  <a:cubicBezTo>
                    <a:pt x="609" y="851"/>
                    <a:pt x="852" y="1277"/>
                    <a:pt x="1065" y="1672"/>
                  </a:cubicBezTo>
                  <a:cubicBezTo>
                    <a:pt x="1247" y="2098"/>
                    <a:pt x="1429" y="2554"/>
                    <a:pt x="1581" y="2979"/>
                  </a:cubicBezTo>
                  <a:cubicBezTo>
                    <a:pt x="1642" y="3162"/>
                    <a:pt x="1673" y="3283"/>
                    <a:pt x="1703" y="3405"/>
                  </a:cubicBezTo>
                  <a:cubicBezTo>
                    <a:pt x="1733" y="3496"/>
                    <a:pt x="1764" y="3557"/>
                    <a:pt x="1764" y="3557"/>
                  </a:cubicBezTo>
                  <a:cubicBezTo>
                    <a:pt x="1733" y="3344"/>
                    <a:pt x="1673" y="3162"/>
                    <a:pt x="1612" y="2979"/>
                  </a:cubicBezTo>
                  <a:cubicBezTo>
                    <a:pt x="1338" y="2067"/>
                    <a:pt x="913" y="1216"/>
                    <a:pt x="366" y="456"/>
                  </a:cubicBezTo>
                  <a:cubicBezTo>
                    <a:pt x="244" y="304"/>
                    <a:pt x="122" y="152"/>
                    <a:pt x="1"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8"/>
            <p:cNvSpPr/>
            <p:nvPr/>
          </p:nvSpPr>
          <p:spPr>
            <a:xfrm>
              <a:off x="5135625" y="2327075"/>
              <a:ext cx="14450" cy="93500"/>
            </a:xfrm>
            <a:custGeom>
              <a:rect b="b" l="l" r="r" t="t"/>
              <a:pathLst>
                <a:path extrusionOk="0" h="3740" w="578">
                  <a:moveTo>
                    <a:pt x="547" y="0"/>
                  </a:moveTo>
                  <a:lnTo>
                    <a:pt x="547" y="183"/>
                  </a:lnTo>
                  <a:lnTo>
                    <a:pt x="547" y="578"/>
                  </a:lnTo>
                  <a:cubicBezTo>
                    <a:pt x="517" y="1003"/>
                    <a:pt x="487" y="1459"/>
                    <a:pt x="426" y="1915"/>
                  </a:cubicBezTo>
                  <a:cubicBezTo>
                    <a:pt x="365" y="2341"/>
                    <a:pt x="274" y="2766"/>
                    <a:pt x="152" y="3222"/>
                  </a:cubicBezTo>
                  <a:cubicBezTo>
                    <a:pt x="122" y="3314"/>
                    <a:pt x="91" y="3496"/>
                    <a:pt x="31" y="3587"/>
                  </a:cubicBezTo>
                  <a:cubicBezTo>
                    <a:pt x="0" y="3678"/>
                    <a:pt x="0" y="3739"/>
                    <a:pt x="0" y="3739"/>
                  </a:cubicBezTo>
                  <a:cubicBezTo>
                    <a:pt x="0" y="3739"/>
                    <a:pt x="91" y="3526"/>
                    <a:pt x="183" y="3222"/>
                  </a:cubicBezTo>
                  <a:cubicBezTo>
                    <a:pt x="304" y="2766"/>
                    <a:pt x="395" y="2341"/>
                    <a:pt x="487" y="1915"/>
                  </a:cubicBezTo>
                  <a:cubicBezTo>
                    <a:pt x="547" y="1459"/>
                    <a:pt x="578" y="1003"/>
                    <a:pt x="578" y="578"/>
                  </a:cubicBezTo>
                  <a:cubicBezTo>
                    <a:pt x="547" y="213"/>
                    <a:pt x="547" y="0"/>
                    <a:pt x="547"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8"/>
            <p:cNvSpPr/>
            <p:nvPr/>
          </p:nvSpPr>
          <p:spPr>
            <a:xfrm>
              <a:off x="4867375" y="2425850"/>
              <a:ext cx="63100" cy="62350"/>
            </a:xfrm>
            <a:custGeom>
              <a:rect b="b" l="l" r="r" t="t"/>
              <a:pathLst>
                <a:path extrusionOk="0" h="2494" w="2524">
                  <a:moveTo>
                    <a:pt x="1" y="1"/>
                  </a:moveTo>
                  <a:lnTo>
                    <a:pt x="1" y="1"/>
                  </a:lnTo>
                  <a:cubicBezTo>
                    <a:pt x="92" y="153"/>
                    <a:pt x="183" y="305"/>
                    <a:pt x="274" y="457"/>
                  </a:cubicBezTo>
                  <a:cubicBezTo>
                    <a:pt x="517" y="791"/>
                    <a:pt x="821" y="1095"/>
                    <a:pt x="1125" y="1399"/>
                  </a:cubicBezTo>
                  <a:cubicBezTo>
                    <a:pt x="821" y="1095"/>
                    <a:pt x="548" y="761"/>
                    <a:pt x="305" y="426"/>
                  </a:cubicBezTo>
                  <a:cubicBezTo>
                    <a:pt x="213" y="305"/>
                    <a:pt x="122" y="183"/>
                    <a:pt x="92" y="122"/>
                  </a:cubicBezTo>
                  <a:cubicBezTo>
                    <a:pt x="31" y="31"/>
                    <a:pt x="1" y="1"/>
                    <a:pt x="1" y="1"/>
                  </a:cubicBezTo>
                  <a:close/>
                  <a:moveTo>
                    <a:pt x="1125" y="1399"/>
                  </a:moveTo>
                  <a:lnTo>
                    <a:pt x="1125" y="1399"/>
                  </a:lnTo>
                  <a:cubicBezTo>
                    <a:pt x="1399" y="1703"/>
                    <a:pt x="1733" y="1977"/>
                    <a:pt x="2068" y="2220"/>
                  </a:cubicBezTo>
                  <a:cubicBezTo>
                    <a:pt x="1733" y="1977"/>
                    <a:pt x="1429" y="1673"/>
                    <a:pt x="1125" y="1399"/>
                  </a:cubicBezTo>
                  <a:close/>
                  <a:moveTo>
                    <a:pt x="2068" y="2220"/>
                  </a:moveTo>
                  <a:lnTo>
                    <a:pt x="2176" y="2289"/>
                  </a:lnTo>
                  <a:lnTo>
                    <a:pt x="2176" y="2289"/>
                  </a:lnTo>
                  <a:cubicBezTo>
                    <a:pt x="2140" y="2265"/>
                    <a:pt x="2104" y="2241"/>
                    <a:pt x="2068" y="2220"/>
                  </a:cubicBezTo>
                  <a:close/>
                  <a:moveTo>
                    <a:pt x="2176" y="2289"/>
                  </a:moveTo>
                  <a:lnTo>
                    <a:pt x="2176" y="2289"/>
                  </a:lnTo>
                  <a:cubicBezTo>
                    <a:pt x="2292" y="2366"/>
                    <a:pt x="2408" y="2447"/>
                    <a:pt x="2523" y="2493"/>
                  </a:cubicBezTo>
                  <a:lnTo>
                    <a:pt x="2402" y="2432"/>
                  </a:lnTo>
                  <a:lnTo>
                    <a:pt x="2176" y="2289"/>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8"/>
            <p:cNvSpPr/>
            <p:nvPr/>
          </p:nvSpPr>
          <p:spPr>
            <a:xfrm>
              <a:off x="4779225" y="2391675"/>
              <a:ext cx="8400" cy="67650"/>
            </a:xfrm>
            <a:custGeom>
              <a:rect b="b" l="l" r="r" t="t"/>
              <a:pathLst>
                <a:path extrusionOk="0" h="2706" w="336">
                  <a:moveTo>
                    <a:pt x="335" y="0"/>
                  </a:moveTo>
                  <a:cubicBezTo>
                    <a:pt x="274" y="122"/>
                    <a:pt x="244" y="243"/>
                    <a:pt x="213" y="365"/>
                  </a:cubicBezTo>
                  <a:cubicBezTo>
                    <a:pt x="274" y="243"/>
                    <a:pt x="274" y="152"/>
                    <a:pt x="305" y="91"/>
                  </a:cubicBezTo>
                  <a:cubicBezTo>
                    <a:pt x="335" y="61"/>
                    <a:pt x="335" y="30"/>
                    <a:pt x="335" y="0"/>
                  </a:cubicBezTo>
                  <a:close/>
                  <a:moveTo>
                    <a:pt x="213" y="365"/>
                  </a:moveTo>
                  <a:lnTo>
                    <a:pt x="213" y="365"/>
                  </a:lnTo>
                  <a:cubicBezTo>
                    <a:pt x="92" y="669"/>
                    <a:pt x="62" y="1003"/>
                    <a:pt x="31" y="1337"/>
                  </a:cubicBezTo>
                  <a:cubicBezTo>
                    <a:pt x="1" y="1672"/>
                    <a:pt x="31" y="1976"/>
                    <a:pt x="92" y="2310"/>
                  </a:cubicBezTo>
                  <a:cubicBezTo>
                    <a:pt x="62" y="1976"/>
                    <a:pt x="62" y="1672"/>
                    <a:pt x="62" y="1337"/>
                  </a:cubicBezTo>
                  <a:cubicBezTo>
                    <a:pt x="92" y="1003"/>
                    <a:pt x="153" y="699"/>
                    <a:pt x="213" y="365"/>
                  </a:cubicBezTo>
                  <a:close/>
                  <a:moveTo>
                    <a:pt x="92" y="2310"/>
                  </a:moveTo>
                  <a:cubicBezTo>
                    <a:pt x="92" y="2432"/>
                    <a:pt x="122" y="2553"/>
                    <a:pt x="183" y="2705"/>
                  </a:cubicBezTo>
                  <a:cubicBezTo>
                    <a:pt x="183" y="2644"/>
                    <a:pt x="153" y="2614"/>
                    <a:pt x="153" y="2614"/>
                  </a:cubicBezTo>
                  <a:cubicBezTo>
                    <a:pt x="153" y="2523"/>
                    <a:pt x="122" y="2432"/>
                    <a:pt x="92" y="231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8"/>
            <p:cNvSpPr/>
            <p:nvPr/>
          </p:nvSpPr>
          <p:spPr>
            <a:xfrm>
              <a:off x="4760225" y="2486650"/>
              <a:ext cx="22825" cy="95775"/>
            </a:xfrm>
            <a:custGeom>
              <a:rect b="b" l="l" r="r" t="t"/>
              <a:pathLst>
                <a:path extrusionOk="0" h="3831" w="913">
                  <a:moveTo>
                    <a:pt x="1" y="0"/>
                  </a:moveTo>
                  <a:lnTo>
                    <a:pt x="1" y="31"/>
                  </a:lnTo>
                  <a:cubicBezTo>
                    <a:pt x="1" y="31"/>
                    <a:pt x="1" y="32"/>
                    <a:pt x="1" y="32"/>
                  </a:cubicBezTo>
                  <a:lnTo>
                    <a:pt x="1" y="32"/>
                  </a:lnTo>
                  <a:cubicBezTo>
                    <a:pt x="1" y="22"/>
                    <a:pt x="1" y="11"/>
                    <a:pt x="1" y="0"/>
                  </a:cubicBezTo>
                  <a:close/>
                  <a:moveTo>
                    <a:pt x="1" y="32"/>
                  </a:moveTo>
                  <a:cubicBezTo>
                    <a:pt x="3" y="569"/>
                    <a:pt x="63" y="1105"/>
                    <a:pt x="153" y="1642"/>
                  </a:cubicBezTo>
                  <a:cubicBezTo>
                    <a:pt x="274" y="2159"/>
                    <a:pt x="426" y="2706"/>
                    <a:pt x="639" y="3192"/>
                  </a:cubicBezTo>
                  <a:cubicBezTo>
                    <a:pt x="700" y="3405"/>
                    <a:pt x="822" y="3618"/>
                    <a:pt x="913" y="3830"/>
                  </a:cubicBezTo>
                  <a:lnTo>
                    <a:pt x="852" y="3678"/>
                  </a:lnTo>
                  <a:cubicBezTo>
                    <a:pt x="791" y="3557"/>
                    <a:pt x="730" y="3405"/>
                    <a:pt x="670" y="3222"/>
                  </a:cubicBezTo>
                  <a:cubicBezTo>
                    <a:pt x="457" y="2706"/>
                    <a:pt x="305" y="2189"/>
                    <a:pt x="214" y="1642"/>
                  </a:cubicBezTo>
                  <a:cubicBezTo>
                    <a:pt x="92" y="1095"/>
                    <a:pt x="31" y="579"/>
                    <a:pt x="1" y="32"/>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8"/>
            <p:cNvSpPr/>
            <p:nvPr/>
          </p:nvSpPr>
          <p:spPr>
            <a:xfrm>
              <a:off x="4893975" y="2384075"/>
              <a:ext cx="6100" cy="14450"/>
            </a:xfrm>
            <a:custGeom>
              <a:rect b="b" l="l" r="r" t="t"/>
              <a:pathLst>
                <a:path extrusionOk="0" h="578" w="244">
                  <a:moveTo>
                    <a:pt x="31" y="0"/>
                  </a:moveTo>
                  <a:lnTo>
                    <a:pt x="31" y="0"/>
                  </a:lnTo>
                  <a:cubicBezTo>
                    <a:pt x="0" y="122"/>
                    <a:pt x="31" y="213"/>
                    <a:pt x="61" y="304"/>
                  </a:cubicBezTo>
                  <a:cubicBezTo>
                    <a:pt x="92" y="426"/>
                    <a:pt x="152" y="517"/>
                    <a:pt x="244" y="578"/>
                  </a:cubicBezTo>
                  <a:cubicBezTo>
                    <a:pt x="244" y="578"/>
                    <a:pt x="152" y="456"/>
                    <a:pt x="92" y="304"/>
                  </a:cubicBezTo>
                  <a:cubicBezTo>
                    <a:pt x="61" y="213"/>
                    <a:pt x="31" y="91"/>
                    <a:pt x="31"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
            <p:cNvSpPr/>
            <p:nvPr/>
          </p:nvSpPr>
          <p:spPr>
            <a:xfrm>
              <a:off x="4577850" y="2348350"/>
              <a:ext cx="131500" cy="118575"/>
            </a:xfrm>
            <a:custGeom>
              <a:rect b="b" l="l" r="r" t="t"/>
              <a:pathLst>
                <a:path extrusionOk="0" h="4743" w="5260">
                  <a:moveTo>
                    <a:pt x="5259" y="0"/>
                  </a:moveTo>
                  <a:lnTo>
                    <a:pt x="5259" y="0"/>
                  </a:lnTo>
                  <a:cubicBezTo>
                    <a:pt x="4925" y="152"/>
                    <a:pt x="4621" y="335"/>
                    <a:pt x="4317" y="517"/>
                  </a:cubicBezTo>
                  <a:cubicBezTo>
                    <a:pt x="2858" y="1368"/>
                    <a:pt x="1581" y="2523"/>
                    <a:pt x="578" y="3891"/>
                  </a:cubicBezTo>
                  <a:cubicBezTo>
                    <a:pt x="366" y="4165"/>
                    <a:pt x="183" y="4438"/>
                    <a:pt x="1" y="4742"/>
                  </a:cubicBezTo>
                  <a:cubicBezTo>
                    <a:pt x="1" y="4742"/>
                    <a:pt x="62" y="4681"/>
                    <a:pt x="153" y="4529"/>
                  </a:cubicBezTo>
                  <a:cubicBezTo>
                    <a:pt x="244" y="4377"/>
                    <a:pt x="396" y="4165"/>
                    <a:pt x="609" y="3891"/>
                  </a:cubicBezTo>
                  <a:cubicBezTo>
                    <a:pt x="1612" y="2554"/>
                    <a:pt x="2888" y="1399"/>
                    <a:pt x="4347" y="517"/>
                  </a:cubicBezTo>
                  <a:cubicBezTo>
                    <a:pt x="4621" y="365"/>
                    <a:pt x="4864" y="244"/>
                    <a:pt x="5016" y="152"/>
                  </a:cubicBezTo>
                  <a:lnTo>
                    <a:pt x="5259" y="0"/>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8"/>
            <p:cNvSpPr/>
            <p:nvPr/>
          </p:nvSpPr>
          <p:spPr>
            <a:xfrm>
              <a:off x="4455525" y="2253375"/>
              <a:ext cx="139825" cy="64600"/>
            </a:xfrm>
            <a:custGeom>
              <a:rect b="b" l="l" r="r" t="t"/>
              <a:pathLst>
                <a:path extrusionOk="0" h="2584" w="5593">
                  <a:moveTo>
                    <a:pt x="5593" y="0"/>
                  </a:moveTo>
                  <a:cubicBezTo>
                    <a:pt x="5593" y="0"/>
                    <a:pt x="5228" y="61"/>
                    <a:pt x="4681" y="182"/>
                  </a:cubicBezTo>
                  <a:cubicBezTo>
                    <a:pt x="3982" y="365"/>
                    <a:pt x="3283" y="638"/>
                    <a:pt x="2614" y="942"/>
                  </a:cubicBezTo>
                  <a:cubicBezTo>
                    <a:pt x="1945" y="1246"/>
                    <a:pt x="1338" y="1611"/>
                    <a:pt x="730" y="2037"/>
                  </a:cubicBezTo>
                  <a:cubicBezTo>
                    <a:pt x="499" y="2190"/>
                    <a:pt x="315" y="2328"/>
                    <a:pt x="190" y="2427"/>
                  </a:cubicBezTo>
                  <a:lnTo>
                    <a:pt x="190" y="2427"/>
                  </a:lnTo>
                  <a:cubicBezTo>
                    <a:pt x="340" y="2337"/>
                    <a:pt x="520" y="2216"/>
                    <a:pt x="730" y="2067"/>
                  </a:cubicBezTo>
                  <a:cubicBezTo>
                    <a:pt x="1338" y="1641"/>
                    <a:pt x="1976" y="1277"/>
                    <a:pt x="2645" y="973"/>
                  </a:cubicBezTo>
                  <a:cubicBezTo>
                    <a:pt x="3313" y="669"/>
                    <a:pt x="3982" y="426"/>
                    <a:pt x="4711" y="213"/>
                  </a:cubicBezTo>
                  <a:cubicBezTo>
                    <a:pt x="4955" y="152"/>
                    <a:pt x="5198" y="91"/>
                    <a:pt x="5350" y="61"/>
                  </a:cubicBezTo>
                  <a:lnTo>
                    <a:pt x="5593" y="0"/>
                  </a:lnTo>
                  <a:close/>
                  <a:moveTo>
                    <a:pt x="190" y="2427"/>
                  </a:moveTo>
                  <a:cubicBezTo>
                    <a:pt x="187" y="2429"/>
                    <a:pt x="185" y="2430"/>
                    <a:pt x="183" y="2432"/>
                  </a:cubicBezTo>
                  <a:lnTo>
                    <a:pt x="144" y="2464"/>
                  </a:lnTo>
                  <a:lnTo>
                    <a:pt x="144" y="2464"/>
                  </a:lnTo>
                  <a:cubicBezTo>
                    <a:pt x="158" y="2452"/>
                    <a:pt x="174" y="2440"/>
                    <a:pt x="190" y="2427"/>
                  </a:cubicBezTo>
                  <a:close/>
                  <a:moveTo>
                    <a:pt x="144" y="2464"/>
                  </a:moveTo>
                  <a:lnTo>
                    <a:pt x="144" y="2464"/>
                  </a:lnTo>
                  <a:cubicBezTo>
                    <a:pt x="50" y="2539"/>
                    <a:pt x="0" y="2584"/>
                    <a:pt x="0" y="2584"/>
                  </a:cubicBezTo>
                  <a:lnTo>
                    <a:pt x="144" y="2464"/>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8"/>
            <p:cNvSpPr/>
            <p:nvPr/>
          </p:nvSpPr>
          <p:spPr>
            <a:xfrm>
              <a:off x="5367400" y="2420550"/>
              <a:ext cx="3050" cy="11400"/>
            </a:xfrm>
            <a:custGeom>
              <a:rect b="b" l="l" r="r" t="t"/>
              <a:pathLst>
                <a:path extrusionOk="0" h="456" w="122">
                  <a:moveTo>
                    <a:pt x="122" y="0"/>
                  </a:moveTo>
                  <a:lnTo>
                    <a:pt x="122" y="0"/>
                  </a:lnTo>
                  <a:cubicBezTo>
                    <a:pt x="61" y="91"/>
                    <a:pt x="61" y="152"/>
                    <a:pt x="30" y="243"/>
                  </a:cubicBezTo>
                  <a:cubicBezTo>
                    <a:pt x="0" y="304"/>
                    <a:pt x="0" y="395"/>
                    <a:pt x="0" y="456"/>
                  </a:cubicBezTo>
                  <a:cubicBezTo>
                    <a:pt x="30" y="395"/>
                    <a:pt x="61" y="334"/>
                    <a:pt x="61" y="243"/>
                  </a:cubicBezTo>
                  <a:cubicBezTo>
                    <a:pt x="91" y="152"/>
                    <a:pt x="122" y="91"/>
                    <a:pt x="122"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8"/>
            <p:cNvSpPr/>
            <p:nvPr/>
          </p:nvSpPr>
          <p:spPr>
            <a:xfrm>
              <a:off x="5741250" y="2416750"/>
              <a:ext cx="252325" cy="222050"/>
            </a:xfrm>
            <a:custGeom>
              <a:rect b="b" l="l" r="r" t="t"/>
              <a:pathLst>
                <a:path extrusionOk="0" h="8882" w="10093">
                  <a:moveTo>
                    <a:pt x="2402" y="0"/>
                  </a:moveTo>
                  <a:lnTo>
                    <a:pt x="61" y="2979"/>
                  </a:lnTo>
                  <a:cubicBezTo>
                    <a:pt x="1" y="3830"/>
                    <a:pt x="5016" y="5927"/>
                    <a:pt x="5016" y="5927"/>
                  </a:cubicBezTo>
                  <a:cubicBezTo>
                    <a:pt x="5016" y="5927"/>
                    <a:pt x="6201" y="8025"/>
                    <a:pt x="6566" y="8541"/>
                  </a:cubicBezTo>
                  <a:cubicBezTo>
                    <a:pt x="6766" y="8804"/>
                    <a:pt x="6956" y="8881"/>
                    <a:pt x="7111" y="8881"/>
                  </a:cubicBezTo>
                  <a:cubicBezTo>
                    <a:pt x="7331" y="8881"/>
                    <a:pt x="7478" y="8724"/>
                    <a:pt x="7478" y="8724"/>
                  </a:cubicBezTo>
                  <a:lnTo>
                    <a:pt x="8147" y="8328"/>
                  </a:lnTo>
                  <a:cubicBezTo>
                    <a:pt x="8147" y="8359"/>
                    <a:pt x="8147" y="8359"/>
                    <a:pt x="8147" y="8359"/>
                  </a:cubicBezTo>
                  <a:cubicBezTo>
                    <a:pt x="8213" y="8705"/>
                    <a:pt x="8472" y="8858"/>
                    <a:pt x="8731" y="8858"/>
                  </a:cubicBezTo>
                  <a:cubicBezTo>
                    <a:pt x="9065" y="8858"/>
                    <a:pt x="9401" y="8604"/>
                    <a:pt x="9332" y="8176"/>
                  </a:cubicBezTo>
                  <a:lnTo>
                    <a:pt x="9271" y="7721"/>
                  </a:lnTo>
                  <a:lnTo>
                    <a:pt x="9271" y="7721"/>
                  </a:lnTo>
                  <a:cubicBezTo>
                    <a:pt x="9313" y="7824"/>
                    <a:pt x="9410" y="7885"/>
                    <a:pt x="9506" y="7885"/>
                  </a:cubicBezTo>
                  <a:cubicBezTo>
                    <a:pt x="9552" y="7885"/>
                    <a:pt x="9597" y="7871"/>
                    <a:pt x="9636" y="7842"/>
                  </a:cubicBezTo>
                  <a:cubicBezTo>
                    <a:pt x="9910" y="7751"/>
                    <a:pt x="10092" y="7477"/>
                    <a:pt x="10031" y="7204"/>
                  </a:cubicBezTo>
                  <a:lnTo>
                    <a:pt x="9545" y="3860"/>
                  </a:lnTo>
                  <a:cubicBezTo>
                    <a:pt x="9515" y="3708"/>
                    <a:pt x="9454" y="3617"/>
                    <a:pt x="9363" y="3526"/>
                  </a:cubicBezTo>
                  <a:lnTo>
                    <a:pt x="7448" y="2006"/>
                  </a:lnTo>
                  <a:cubicBezTo>
                    <a:pt x="7904" y="1945"/>
                    <a:pt x="8329" y="1793"/>
                    <a:pt x="8724" y="1581"/>
                  </a:cubicBezTo>
                  <a:cubicBezTo>
                    <a:pt x="9414" y="1209"/>
                    <a:pt x="9479" y="467"/>
                    <a:pt x="8998" y="467"/>
                  </a:cubicBezTo>
                  <a:cubicBezTo>
                    <a:pt x="8928" y="467"/>
                    <a:pt x="8847" y="482"/>
                    <a:pt x="8755" y="517"/>
                  </a:cubicBezTo>
                  <a:cubicBezTo>
                    <a:pt x="8178" y="632"/>
                    <a:pt x="7602" y="685"/>
                    <a:pt x="7030" y="685"/>
                  </a:cubicBezTo>
                  <a:cubicBezTo>
                    <a:pt x="6547" y="685"/>
                    <a:pt x="6067" y="647"/>
                    <a:pt x="5593" y="578"/>
                  </a:cubicBezTo>
                  <a:cubicBezTo>
                    <a:pt x="5350" y="517"/>
                    <a:pt x="5107" y="547"/>
                    <a:pt x="4864" y="517"/>
                  </a:cubicBezTo>
                  <a:cubicBezTo>
                    <a:pt x="4135" y="334"/>
                    <a:pt x="2402" y="0"/>
                    <a:pt x="2402"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8"/>
            <p:cNvSpPr/>
            <p:nvPr/>
          </p:nvSpPr>
          <p:spPr>
            <a:xfrm>
              <a:off x="5896275" y="2505650"/>
              <a:ext cx="50925" cy="120075"/>
            </a:xfrm>
            <a:custGeom>
              <a:rect b="b" l="l" r="r" t="t"/>
              <a:pathLst>
                <a:path extrusionOk="0" h="4803" w="2037">
                  <a:moveTo>
                    <a:pt x="0" y="0"/>
                  </a:moveTo>
                  <a:cubicBezTo>
                    <a:pt x="183" y="183"/>
                    <a:pt x="426" y="335"/>
                    <a:pt x="669" y="487"/>
                  </a:cubicBezTo>
                  <a:lnTo>
                    <a:pt x="1003" y="699"/>
                  </a:lnTo>
                  <a:cubicBezTo>
                    <a:pt x="1125" y="760"/>
                    <a:pt x="1216" y="882"/>
                    <a:pt x="1277" y="1003"/>
                  </a:cubicBezTo>
                  <a:cubicBezTo>
                    <a:pt x="1368" y="1307"/>
                    <a:pt x="1459" y="1672"/>
                    <a:pt x="1520" y="2037"/>
                  </a:cubicBezTo>
                  <a:cubicBezTo>
                    <a:pt x="1611" y="2797"/>
                    <a:pt x="1763" y="3496"/>
                    <a:pt x="1824" y="4013"/>
                  </a:cubicBezTo>
                  <a:cubicBezTo>
                    <a:pt x="1855" y="4256"/>
                    <a:pt x="1915" y="4529"/>
                    <a:pt x="1976" y="4803"/>
                  </a:cubicBezTo>
                  <a:cubicBezTo>
                    <a:pt x="2007" y="4529"/>
                    <a:pt x="2037" y="4256"/>
                    <a:pt x="2007" y="3982"/>
                  </a:cubicBezTo>
                  <a:cubicBezTo>
                    <a:pt x="1946" y="3465"/>
                    <a:pt x="1824" y="2766"/>
                    <a:pt x="1733" y="2006"/>
                  </a:cubicBezTo>
                  <a:cubicBezTo>
                    <a:pt x="1672" y="1642"/>
                    <a:pt x="1581" y="1277"/>
                    <a:pt x="1459" y="943"/>
                  </a:cubicBezTo>
                  <a:cubicBezTo>
                    <a:pt x="1399" y="760"/>
                    <a:pt x="1277" y="639"/>
                    <a:pt x="1095" y="547"/>
                  </a:cubicBezTo>
                  <a:lnTo>
                    <a:pt x="760" y="365"/>
                  </a:lnTo>
                  <a:cubicBezTo>
                    <a:pt x="517" y="213"/>
                    <a:pt x="244" y="92"/>
                    <a:pt x="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8"/>
            <p:cNvSpPr/>
            <p:nvPr/>
          </p:nvSpPr>
          <p:spPr>
            <a:xfrm>
              <a:off x="5920600" y="2494450"/>
              <a:ext cx="53200" cy="115325"/>
            </a:xfrm>
            <a:custGeom>
              <a:rect b="b" l="l" r="r" t="t"/>
              <a:pathLst>
                <a:path extrusionOk="0" h="4613" w="2128">
                  <a:moveTo>
                    <a:pt x="61" y="0"/>
                  </a:moveTo>
                  <a:cubicBezTo>
                    <a:pt x="23" y="0"/>
                    <a:pt x="0" y="8"/>
                    <a:pt x="0" y="23"/>
                  </a:cubicBezTo>
                  <a:cubicBezTo>
                    <a:pt x="0" y="23"/>
                    <a:pt x="61" y="53"/>
                    <a:pt x="182" y="114"/>
                  </a:cubicBezTo>
                  <a:cubicBezTo>
                    <a:pt x="365" y="205"/>
                    <a:pt x="517" y="296"/>
                    <a:pt x="669" y="418"/>
                  </a:cubicBezTo>
                  <a:cubicBezTo>
                    <a:pt x="882" y="600"/>
                    <a:pt x="1094" y="813"/>
                    <a:pt x="1277" y="995"/>
                  </a:cubicBezTo>
                  <a:cubicBezTo>
                    <a:pt x="1459" y="1299"/>
                    <a:pt x="1550" y="1603"/>
                    <a:pt x="1581" y="1938"/>
                  </a:cubicBezTo>
                  <a:cubicBezTo>
                    <a:pt x="1915" y="3397"/>
                    <a:pt x="2037" y="4613"/>
                    <a:pt x="2097" y="4613"/>
                  </a:cubicBezTo>
                  <a:cubicBezTo>
                    <a:pt x="2128" y="4339"/>
                    <a:pt x="2097" y="4065"/>
                    <a:pt x="2067" y="3822"/>
                  </a:cubicBezTo>
                  <a:cubicBezTo>
                    <a:pt x="2006" y="3154"/>
                    <a:pt x="1915" y="2546"/>
                    <a:pt x="1793" y="1907"/>
                  </a:cubicBezTo>
                  <a:cubicBezTo>
                    <a:pt x="1733" y="1543"/>
                    <a:pt x="1611" y="1178"/>
                    <a:pt x="1398" y="874"/>
                  </a:cubicBezTo>
                  <a:cubicBezTo>
                    <a:pt x="1216" y="661"/>
                    <a:pt x="973" y="479"/>
                    <a:pt x="730" y="327"/>
                  </a:cubicBezTo>
                  <a:cubicBezTo>
                    <a:pt x="578" y="205"/>
                    <a:pt x="395" y="114"/>
                    <a:pt x="213" y="23"/>
                  </a:cubicBezTo>
                  <a:cubicBezTo>
                    <a:pt x="152" y="8"/>
                    <a:pt x="99" y="0"/>
                    <a:pt x="61"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8"/>
            <p:cNvSpPr/>
            <p:nvPr/>
          </p:nvSpPr>
          <p:spPr>
            <a:xfrm>
              <a:off x="5871200" y="2530725"/>
              <a:ext cx="58525" cy="101100"/>
            </a:xfrm>
            <a:custGeom>
              <a:rect b="b" l="l" r="r" t="t"/>
              <a:pathLst>
                <a:path extrusionOk="0" h="4044" w="2341">
                  <a:moveTo>
                    <a:pt x="0" y="0"/>
                  </a:moveTo>
                  <a:lnTo>
                    <a:pt x="0" y="0"/>
                  </a:lnTo>
                  <a:cubicBezTo>
                    <a:pt x="152" y="183"/>
                    <a:pt x="365" y="304"/>
                    <a:pt x="578" y="426"/>
                  </a:cubicBezTo>
                  <a:lnTo>
                    <a:pt x="882" y="639"/>
                  </a:lnTo>
                  <a:cubicBezTo>
                    <a:pt x="1003" y="700"/>
                    <a:pt x="1125" y="760"/>
                    <a:pt x="1186" y="882"/>
                  </a:cubicBezTo>
                  <a:cubicBezTo>
                    <a:pt x="1277" y="973"/>
                    <a:pt x="1338" y="1095"/>
                    <a:pt x="1368" y="1247"/>
                  </a:cubicBezTo>
                  <a:lnTo>
                    <a:pt x="1520" y="1733"/>
                  </a:lnTo>
                  <a:cubicBezTo>
                    <a:pt x="1733" y="2523"/>
                    <a:pt x="2006" y="3283"/>
                    <a:pt x="2341" y="4043"/>
                  </a:cubicBezTo>
                  <a:cubicBezTo>
                    <a:pt x="2189" y="3222"/>
                    <a:pt x="1976" y="2432"/>
                    <a:pt x="1703" y="1672"/>
                  </a:cubicBezTo>
                  <a:cubicBezTo>
                    <a:pt x="1642" y="1490"/>
                    <a:pt x="1611" y="1338"/>
                    <a:pt x="1551" y="1186"/>
                  </a:cubicBezTo>
                  <a:cubicBezTo>
                    <a:pt x="1520" y="1034"/>
                    <a:pt x="1429" y="882"/>
                    <a:pt x="1338" y="730"/>
                  </a:cubicBezTo>
                  <a:cubicBezTo>
                    <a:pt x="1216" y="639"/>
                    <a:pt x="1095" y="548"/>
                    <a:pt x="973" y="487"/>
                  </a:cubicBezTo>
                  <a:lnTo>
                    <a:pt x="639" y="304"/>
                  </a:lnTo>
                  <a:cubicBezTo>
                    <a:pt x="426" y="152"/>
                    <a:pt x="213" y="61"/>
                    <a:pt x="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8"/>
            <p:cNvSpPr/>
            <p:nvPr/>
          </p:nvSpPr>
          <p:spPr>
            <a:xfrm>
              <a:off x="5874225" y="2439900"/>
              <a:ext cx="72225" cy="41600"/>
            </a:xfrm>
            <a:custGeom>
              <a:rect b="b" l="l" r="r" t="t"/>
              <a:pathLst>
                <a:path extrusionOk="0" h="1664" w="2889">
                  <a:moveTo>
                    <a:pt x="40" y="0"/>
                  </a:moveTo>
                  <a:cubicBezTo>
                    <a:pt x="18" y="0"/>
                    <a:pt x="5" y="5"/>
                    <a:pt x="1" y="16"/>
                  </a:cubicBezTo>
                  <a:cubicBezTo>
                    <a:pt x="123" y="108"/>
                    <a:pt x="274" y="199"/>
                    <a:pt x="426" y="259"/>
                  </a:cubicBezTo>
                  <a:lnTo>
                    <a:pt x="1430" y="837"/>
                  </a:lnTo>
                  <a:cubicBezTo>
                    <a:pt x="2169" y="1264"/>
                    <a:pt x="2749" y="1664"/>
                    <a:pt x="2845" y="1664"/>
                  </a:cubicBezTo>
                  <a:cubicBezTo>
                    <a:pt x="2852" y="1664"/>
                    <a:pt x="2856" y="1662"/>
                    <a:pt x="2858" y="1658"/>
                  </a:cubicBezTo>
                  <a:cubicBezTo>
                    <a:pt x="2889" y="1627"/>
                    <a:pt x="2311" y="1141"/>
                    <a:pt x="1521" y="685"/>
                  </a:cubicBezTo>
                  <a:cubicBezTo>
                    <a:pt x="825" y="284"/>
                    <a:pt x="200" y="0"/>
                    <a:pt x="4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6">
    <p:spTree>
      <p:nvGrpSpPr>
        <p:cNvPr id="461" name="Shape 461"/>
        <p:cNvGrpSpPr/>
        <p:nvPr/>
      </p:nvGrpSpPr>
      <p:grpSpPr>
        <a:xfrm>
          <a:off x="0" y="0"/>
          <a:ext cx="0" cy="0"/>
          <a:chOff x="0" y="0"/>
          <a:chExt cx="0" cy="0"/>
        </a:xfrm>
      </p:grpSpPr>
      <p:sp>
        <p:nvSpPr>
          <p:cNvPr id="462" name="Google Shape;462;p29"/>
          <p:cNvSpPr txBox="1"/>
          <p:nvPr>
            <p:ph type="title"/>
          </p:nvPr>
        </p:nvSpPr>
        <p:spPr>
          <a:xfrm>
            <a:off x="685800" y="445025"/>
            <a:ext cx="7772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chemeClr val="accent3"/>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463" name="Google Shape;463;p29"/>
          <p:cNvSpPr txBox="1"/>
          <p:nvPr>
            <p:ph idx="1" type="subTitle"/>
          </p:nvPr>
        </p:nvSpPr>
        <p:spPr>
          <a:xfrm>
            <a:off x="723900" y="1098525"/>
            <a:ext cx="7734300" cy="3506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Char char="●"/>
              <a:defRPr sz="1200">
                <a:solidFill>
                  <a:schemeClr val="dk1"/>
                </a:solidFill>
                <a:latin typeface="Raleway"/>
                <a:ea typeface="Raleway"/>
                <a:cs typeface="Raleway"/>
                <a:sym typeface="Raleway"/>
              </a:defRPr>
            </a:lvl1pPr>
            <a:lvl2pPr lvl="1" rtl="0">
              <a:lnSpc>
                <a:spcPct val="100000"/>
              </a:lnSpc>
              <a:spcBef>
                <a:spcPts val="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
        <p:nvSpPr>
          <p:cNvPr id="464" name="Google Shape;464;p29"/>
          <p:cNvSpPr/>
          <p:nvPr/>
        </p:nvSpPr>
        <p:spPr>
          <a:xfrm>
            <a:off x="111300" y="167600"/>
            <a:ext cx="469200" cy="46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9"/>
          <p:cNvSpPr/>
          <p:nvPr/>
        </p:nvSpPr>
        <p:spPr>
          <a:xfrm>
            <a:off x="645075" y="542600"/>
            <a:ext cx="94200" cy="94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9"/>
          <p:cNvSpPr/>
          <p:nvPr/>
        </p:nvSpPr>
        <p:spPr>
          <a:xfrm>
            <a:off x="8715225" y="2262900"/>
            <a:ext cx="268500" cy="268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9"/>
          <p:cNvSpPr/>
          <p:nvPr/>
        </p:nvSpPr>
        <p:spPr>
          <a:xfrm>
            <a:off x="8925650" y="2639175"/>
            <a:ext cx="94200" cy="94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p:nvPr/>
        </p:nvSpPr>
        <p:spPr>
          <a:xfrm>
            <a:off x="8983725" y="1947025"/>
            <a:ext cx="36000" cy="360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
          <p:cNvSpPr/>
          <p:nvPr/>
        </p:nvSpPr>
        <p:spPr>
          <a:xfrm>
            <a:off x="298800" y="4738425"/>
            <a:ext cx="94200" cy="94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USTOM_17">
    <p:bg>
      <p:bgPr>
        <a:solidFill>
          <a:schemeClr val="accent3"/>
        </a:solidFill>
      </p:bgPr>
    </p:bg>
    <p:spTree>
      <p:nvGrpSpPr>
        <p:cNvPr id="470" name="Shape 470"/>
        <p:cNvGrpSpPr/>
        <p:nvPr/>
      </p:nvGrpSpPr>
      <p:grpSpPr>
        <a:xfrm>
          <a:off x="0" y="0"/>
          <a:ext cx="0" cy="0"/>
          <a:chOff x="0" y="0"/>
          <a:chExt cx="0" cy="0"/>
        </a:xfrm>
      </p:grpSpPr>
      <p:grpSp>
        <p:nvGrpSpPr>
          <p:cNvPr id="471" name="Google Shape;471;p30"/>
          <p:cNvGrpSpPr/>
          <p:nvPr/>
        </p:nvGrpSpPr>
        <p:grpSpPr>
          <a:xfrm rot="2506023">
            <a:off x="1274638" y="-703256"/>
            <a:ext cx="6812756" cy="6550031"/>
            <a:chOff x="1786775" y="1002200"/>
            <a:chExt cx="3861800" cy="3712875"/>
          </a:xfrm>
        </p:grpSpPr>
        <p:sp>
          <p:nvSpPr>
            <p:cNvPr id="472" name="Google Shape;472;p30"/>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0"/>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0"/>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 name="Google Shape;475;p30"/>
          <p:cNvSpPr txBox="1"/>
          <p:nvPr>
            <p:ph type="title"/>
          </p:nvPr>
        </p:nvSpPr>
        <p:spPr>
          <a:xfrm>
            <a:off x="2414850" y="1636400"/>
            <a:ext cx="4314300" cy="990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000"/>
              <a:buNone/>
              <a:defRPr sz="7200">
                <a:solidFill>
                  <a:schemeClr val="accent3"/>
                </a:solidFill>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76" name="Google Shape;476;p30"/>
          <p:cNvSpPr txBox="1"/>
          <p:nvPr>
            <p:ph idx="1" type="subTitle"/>
          </p:nvPr>
        </p:nvSpPr>
        <p:spPr>
          <a:xfrm>
            <a:off x="2414850" y="2800586"/>
            <a:ext cx="4314300" cy="70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800"/>
              <a:buNone/>
              <a:defRPr sz="14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CUSTOM_18">
    <p:spTree>
      <p:nvGrpSpPr>
        <p:cNvPr id="477" name="Shape 477"/>
        <p:cNvGrpSpPr/>
        <p:nvPr/>
      </p:nvGrpSpPr>
      <p:grpSpPr>
        <a:xfrm>
          <a:off x="0" y="0"/>
          <a:ext cx="0" cy="0"/>
          <a:chOff x="0" y="0"/>
          <a:chExt cx="0" cy="0"/>
        </a:xfrm>
      </p:grpSpPr>
      <p:sp>
        <p:nvSpPr>
          <p:cNvPr id="478" name="Google Shape;478;p31"/>
          <p:cNvSpPr/>
          <p:nvPr/>
        </p:nvSpPr>
        <p:spPr>
          <a:xfrm rot="277656">
            <a:off x="3987667" y="-2559618"/>
            <a:ext cx="10832132" cy="10461846"/>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1"/>
          <p:cNvSpPr txBox="1"/>
          <p:nvPr>
            <p:ph type="title"/>
          </p:nvPr>
        </p:nvSpPr>
        <p:spPr>
          <a:xfrm>
            <a:off x="729947" y="1423500"/>
            <a:ext cx="3067800" cy="1462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800"/>
              <a:buNone/>
              <a:defRPr>
                <a:solidFill>
                  <a:schemeClr val="accent3"/>
                </a:solidFill>
                <a:latin typeface="Fredoka One"/>
                <a:ea typeface="Fredoka One"/>
                <a:cs typeface="Fredoka One"/>
                <a:sym typeface="Fredoka One"/>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480" name="Google Shape;480;p31"/>
          <p:cNvSpPr txBox="1"/>
          <p:nvPr>
            <p:ph idx="1" type="subTitle"/>
          </p:nvPr>
        </p:nvSpPr>
        <p:spPr>
          <a:xfrm>
            <a:off x="723900" y="2885700"/>
            <a:ext cx="3067800" cy="83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2800"/>
              <a:buNone/>
              <a:defRPr sz="1400">
                <a:solidFill>
                  <a:srgbClr val="000000"/>
                </a:solidFill>
              </a:defRPr>
            </a:lvl1pPr>
            <a:lvl2pPr lvl="1" rtl="0">
              <a:lnSpc>
                <a:spcPct val="100000"/>
              </a:lnSpc>
              <a:spcBef>
                <a:spcPts val="0"/>
              </a:spcBef>
              <a:spcAft>
                <a:spcPts val="0"/>
              </a:spcAft>
              <a:buClr>
                <a:srgbClr val="000000"/>
              </a:buClr>
              <a:buSzPts val="2800"/>
              <a:buNone/>
              <a:defRPr sz="2800">
                <a:solidFill>
                  <a:srgbClr val="000000"/>
                </a:solidFill>
              </a:defRPr>
            </a:lvl2pPr>
            <a:lvl3pPr lvl="2" rtl="0">
              <a:lnSpc>
                <a:spcPct val="100000"/>
              </a:lnSpc>
              <a:spcBef>
                <a:spcPts val="0"/>
              </a:spcBef>
              <a:spcAft>
                <a:spcPts val="0"/>
              </a:spcAft>
              <a:buClr>
                <a:srgbClr val="000000"/>
              </a:buClr>
              <a:buSzPts val="2800"/>
              <a:buNone/>
              <a:defRPr sz="2800">
                <a:solidFill>
                  <a:srgbClr val="000000"/>
                </a:solidFill>
              </a:defRPr>
            </a:lvl3pPr>
            <a:lvl4pPr lvl="3" rtl="0">
              <a:lnSpc>
                <a:spcPct val="100000"/>
              </a:lnSpc>
              <a:spcBef>
                <a:spcPts val="0"/>
              </a:spcBef>
              <a:spcAft>
                <a:spcPts val="0"/>
              </a:spcAft>
              <a:buClr>
                <a:srgbClr val="000000"/>
              </a:buClr>
              <a:buSzPts val="2800"/>
              <a:buNone/>
              <a:defRPr sz="2800">
                <a:solidFill>
                  <a:srgbClr val="000000"/>
                </a:solidFill>
              </a:defRPr>
            </a:lvl4pPr>
            <a:lvl5pPr lvl="4" rtl="0">
              <a:lnSpc>
                <a:spcPct val="100000"/>
              </a:lnSpc>
              <a:spcBef>
                <a:spcPts val="0"/>
              </a:spcBef>
              <a:spcAft>
                <a:spcPts val="0"/>
              </a:spcAft>
              <a:buClr>
                <a:srgbClr val="000000"/>
              </a:buClr>
              <a:buSzPts val="2800"/>
              <a:buNone/>
              <a:defRPr sz="2800">
                <a:solidFill>
                  <a:srgbClr val="000000"/>
                </a:solidFill>
              </a:defRPr>
            </a:lvl5pPr>
            <a:lvl6pPr lvl="5" rtl="0">
              <a:lnSpc>
                <a:spcPct val="100000"/>
              </a:lnSpc>
              <a:spcBef>
                <a:spcPts val="0"/>
              </a:spcBef>
              <a:spcAft>
                <a:spcPts val="0"/>
              </a:spcAft>
              <a:buClr>
                <a:srgbClr val="000000"/>
              </a:buClr>
              <a:buSzPts val="2800"/>
              <a:buNone/>
              <a:defRPr sz="2800">
                <a:solidFill>
                  <a:srgbClr val="000000"/>
                </a:solidFill>
              </a:defRPr>
            </a:lvl6pPr>
            <a:lvl7pPr lvl="6" rtl="0">
              <a:lnSpc>
                <a:spcPct val="100000"/>
              </a:lnSpc>
              <a:spcBef>
                <a:spcPts val="0"/>
              </a:spcBef>
              <a:spcAft>
                <a:spcPts val="0"/>
              </a:spcAft>
              <a:buClr>
                <a:srgbClr val="000000"/>
              </a:buClr>
              <a:buSzPts val="2800"/>
              <a:buNone/>
              <a:defRPr sz="2800">
                <a:solidFill>
                  <a:srgbClr val="000000"/>
                </a:solidFill>
              </a:defRPr>
            </a:lvl7pPr>
            <a:lvl8pPr lvl="7" rtl="0">
              <a:lnSpc>
                <a:spcPct val="100000"/>
              </a:lnSpc>
              <a:spcBef>
                <a:spcPts val="0"/>
              </a:spcBef>
              <a:spcAft>
                <a:spcPts val="0"/>
              </a:spcAft>
              <a:buClr>
                <a:srgbClr val="000000"/>
              </a:buClr>
              <a:buSzPts val="2800"/>
              <a:buNone/>
              <a:defRPr sz="2800">
                <a:solidFill>
                  <a:srgbClr val="000000"/>
                </a:solidFill>
              </a:defRPr>
            </a:lvl8pPr>
            <a:lvl9pPr lvl="8" rtl="0">
              <a:lnSpc>
                <a:spcPct val="100000"/>
              </a:lnSpc>
              <a:spcBef>
                <a:spcPts val="0"/>
              </a:spcBef>
              <a:spcAft>
                <a:spcPts val="0"/>
              </a:spcAft>
              <a:buClr>
                <a:srgbClr val="000000"/>
              </a:buClr>
              <a:buSzPts val="2800"/>
              <a:buNone/>
              <a:defRPr sz="2800">
                <a:solidFill>
                  <a:srgbClr val="000000"/>
                </a:solidFill>
              </a:defRPr>
            </a:lvl9pPr>
          </a:lstStyle>
          <a:p/>
        </p:txBody>
      </p:sp>
      <p:sp>
        <p:nvSpPr>
          <p:cNvPr id="481" name="Google Shape;481;p31"/>
          <p:cNvSpPr/>
          <p:nvPr/>
        </p:nvSpPr>
        <p:spPr>
          <a:xfrm>
            <a:off x="111300" y="167600"/>
            <a:ext cx="469200" cy="46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1"/>
          <p:cNvSpPr/>
          <p:nvPr/>
        </p:nvSpPr>
        <p:spPr>
          <a:xfrm>
            <a:off x="298800" y="805525"/>
            <a:ext cx="94200" cy="94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CUSTOM_19">
    <p:spTree>
      <p:nvGrpSpPr>
        <p:cNvPr id="483" name="Shape 483"/>
        <p:cNvGrpSpPr/>
        <p:nvPr/>
      </p:nvGrpSpPr>
      <p:grpSpPr>
        <a:xfrm>
          <a:off x="0" y="0"/>
          <a:ext cx="0" cy="0"/>
          <a:chOff x="0" y="0"/>
          <a:chExt cx="0" cy="0"/>
        </a:xfrm>
      </p:grpSpPr>
      <p:sp>
        <p:nvSpPr>
          <p:cNvPr id="484" name="Google Shape;484;p32"/>
          <p:cNvSpPr txBox="1"/>
          <p:nvPr>
            <p:ph type="title"/>
          </p:nvPr>
        </p:nvSpPr>
        <p:spPr>
          <a:xfrm>
            <a:off x="4078375" y="1169350"/>
            <a:ext cx="4634700" cy="2249700"/>
          </a:xfrm>
          <a:prstGeom prst="rect">
            <a:avLst/>
          </a:prstGeom>
        </p:spPr>
        <p:txBody>
          <a:bodyPr anchorCtr="0" anchor="t" bIns="91425" lIns="91425" spcFirstLastPara="1" rIns="91425" wrap="square" tIns="91425">
            <a:noAutofit/>
          </a:bodyPr>
          <a:lstStyle>
            <a:lvl1pPr lvl="0" rtl="0">
              <a:lnSpc>
                <a:spcPct val="90000"/>
              </a:lnSpc>
              <a:spcBef>
                <a:spcPts val="0"/>
              </a:spcBef>
              <a:spcAft>
                <a:spcPts val="0"/>
              </a:spcAft>
              <a:buSzPts val="2800"/>
              <a:buNone/>
              <a:defRPr sz="7200">
                <a:solidFill>
                  <a:schemeClr val="accent3"/>
                </a:solidFill>
                <a:latin typeface="Fredoka One"/>
                <a:ea typeface="Fredoka One"/>
                <a:cs typeface="Fredoka One"/>
                <a:sym typeface="Fredoka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5" name="Google Shape;485;p32"/>
          <p:cNvSpPr txBox="1"/>
          <p:nvPr>
            <p:ph idx="1" type="subTitle"/>
          </p:nvPr>
        </p:nvSpPr>
        <p:spPr>
          <a:xfrm>
            <a:off x="4078375" y="3419050"/>
            <a:ext cx="3203700" cy="6342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1400">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2">
  <p:cSld name="CUSTOM_20">
    <p:spTree>
      <p:nvGrpSpPr>
        <p:cNvPr id="486" name="Shape 486"/>
        <p:cNvGrpSpPr/>
        <p:nvPr/>
      </p:nvGrpSpPr>
      <p:grpSpPr>
        <a:xfrm>
          <a:off x="0" y="0"/>
          <a:ext cx="0" cy="0"/>
          <a:chOff x="0" y="0"/>
          <a:chExt cx="0" cy="0"/>
        </a:xfrm>
      </p:grpSpPr>
      <p:sp>
        <p:nvSpPr>
          <p:cNvPr id="487" name="Google Shape;487;p33"/>
          <p:cNvSpPr txBox="1"/>
          <p:nvPr>
            <p:ph idx="1" type="subTitle"/>
          </p:nvPr>
        </p:nvSpPr>
        <p:spPr>
          <a:xfrm>
            <a:off x="656250" y="1938535"/>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88" name="Google Shape;488;p33"/>
          <p:cNvSpPr txBox="1"/>
          <p:nvPr>
            <p:ph idx="2" type="subTitle"/>
          </p:nvPr>
        </p:nvSpPr>
        <p:spPr>
          <a:xfrm>
            <a:off x="3361337" y="3977725"/>
            <a:ext cx="2421300" cy="48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800"/>
              <a:buNone/>
              <a:defRPr sz="1400">
                <a:solidFill>
                  <a:schemeClr val="dk1"/>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489" name="Google Shape;489;p33"/>
          <p:cNvSpPr txBox="1"/>
          <p:nvPr>
            <p:ph idx="3" type="subTitle"/>
          </p:nvPr>
        </p:nvSpPr>
        <p:spPr>
          <a:xfrm>
            <a:off x="652775" y="3990032"/>
            <a:ext cx="2421300" cy="48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800"/>
              <a:buNone/>
              <a:defRPr sz="1400">
                <a:solidFill>
                  <a:schemeClr val="dk1"/>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490" name="Google Shape;490;p33"/>
          <p:cNvSpPr txBox="1"/>
          <p:nvPr>
            <p:ph idx="4" type="subTitle"/>
          </p:nvPr>
        </p:nvSpPr>
        <p:spPr>
          <a:xfrm>
            <a:off x="6069925" y="3990032"/>
            <a:ext cx="2421300" cy="48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800"/>
              <a:buNone/>
              <a:defRPr sz="1400">
                <a:solidFill>
                  <a:schemeClr val="dk1"/>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491" name="Google Shape;491;p33"/>
          <p:cNvSpPr txBox="1"/>
          <p:nvPr>
            <p:ph idx="5" type="subTitle"/>
          </p:nvPr>
        </p:nvSpPr>
        <p:spPr>
          <a:xfrm>
            <a:off x="3361350" y="2265759"/>
            <a:ext cx="2421300" cy="49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2" name="Google Shape;492;p33"/>
          <p:cNvSpPr txBox="1"/>
          <p:nvPr>
            <p:ph idx="6" type="subTitle"/>
          </p:nvPr>
        </p:nvSpPr>
        <p:spPr>
          <a:xfrm>
            <a:off x="3361350" y="1938535"/>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3" name="Google Shape;493;p33"/>
          <p:cNvSpPr txBox="1"/>
          <p:nvPr>
            <p:ph idx="7" type="subTitle"/>
          </p:nvPr>
        </p:nvSpPr>
        <p:spPr>
          <a:xfrm>
            <a:off x="6066450" y="2254434"/>
            <a:ext cx="2421300" cy="49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4" name="Google Shape;494;p33"/>
          <p:cNvSpPr txBox="1"/>
          <p:nvPr>
            <p:ph idx="8" type="subTitle"/>
          </p:nvPr>
        </p:nvSpPr>
        <p:spPr>
          <a:xfrm>
            <a:off x="6066450" y="1938535"/>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5" name="Google Shape;495;p33"/>
          <p:cNvSpPr txBox="1"/>
          <p:nvPr>
            <p:ph idx="9" type="subTitle"/>
          </p:nvPr>
        </p:nvSpPr>
        <p:spPr>
          <a:xfrm>
            <a:off x="656250" y="2275447"/>
            <a:ext cx="2421300" cy="49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6" name="Google Shape;496;p33"/>
          <p:cNvSpPr txBox="1"/>
          <p:nvPr>
            <p:ph idx="13" type="subTitle"/>
          </p:nvPr>
        </p:nvSpPr>
        <p:spPr>
          <a:xfrm>
            <a:off x="656250" y="3660110"/>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7" name="Google Shape;497;p33"/>
          <p:cNvSpPr txBox="1"/>
          <p:nvPr>
            <p:ph idx="14" type="subTitle"/>
          </p:nvPr>
        </p:nvSpPr>
        <p:spPr>
          <a:xfrm>
            <a:off x="3361350" y="3660110"/>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8" name="Google Shape;498;p33"/>
          <p:cNvSpPr txBox="1"/>
          <p:nvPr>
            <p:ph idx="15" type="subTitle"/>
          </p:nvPr>
        </p:nvSpPr>
        <p:spPr>
          <a:xfrm>
            <a:off x="6066450" y="3660110"/>
            <a:ext cx="2421300" cy="41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9" name="Google Shape;499;p33"/>
          <p:cNvSpPr txBox="1"/>
          <p:nvPr>
            <p:ph type="title"/>
          </p:nvPr>
        </p:nvSpPr>
        <p:spPr>
          <a:xfrm>
            <a:off x="685800" y="445025"/>
            <a:ext cx="7772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21">
    <p:bg>
      <p:bgPr>
        <a:solidFill>
          <a:schemeClr val="accent3"/>
        </a:solidFill>
      </p:bgPr>
    </p:bg>
    <p:spTree>
      <p:nvGrpSpPr>
        <p:cNvPr id="500" name="Shape 500"/>
        <p:cNvGrpSpPr/>
        <p:nvPr/>
      </p:nvGrpSpPr>
      <p:grpSpPr>
        <a:xfrm>
          <a:off x="0" y="0"/>
          <a:ext cx="0" cy="0"/>
          <a:chOff x="0" y="0"/>
          <a:chExt cx="0" cy="0"/>
        </a:xfrm>
      </p:grpSpPr>
      <p:grpSp>
        <p:nvGrpSpPr>
          <p:cNvPr id="501" name="Google Shape;501;p34"/>
          <p:cNvGrpSpPr/>
          <p:nvPr/>
        </p:nvGrpSpPr>
        <p:grpSpPr>
          <a:xfrm rot="1351459">
            <a:off x="211922" y="-2403121"/>
            <a:ext cx="9565900" cy="9196519"/>
            <a:chOff x="1786775" y="1002200"/>
            <a:chExt cx="3861800" cy="3712875"/>
          </a:xfrm>
        </p:grpSpPr>
        <p:sp>
          <p:nvSpPr>
            <p:cNvPr id="502" name="Google Shape;502;p34"/>
            <p:cNvSpPr/>
            <p:nvPr/>
          </p:nvSpPr>
          <p:spPr>
            <a:xfrm>
              <a:off x="1786775" y="1002200"/>
              <a:ext cx="3861800" cy="3712875"/>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4"/>
            <p:cNvSpPr/>
            <p:nvPr/>
          </p:nvSpPr>
          <p:spPr>
            <a:xfrm>
              <a:off x="2818350" y="1817311"/>
              <a:ext cx="218125" cy="218125"/>
            </a:xfrm>
            <a:custGeom>
              <a:rect b="b" l="l" r="r" t="t"/>
              <a:pathLst>
                <a:path extrusionOk="0" h="8725" w="8725">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4"/>
            <p:cNvSpPr/>
            <p:nvPr/>
          </p:nvSpPr>
          <p:spPr>
            <a:xfrm>
              <a:off x="3016041" y="1693534"/>
              <a:ext cx="96525" cy="96525"/>
            </a:xfrm>
            <a:custGeom>
              <a:rect b="b" l="l" r="r" t="t"/>
              <a:pathLst>
                <a:path extrusionOk="0" h="3861" w="3861">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5" name="Google Shape;505;p34"/>
          <p:cNvSpPr txBox="1"/>
          <p:nvPr>
            <p:ph type="title"/>
          </p:nvPr>
        </p:nvSpPr>
        <p:spPr>
          <a:xfrm>
            <a:off x="1067275" y="445025"/>
            <a:ext cx="7009500" cy="1025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3"/>
                </a:solidFill>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2">
    <p:spTree>
      <p:nvGrpSpPr>
        <p:cNvPr id="506" name="Shape 506"/>
        <p:cNvGrpSpPr/>
        <p:nvPr/>
      </p:nvGrpSpPr>
      <p:grpSpPr>
        <a:xfrm>
          <a:off x="0" y="0"/>
          <a:ext cx="0" cy="0"/>
          <a:chOff x="0" y="0"/>
          <a:chExt cx="0" cy="0"/>
        </a:xfrm>
      </p:grpSpPr>
      <p:sp>
        <p:nvSpPr>
          <p:cNvPr id="507" name="Google Shape;507;p35"/>
          <p:cNvSpPr/>
          <p:nvPr/>
        </p:nvSpPr>
        <p:spPr>
          <a:xfrm rot="277699">
            <a:off x="732714" y="-2396143"/>
            <a:ext cx="10332728" cy="9979420"/>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5"/>
          <p:cNvSpPr txBox="1"/>
          <p:nvPr>
            <p:ph hasCustomPrompt="1" type="title"/>
          </p:nvPr>
        </p:nvSpPr>
        <p:spPr>
          <a:xfrm>
            <a:off x="4428825" y="1297544"/>
            <a:ext cx="3673800" cy="98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5000">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09" name="Google Shape;50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510" name="Google Shape;510;p35"/>
          <p:cNvSpPr txBox="1"/>
          <p:nvPr>
            <p:ph idx="1" type="subTitle"/>
          </p:nvPr>
        </p:nvSpPr>
        <p:spPr>
          <a:xfrm>
            <a:off x="5628075" y="2277569"/>
            <a:ext cx="1596000" cy="47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11" name="Google Shape;511;p35"/>
          <p:cNvSpPr txBox="1"/>
          <p:nvPr>
            <p:ph idx="2" type="subTitle"/>
          </p:nvPr>
        </p:nvSpPr>
        <p:spPr>
          <a:xfrm>
            <a:off x="6628963" y="3756663"/>
            <a:ext cx="1596000" cy="47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12" name="Google Shape;512;p35"/>
          <p:cNvSpPr txBox="1"/>
          <p:nvPr>
            <p:ph idx="3" type="subTitle"/>
          </p:nvPr>
        </p:nvSpPr>
        <p:spPr>
          <a:xfrm>
            <a:off x="4493950" y="3756675"/>
            <a:ext cx="1596000" cy="470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1400">
                <a:solidFill>
                  <a:schemeClr val="lt1"/>
                </a:solidFill>
                <a:latin typeface="Raleway"/>
                <a:ea typeface="Raleway"/>
                <a:cs typeface="Raleway"/>
                <a:sym typeface="Raleway"/>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13" name="Google Shape;513;p35"/>
          <p:cNvSpPr txBox="1"/>
          <p:nvPr>
            <p:ph idx="4" type="title"/>
          </p:nvPr>
        </p:nvSpPr>
        <p:spPr>
          <a:xfrm>
            <a:off x="723900" y="448056"/>
            <a:ext cx="2314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2800"/>
              <a:buNone/>
              <a:defRPr>
                <a:solidFill>
                  <a:schemeClr val="accent3"/>
                </a:solidFill>
                <a:latin typeface="Fredoka One"/>
                <a:ea typeface="Fredoka One"/>
                <a:cs typeface="Fredoka One"/>
                <a:sym typeface="Fredoka One"/>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p:txBody>
      </p:sp>
      <p:sp>
        <p:nvSpPr>
          <p:cNvPr id="514" name="Google Shape;514;p35"/>
          <p:cNvSpPr txBox="1"/>
          <p:nvPr>
            <p:ph hasCustomPrompt="1" idx="5" type="title"/>
          </p:nvPr>
        </p:nvSpPr>
        <p:spPr>
          <a:xfrm>
            <a:off x="6227110" y="2968725"/>
            <a:ext cx="2231100" cy="71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15" name="Google Shape;515;p35"/>
          <p:cNvSpPr txBox="1"/>
          <p:nvPr>
            <p:ph hasCustomPrompt="1" idx="6" type="title"/>
          </p:nvPr>
        </p:nvSpPr>
        <p:spPr>
          <a:xfrm>
            <a:off x="4037625" y="2968625"/>
            <a:ext cx="2231100" cy="71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text">
  <p:cSld name="CUSTOM_23">
    <p:spTree>
      <p:nvGrpSpPr>
        <p:cNvPr id="516" name="Shape 516"/>
        <p:cNvGrpSpPr/>
        <p:nvPr/>
      </p:nvGrpSpPr>
      <p:grpSpPr>
        <a:xfrm>
          <a:off x="0" y="0"/>
          <a:ext cx="0" cy="0"/>
          <a:chOff x="0" y="0"/>
          <a:chExt cx="0" cy="0"/>
        </a:xfrm>
      </p:grpSpPr>
      <p:sp>
        <p:nvSpPr>
          <p:cNvPr id="517" name="Google Shape;517;p36"/>
          <p:cNvSpPr/>
          <p:nvPr/>
        </p:nvSpPr>
        <p:spPr>
          <a:xfrm rot="277656">
            <a:off x="4631142" y="-4575218"/>
            <a:ext cx="10832132" cy="10461846"/>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6"/>
          <p:cNvSpPr txBox="1"/>
          <p:nvPr>
            <p:ph type="title"/>
          </p:nvPr>
        </p:nvSpPr>
        <p:spPr>
          <a:xfrm>
            <a:off x="5061850" y="1584300"/>
            <a:ext cx="3396300" cy="863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a:solidFill>
                  <a:srgbClr val="FFFFFF"/>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19" name="Google Shape;519;p36"/>
          <p:cNvSpPr txBox="1"/>
          <p:nvPr>
            <p:ph idx="1" type="subTitle"/>
          </p:nvPr>
        </p:nvSpPr>
        <p:spPr>
          <a:xfrm>
            <a:off x="5061850" y="2313875"/>
            <a:ext cx="2904900" cy="111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chemeClr val="lt1"/>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text 2">
  <p:cSld name="CUSTOM_24">
    <p:spTree>
      <p:nvGrpSpPr>
        <p:cNvPr id="520" name="Shape 520"/>
        <p:cNvGrpSpPr/>
        <p:nvPr/>
      </p:nvGrpSpPr>
      <p:grpSpPr>
        <a:xfrm>
          <a:off x="0" y="0"/>
          <a:ext cx="0" cy="0"/>
          <a:chOff x="0" y="0"/>
          <a:chExt cx="0" cy="0"/>
        </a:xfrm>
      </p:grpSpPr>
      <p:sp>
        <p:nvSpPr>
          <p:cNvPr id="521" name="Google Shape;521;p37"/>
          <p:cNvSpPr/>
          <p:nvPr/>
        </p:nvSpPr>
        <p:spPr>
          <a:xfrm flipH="1" rot="-277656">
            <a:off x="-6329208" y="-4642393"/>
            <a:ext cx="10832132" cy="10461846"/>
          </a:xfrm>
          <a:custGeom>
            <a:rect b="b" l="l" r="r" t="t"/>
            <a:pathLst>
              <a:path extrusionOk="0" h="148515" w="154472">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txBox="1"/>
          <p:nvPr>
            <p:ph type="title"/>
          </p:nvPr>
        </p:nvSpPr>
        <p:spPr>
          <a:xfrm>
            <a:off x="723900" y="1584300"/>
            <a:ext cx="2962800" cy="863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a:solidFill>
                  <a:srgbClr val="FFFFFF"/>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23" name="Google Shape;523;p37"/>
          <p:cNvSpPr txBox="1"/>
          <p:nvPr>
            <p:ph idx="1" type="subTitle"/>
          </p:nvPr>
        </p:nvSpPr>
        <p:spPr>
          <a:xfrm>
            <a:off x="723900" y="2316851"/>
            <a:ext cx="2962800" cy="111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400">
                <a:solidFill>
                  <a:schemeClr val="lt1"/>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5">
    <p:bg>
      <p:bgPr>
        <a:solidFill>
          <a:schemeClr val="accent3"/>
        </a:solidFill>
      </p:bgPr>
    </p:bg>
    <p:spTree>
      <p:nvGrpSpPr>
        <p:cNvPr id="524" name="Shape 5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1.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1pPr>
            <a:lvl2pPr lvl="1">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2pPr>
            <a:lvl3pPr lvl="2">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3pPr>
            <a:lvl4pPr lvl="3">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4pPr>
            <a:lvl5pPr lvl="4">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5pPr>
            <a:lvl6pPr lvl="5">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6pPr>
            <a:lvl7pPr lvl="6">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7pPr>
            <a:lvl8pPr lvl="7">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8pPr>
            <a:lvl9pPr lvl="8">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2"/>
              </a:buClr>
              <a:buSzPts val="1800"/>
              <a:buFont typeface="Raleway"/>
              <a:buChar char="●"/>
              <a:defRPr sz="1800">
                <a:solidFill>
                  <a:schemeClr val="dk2"/>
                </a:solidFill>
                <a:latin typeface="Raleway"/>
                <a:ea typeface="Raleway"/>
                <a:cs typeface="Raleway"/>
                <a:sym typeface="Raleway"/>
              </a:defRPr>
            </a:lvl1pPr>
            <a:lvl2pPr indent="-317500" lvl="1" marL="9144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2pPr>
            <a:lvl3pPr indent="-317500" lvl="2" marL="13716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3pPr>
            <a:lvl4pPr indent="-317500" lvl="3" marL="18288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4pPr>
            <a:lvl5pPr indent="-317500" lvl="4" marL="22860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5pPr>
            <a:lvl6pPr indent="-317500" lvl="5" marL="27432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6pPr>
            <a:lvl7pPr indent="-317500" lvl="6" marL="32004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7pPr>
            <a:lvl8pPr indent="-317500" lvl="7" marL="36576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8pPr>
            <a:lvl9pPr indent="-317500" lvl="8" marL="41148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 Id="rId3" Type="http://schemas.openxmlformats.org/officeDocument/2006/relationships/image" Target="../media/image20.jpg"/><Relationship Id="rId4" Type="http://schemas.openxmlformats.org/officeDocument/2006/relationships/image" Target="../media/image7.png"/><Relationship Id="rId5" Type="http://schemas.openxmlformats.org/officeDocument/2006/relationships/hyperlink" Target="http://www.surgicaldesign.com/thefutureofphaco.php" TargetMode="External"/><Relationship Id="rId6" Type="http://schemas.openxmlformats.org/officeDocument/2006/relationships/hyperlink" Target="https://theophthalmologist.com/subspecialties/taking-the-pressure-off" TargetMode="External"/><Relationship Id="rId7"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hyperlink" Target="https://www.vasanhealthcare.lk/vasan-blogs/clearing-the-mist-on-your-eye-what-is-cataract-surgery/" TargetMode="External"/><Relationship Id="rId7" Type="http://schemas.openxmlformats.org/officeDocument/2006/relationships/hyperlink" Target="https://www.dotmed.com/listing/phacoemulsifier/alcon/centurion-ozil-handpiece-8065751761/4385298" TargetMode="External"/><Relationship Id="rId8" Type="http://schemas.openxmlformats.org/officeDocument/2006/relationships/hyperlink" Target="https://ckgroup.co.uk/candidate/job-profiles/microbiologist-job-profi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4.jpg"/><Relationship Id="rId5" Type="http://schemas.openxmlformats.org/officeDocument/2006/relationships/image" Target="../media/image9.jpg"/><Relationship Id="rId6" Type="http://schemas.openxmlformats.org/officeDocument/2006/relationships/hyperlink" Target="https://www.gettyimages.com/illustrations/face-blindness?family=creative" TargetMode="External"/><Relationship Id="rId7" Type="http://schemas.openxmlformats.org/officeDocument/2006/relationships/hyperlink" Target="https://www.vecteezy.com/vector-art/2637746-blind-disabled-man" TargetMode="External"/><Relationship Id="rId8" Type="http://schemas.openxmlformats.org/officeDocument/2006/relationships/hyperlink" Target="https://insighteye.com.au/different-types-cataract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14.jpg"/><Relationship Id="rId5"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hyperlink" Target="https://www.eurofins.com/medical-device/testing/chemicalphysical-analysis/particulate-matter/"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hyperlink" Target="https://www.uspnf.com/sites/default/files/usp_pdf/EN/USPNF/revisionGeneralChapter788.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hyperlink" Target="https://www.beckman.com/resources/industry-standards/usp-787/light-obscuration-optical-method-for-particle-detection" TargetMode="External"/><Relationship Id="rId6" Type="http://schemas.openxmlformats.org/officeDocument/2006/relationships/hyperlink" Target="https://www.bettersizeinstruments.com/learn/bettersize-wiki/measure-the-particle-size-with-the-optical-particle-counte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25.jpg"/><Relationship Id="rId5"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27.jpg"/><Relationship Id="rId5" Type="http://schemas.openxmlformats.org/officeDocument/2006/relationships/image" Target="../media/image2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1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9"/>
          <p:cNvSpPr txBox="1"/>
          <p:nvPr>
            <p:ph type="ctrTitle"/>
          </p:nvPr>
        </p:nvSpPr>
        <p:spPr>
          <a:xfrm>
            <a:off x="239575" y="323600"/>
            <a:ext cx="4718400" cy="1706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Alcon: Automated Particulate Counting Handpiece Production </a:t>
            </a:r>
            <a:endParaRPr sz="3200"/>
          </a:p>
        </p:txBody>
      </p:sp>
      <p:sp>
        <p:nvSpPr>
          <p:cNvPr id="530" name="Google Shape;530;p39"/>
          <p:cNvSpPr txBox="1"/>
          <p:nvPr>
            <p:ph idx="1" type="subTitle"/>
          </p:nvPr>
        </p:nvSpPr>
        <p:spPr>
          <a:xfrm>
            <a:off x="4234150" y="2792575"/>
            <a:ext cx="4718400" cy="17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3"/>
                </a:solidFill>
              </a:rPr>
              <a:t>Team:</a:t>
            </a:r>
            <a:endParaRPr b="1" sz="1600">
              <a:solidFill>
                <a:schemeClr val="accent3"/>
              </a:solidFill>
            </a:endParaRPr>
          </a:p>
          <a:p>
            <a:pPr indent="0" lvl="0" marL="0" rtl="0" algn="l">
              <a:spcBef>
                <a:spcPts val="0"/>
              </a:spcBef>
              <a:spcAft>
                <a:spcPts val="0"/>
              </a:spcAft>
              <a:buNone/>
            </a:pPr>
            <a:r>
              <a:rPr lang="en">
                <a:solidFill>
                  <a:schemeClr val="accent3"/>
                </a:solidFill>
              </a:rPr>
              <a:t>Isaac Hoyt, Brian Ngo, Matthew Luong, Yolanda Gomez, Tandol Jerthsattayanukul, Landon Stein.</a:t>
            </a:r>
            <a:endParaRPr>
              <a:solidFill>
                <a:schemeClr val="accent3"/>
              </a:solidFill>
            </a:endParaRPr>
          </a:p>
          <a:p>
            <a:pPr indent="0" lvl="0" marL="0" rtl="0" algn="l">
              <a:spcBef>
                <a:spcPts val="0"/>
              </a:spcBef>
              <a:spcAft>
                <a:spcPts val="0"/>
              </a:spcAft>
              <a:buNone/>
            </a:pPr>
            <a:r>
              <a:t/>
            </a:r>
            <a:endParaRPr>
              <a:solidFill>
                <a:schemeClr val="accent3"/>
              </a:solidFill>
            </a:endParaRPr>
          </a:p>
          <a:p>
            <a:pPr indent="0" lvl="0" marL="0" rtl="0" algn="l">
              <a:spcBef>
                <a:spcPts val="0"/>
              </a:spcBef>
              <a:spcAft>
                <a:spcPts val="0"/>
              </a:spcAft>
              <a:buNone/>
            </a:pPr>
            <a:r>
              <a:rPr b="1" lang="en" sz="1600">
                <a:solidFill>
                  <a:schemeClr val="accent3"/>
                </a:solidFill>
              </a:rPr>
              <a:t>Mentors:</a:t>
            </a:r>
            <a:endParaRPr b="1" sz="1600">
              <a:solidFill>
                <a:schemeClr val="accent3"/>
              </a:solidFill>
            </a:endParaRPr>
          </a:p>
          <a:p>
            <a:pPr indent="0" lvl="0" marL="0" rtl="0" algn="l">
              <a:spcBef>
                <a:spcPts val="0"/>
              </a:spcBef>
              <a:spcAft>
                <a:spcPts val="0"/>
              </a:spcAft>
              <a:buNone/>
            </a:pPr>
            <a:r>
              <a:rPr lang="en">
                <a:solidFill>
                  <a:schemeClr val="accent3"/>
                </a:solidFill>
              </a:rPr>
              <a:t>Tom Schacht (Sr. Manager Manufacturing Engineering), </a:t>
            </a:r>
            <a:endParaRPr>
              <a:solidFill>
                <a:schemeClr val="accent3"/>
              </a:solidFill>
            </a:endParaRPr>
          </a:p>
          <a:p>
            <a:pPr indent="0" lvl="0" marL="0" rtl="0" algn="l">
              <a:spcBef>
                <a:spcPts val="0"/>
              </a:spcBef>
              <a:spcAft>
                <a:spcPts val="0"/>
              </a:spcAft>
              <a:buNone/>
            </a:pPr>
            <a:r>
              <a:rPr lang="en">
                <a:solidFill>
                  <a:schemeClr val="accent3"/>
                </a:solidFill>
              </a:rPr>
              <a:t>Diego Cueto (Head of Manufacturing)</a:t>
            </a:r>
            <a:endParaRPr>
              <a:solidFill>
                <a:schemeClr val="accent3"/>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31" name="Google Shape;531;p39"/>
          <p:cNvSpPr/>
          <p:nvPr/>
        </p:nvSpPr>
        <p:spPr>
          <a:xfrm>
            <a:off x="8744835" y="1740294"/>
            <a:ext cx="125548" cy="125309"/>
          </a:xfrm>
          <a:custGeom>
            <a:rect b="b" l="l" r="r" t="t"/>
            <a:pathLst>
              <a:path extrusionOk="0" h="13740" w="13770">
                <a:moveTo>
                  <a:pt x="6870" y="0"/>
                </a:moveTo>
                <a:cubicBezTo>
                  <a:pt x="3101" y="0"/>
                  <a:pt x="1" y="3070"/>
                  <a:pt x="1" y="6870"/>
                </a:cubicBezTo>
                <a:cubicBezTo>
                  <a:pt x="1" y="10669"/>
                  <a:pt x="3101" y="13739"/>
                  <a:pt x="6870" y="13739"/>
                </a:cubicBezTo>
                <a:cubicBezTo>
                  <a:pt x="10670" y="13739"/>
                  <a:pt x="13770" y="10669"/>
                  <a:pt x="13770" y="6870"/>
                </a:cubicBezTo>
                <a:cubicBezTo>
                  <a:pt x="13770" y="3070"/>
                  <a:pt x="10670" y="0"/>
                  <a:pt x="6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2" name="Google Shape;532;p39"/>
          <p:cNvPicPr preferRelativeResize="0"/>
          <p:nvPr/>
        </p:nvPicPr>
        <p:blipFill rotWithShape="1">
          <a:blip r:embed="rId3">
            <a:alphaModFix/>
          </a:blip>
          <a:srcRect b="0" l="21666" r="20891" t="0"/>
          <a:stretch/>
        </p:blipFill>
        <p:spPr>
          <a:xfrm>
            <a:off x="6573125" y="323601"/>
            <a:ext cx="2112998" cy="20691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0"/>
          <p:cNvSpPr txBox="1"/>
          <p:nvPr>
            <p:ph type="title"/>
          </p:nvPr>
        </p:nvSpPr>
        <p:spPr>
          <a:xfrm>
            <a:off x="729950" y="890100"/>
            <a:ext cx="3336900" cy="107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ACTIVE SENTRY</a:t>
            </a:r>
            <a:r>
              <a:rPr baseline="30000" lang="en"/>
              <a:t>®</a:t>
            </a:r>
            <a:endParaRPr baseline="30000"/>
          </a:p>
          <a:p>
            <a:pPr indent="0" lvl="0" marL="0" rtl="0" algn="l">
              <a:spcBef>
                <a:spcPts val="0"/>
              </a:spcBef>
              <a:spcAft>
                <a:spcPts val="0"/>
              </a:spcAft>
              <a:buNone/>
            </a:pPr>
            <a:r>
              <a:rPr lang="en"/>
              <a:t>Handpiece</a:t>
            </a:r>
            <a:endParaRPr/>
          </a:p>
        </p:txBody>
      </p:sp>
      <p:sp>
        <p:nvSpPr>
          <p:cNvPr id="538" name="Google Shape;538;p40"/>
          <p:cNvSpPr txBox="1"/>
          <p:nvPr>
            <p:ph idx="1" type="subTitle"/>
          </p:nvPr>
        </p:nvSpPr>
        <p:spPr>
          <a:xfrm>
            <a:off x="723900" y="1818900"/>
            <a:ext cx="3067800" cy="83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2"/>
                </a:solidFill>
              </a:rPr>
              <a:t>Component of CENTURION</a:t>
            </a:r>
            <a:r>
              <a:rPr baseline="30000" lang="en">
                <a:solidFill>
                  <a:schemeClr val="dk2"/>
                </a:solidFill>
              </a:rPr>
              <a:t>®</a:t>
            </a:r>
            <a:r>
              <a:rPr lang="en">
                <a:solidFill>
                  <a:schemeClr val="dk2"/>
                </a:solidFill>
              </a:rPr>
              <a:t> Vision System</a:t>
            </a:r>
            <a:endParaRPr>
              <a:solidFill>
                <a:schemeClr val="dk2"/>
              </a:solidFill>
            </a:endParaRPr>
          </a:p>
          <a:p>
            <a:pPr indent="0" lvl="0" marL="0" rtl="0" algn="l">
              <a:spcBef>
                <a:spcPts val="0"/>
              </a:spcBef>
              <a:spcAft>
                <a:spcPts val="0"/>
              </a:spcAft>
              <a:buNone/>
            </a:pPr>
            <a:r>
              <a:t/>
            </a:r>
            <a:endParaRPr/>
          </a:p>
        </p:txBody>
      </p:sp>
      <p:pic>
        <p:nvPicPr>
          <p:cNvPr id="539" name="Google Shape;539;p40"/>
          <p:cNvPicPr preferRelativeResize="0"/>
          <p:nvPr/>
        </p:nvPicPr>
        <p:blipFill>
          <a:blip r:embed="rId3">
            <a:alphaModFix/>
          </a:blip>
          <a:stretch>
            <a:fillRect/>
          </a:stretch>
        </p:blipFill>
        <p:spPr>
          <a:xfrm>
            <a:off x="1307500" y="2403202"/>
            <a:ext cx="1900601" cy="2662451"/>
          </a:xfrm>
          <a:prstGeom prst="rect">
            <a:avLst/>
          </a:prstGeom>
          <a:noFill/>
          <a:ln>
            <a:noFill/>
          </a:ln>
        </p:spPr>
      </p:pic>
      <p:pic>
        <p:nvPicPr>
          <p:cNvPr id="540" name="Google Shape;540;p40"/>
          <p:cNvPicPr preferRelativeResize="0"/>
          <p:nvPr/>
        </p:nvPicPr>
        <p:blipFill>
          <a:blip r:embed="rId4">
            <a:alphaModFix/>
          </a:blip>
          <a:stretch>
            <a:fillRect/>
          </a:stretch>
        </p:blipFill>
        <p:spPr>
          <a:xfrm>
            <a:off x="4676450" y="219075"/>
            <a:ext cx="3427651" cy="2354688"/>
          </a:xfrm>
          <a:prstGeom prst="rect">
            <a:avLst/>
          </a:prstGeom>
          <a:noFill/>
          <a:ln>
            <a:noFill/>
          </a:ln>
        </p:spPr>
      </p:pic>
      <p:sp>
        <p:nvSpPr>
          <p:cNvPr id="541" name="Google Shape;541;p40"/>
          <p:cNvSpPr txBox="1"/>
          <p:nvPr/>
        </p:nvSpPr>
        <p:spPr>
          <a:xfrm>
            <a:off x="4720500" y="4680350"/>
            <a:ext cx="44235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lt1"/>
                </a:solidFill>
                <a:latin typeface="Raleway"/>
                <a:ea typeface="Raleway"/>
                <a:cs typeface="Raleway"/>
                <a:sym typeface="Raleway"/>
                <a:hlinkClick r:id="rId5">
                  <a:extLst>
                    <a:ext uri="{A12FA001-AC4F-418D-AE19-62706E023703}">
                      <ahyp:hlinkClr val="tx"/>
                    </a:ext>
                  </a:extLst>
                </a:hlinkClick>
              </a:rPr>
              <a:t>http://www.surgicaldesign.com/thefutureofphaco.php</a:t>
            </a:r>
            <a:r>
              <a:rPr lang="en" sz="1000">
                <a:solidFill>
                  <a:schemeClr val="lt1"/>
                </a:solidFill>
                <a:latin typeface="Raleway"/>
                <a:ea typeface="Raleway"/>
                <a:cs typeface="Raleway"/>
                <a:sym typeface="Raleway"/>
              </a:rPr>
              <a:t> </a:t>
            </a:r>
            <a:endParaRPr sz="1000">
              <a:solidFill>
                <a:schemeClr val="lt1"/>
              </a:solidFill>
              <a:latin typeface="Raleway"/>
              <a:ea typeface="Raleway"/>
              <a:cs typeface="Raleway"/>
              <a:sym typeface="Raleway"/>
            </a:endParaRPr>
          </a:p>
          <a:p>
            <a:pPr indent="0" lvl="0" marL="0" rtl="0" algn="l">
              <a:spcBef>
                <a:spcPts val="0"/>
              </a:spcBef>
              <a:spcAft>
                <a:spcPts val="0"/>
              </a:spcAft>
              <a:buNone/>
            </a:pPr>
            <a:r>
              <a:rPr lang="en" sz="1000" u="sng">
                <a:solidFill>
                  <a:schemeClr val="lt1"/>
                </a:solidFill>
                <a:latin typeface="Raleway"/>
                <a:ea typeface="Raleway"/>
                <a:cs typeface="Raleway"/>
                <a:sym typeface="Raleway"/>
                <a:hlinkClick r:id="rId6">
                  <a:extLst>
                    <a:ext uri="{A12FA001-AC4F-418D-AE19-62706E023703}">
                      <ahyp:hlinkClr val="tx"/>
                    </a:ext>
                  </a:extLst>
                </a:hlinkClick>
              </a:rPr>
              <a:t>https://theophthalmologist.com/subspecialties/taking-the-pressure-off</a:t>
            </a:r>
            <a:r>
              <a:rPr lang="en" sz="1000">
                <a:solidFill>
                  <a:schemeClr val="lt1"/>
                </a:solidFill>
                <a:latin typeface="Raleway"/>
                <a:ea typeface="Raleway"/>
                <a:cs typeface="Raleway"/>
                <a:sym typeface="Raleway"/>
              </a:rPr>
              <a:t> </a:t>
            </a:r>
            <a:endParaRPr sz="1000">
              <a:solidFill>
                <a:schemeClr val="lt1"/>
              </a:solidFill>
              <a:latin typeface="Raleway"/>
              <a:ea typeface="Raleway"/>
              <a:cs typeface="Raleway"/>
              <a:sym typeface="Raleway"/>
            </a:endParaRPr>
          </a:p>
        </p:txBody>
      </p:sp>
      <p:pic>
        <p:nvPicPr>
          <p:cNvPr id="542" name="Google Shape;542;p40"/>
          <p:cNvPicPr preferRelativeResize="0"/>
          <p:nvPr/>
        </p:nvPicPr>
        <p:blipFill>
          <a:blip r:embed="rId7">
            <a:alphaModFix/>
          </a:blip>
          <a:stretch>
            <a:fillRect/>
          </a:stretch>
        </p:blipFill>
        <p:spPr>
          <a:xfrm>
            <a:off x="4676450" y="2649963"/>
            <a:ext cx="3427648" cy="20303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1"/>
          <p:cNvSpPr txBox="1"/>
          <p:nvPr>
            <p:ph type="title"/>
          </p:nvPr>
        </p:nvSpPr>
        <p:spPr>
          <a:xfrm>
            <a:off x="120350" y="1423500"/>
            <a:ext cx="4028400" cy="63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548" name="Google Shape;548;p41"/>
          <p:cNvSpPr txBox="1"/>
          <p:nvPr>
            <p:ph idx="1" type="subTitle"/>
          </p:nvPr>
        </p:nvSpPr>
        <p:spPr>
          <a:xfrm>
            <a:off x="120350" y="2388550"/>
            <a:ext cx="3067800" cy="16911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AutoNum type="arabicPeriod"/>
            </a:pPr>
            <a:r>
              <a:rPr lang="en"/>
              <a:t>During manufacturing and surgical processes, </a:t>
            </a:r>
            <a:r>
              <a:rPr b="1" lang="en"/>
              <a:t>particles </a:t>
            </a:r>
            <a:r>
              <a:rPr lang="en"/>
              <a:t>infiltrate.  </a:t>
            </a:r>
            <a:endParaRPr/>
          </a:p>
          <a:p>
            <a:pPr indent="-406400" lvl="0" marL="457200" rtl="0" algn="l">
              <a:spcBef>
                <a:spcPts val="0"/>
              </a:spcBef>
              <a:spcAft>
                <a:spcPts val="0"/>
              </a:spcAft>
              <a:buSzPts val="2800"/>
              <a:buAutoNum type="arabicPeriod"/>
            </a:pPr>
            <a:r>
              <a:rPr lang="en"/>
              <a:t>Particulate counting is tedious, time consuming, and prone to human error. </a:t>
            </a:r>
            <a:endParaRPr/>
          </a:p>
        </p:txBody>
      </p:sp>
      <p:sp>
        <p:nvSpPr>
          <p:cNvPr id="549" name="Google Shape;549;p41"/>
          <p:cNvSpPr txBox="1"/>
          <p:nvPr/>
        </p:nvSpPr>
        <p:spPr>
          <a:xfrm>
            <a:off x="3590788" y="2012650"/>
            <a:ext cx="1174200" cy="3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aleway"/>
                <a:ea typeface="Raleway"/>
                <a:cs typeface="Raleway"/>
                <a:sym typeface="Raleway"/>
              </a:rPr>
              <a:t>Surgical </a:t>
            </a:r>
            <a:endParaRPr sz="1800">
              <a:solidFill>
                <a:schemeClr val="dk2"/>
              </a:solidFill>
              <a:latin typeface="Raleway"/>
              <a:ea typeface="Raleway"/>
              <a:cs typeface="Raleway"/>
              <a:sym typeface="Raleway"/>
            </a:endParaRPr>
          </a:p>
        </p:txBody>
      </p:sp>
      <p:sp>
        <p:nvSpPr>
          <p:cNvPr id="550" name="Google Shape;550;p41"/>
          <p:cNvSpPr txBox="1"/>
          <p:nvPr/>
        </p:nvSpPr>
        <p:spPr>
          <a:xfrm>
            <a:off x="6303550" y="2107950"/>
            <a:ext cx="2137500" cy="3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aleway"/>
                <a:ea typeface="Raleway"/>
                <a:cs typeface="Raleway"/>
                <a:sym typeface="Raleway"/>
              </a:rPr>
              <a:t>Manufacturing</a:t>
            </a:r>
            <a:endParaRPr sz="1800">
              <a:solidFill>
                <a:schemeClr val="lt1"/>
              </a:solidFill>
              <a:latin typeface="Raleway"/>
              <a:ea typeface="Raleway"/>
              <a:cs typeface="Raleway"/>
              <a:sym typeface="Raleway"/>
            </a:endParaRPr>
          </a:p>
        </p:txBody>
      </p:sp>
      <p:pic>
        <p:nvPicPr>
          <p:cNvPr id="551" name="Google Shape;551;p41"/>
          <p:cNvPicPr preferRelativeResize="0"/>
          <p:nvPr/>
        </p:nvPicPr>
        <p:blipFill rotWithShape="1">
          <a:blip r:embed="rId3">
            <a:alphaModFix/>
          </a:blip>
          <a:srcRect b="0" l="10921" r="0" t="0"/>
          <a:stretch/>
        </p:blipFill>
        <p:spPr>
          <a:xfrm>
            <a:off x="3590801" y="2579975"/>
            <a:ext cx="2538726" cy="1603126"/>
          </a:xfrm>
          <a:prstGeom prst="rect">
            <a:avLst/>
          </a:prstGeom>
          <a:noFill/>
          <a:ln>
            <a:noFill/>
          </a:ln>
        </p:spPr>
      </p:pic>
      <p:sp>
        <p:nvSpPr>
          <p:cNvPr id="552" name="Google Shape;552;p41"/>
          <p:cNvSpPr txBox="1"/>
          <p:nvPr/>
        </p:nvSpPr>
        <p:spPr>
          <a:xfrm>
            <a:off x="3590800" y="4267325"/>
            <a:ext cx="399300" cy="2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aleway"/>
                <a:ea typeface="Raleway"/>
                <a:cs typeface="Raleway"/>
                <a:sym typeface="Raleway"/>
              </a:rPr>
              <a:t>[1]</a:t>
            </a:r>
            <a:endParaRPr sz="1800">
              <a:solidFill>
                <a:schemeClr val="lt1"/>
              </a:solidFill>
              <a:latin typeface="Raleway"/>
              <a:ea typeface="Raleway"/>
              <a:cs typeface="Raleway"/>
              <a:sym typeface="Raleway"/>
            </a:endParaRPr>
          </a:p>
        </p:txBody>
      </p:sp>
      <p:pic>
        <p:nvPicPr>
          <p:cNvPr id="553" name="Google Shape;553;p41"/>
          <p:cNvPicPr preferRelativeResize="0"/>
          <p:nvPr/>
        </p:nvPicPr>
        <p:blipFill>
          <a:blip r:embed="rId4">
            <a:alphaModFix/>
          </a:blip>
          <a:stretch>
            <a:fillRect/>
          </a:stretch>
        </p:blipFill>
        <p:spPr>
          <a:xfrm>
            <a:off x="6303550" y="2579975"/>
            <a:ext cx="2137501" cy="1603126"/>
          </a:xfrm>
          <a:prstGeom prst="rect">
            <a:avLst/>
          </a:prstGeom>
          <a:noFill/>
          <a:ln>
            <a:noFill/>
          </a:ln>
        </p:spPr>
      </p:pic>
      <p:sp>
        <p:nvSpPr>
          <p:cNvPr id="554" name="Google Shape;554;p41"/>
          <p:cNvSpPr txBox="1"/>
          <p:nvPr/>
        </p:nvSpPr>
        <p:spPr>
          <a:xfrm>
            <a:off x="3590800" y="2572050"/>
            <a:ext cx="664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aleway"/>
              <a:ea typeface="Raleway"/>
              <a:cs typeface="Raleway"/>
              <a:sym typeface="Raleway"/>
            </a:endParaRPr>
          </a:p>
        </p:txBody>
      </p:sp>
      <p:grpSp>
        <p:nvGrpSpPr>
          <p:cNvPr id="555" name="Google Shape;555;p41"/>
          <p:cNvGrpSpPr/>
          <p:nvPr/>
        </p:nvGrpSpPr>
        <p:grpSpPr>
          <a:xfrm>
            <a:off x="6221100" y="2536825"/>
            <a:ext cx="2538725" cy="1689409"/>
            <a:chOff x="6303550" y="2572038"/>
            <a:chExt cx="2538725" cy="1689409"/>
          </a:xfrm>
        </p:grpSpPr>
        <p:pic>
          <p:nvPicPr>
            <p:cNvPr id="556" name="Google Shape;556;p41"/>
            <p:cNvPicPr preferRelativeResize="0"/>
            <p:nvPr/>
          </p:nvPicPr>
          <p:blipFill>
            <a:blip r:embed="rId5">
              <a:alphaModFix/>
            </a:blip>
            <a:stretch>
              <a:fillRect/>
            </a:stretch>
          </p:blipFill>
          <p:spPr>
            <a:xfrm>
              <a:off x="6303550" y="2572038"/>
              <a:ext cx="2538725" cy="1689409"/>
            </a:xfrm>
            <a:prstGeom prst="rect">
              <a:avLst/>
            </a:prstGeom>
            <a:noFill/>
            <a:ln>
              <a:noFill/>
            </a:ln>
          </p:spPr>
        </p:pic>
        <p:sp>
          <p:nvSpPr>
            <p:cNvPr id="557" name="Google Shape;557;p41"/>
            <p:cNvSpPr txBox="1"/>
            <p:nvPr/>
          </p:nvSpPr>
          <p:spPr>
            <a:xfrm>
              <a:off x="6303550" y="2572050"/>
              <a:ext cx="664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aleway"/>
                <a:ea typeface="Raleway"/>
                <a:cs typeface="Raleway"/>
                <a:sym typeface="Raleway"/>
              </a:endParaRPr>
            </a:p>
          </p:txBody>
        </p:sp>
      </p:grpSp>
      <p:sp>
        <p:nvSpPr>
          <p:cNvPr id="558" name="Google Shape;558;p41"/>
          <p:cNvSpPr txBox="1"/>
          <p:nvPr/>
        </p:nvSpPr>
        <p:spPr>
          <a:xfrm>
            <a:off x="2859725" y="4349650"/>
            <a:ext cx="61359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solidFill>
                  <a:schemeClr val="dk1"/>
                </a:solidFill>
                <a:highlight>
                  <a:schemeClr val="lt1"/>
                </a:highlight>
                <a:latin typeface="Raleway"/>
                <a:ea typeface="Raleway"/>
                <a:cs typeface="Raleway"/>
                <a:sym typeface="Raleway"/>
                <a:hlinkClick r:id="rId6">
                  <a:extLst>
                    <a:ext uri="{A12FA001-AC4F-418D-AE19-62706E023703}">
                      <ahyp:hlinkClr val="tx"/>
                    </a:ext>
                  </a:extLst>
                </a:hlinkClick>
              </a:rPr>
              <a:t>https://www.vasanhealthcare.lk/vasan-blogs/clearing-the-mist-on-your-eye-what-is-cataract-surgery/</a:t>
            </a:r>
            <a:endParaRPr sz="900">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rPr lang="en" sz="900" u="sng">
                <a:solidFill>
                  <a:schemeClr val="dk1"/>
                </a:solidFill>
                <a:highlight>
                  <a:schemeClr val="lt1"/>
                </a:highlight>
                <a:latin typeface="Raleway"/>
                <a:ea typeface="Raleway"/>
                <a:cs typeface="Raleway"/>
                <a:sym typeface="Raleway"/>
                <a:hlinkClick r:id="rId7">
                  <a:extLst>
                    <a:ext uri="{A12FA001-AC4F-418D-AE19-62706E023703}">
                      <ahyp:hlinkClr val="tx"/>
                    </a:ext>
                  </a:extLst>
                </a:hlinkClick>
              </a:rPr>
              <a:t>https://www.dotmed.com/listing/phacoemulsifier/alcon/centurion-ozil-handpiece-8065751761/4385298</a:t>
            </a:r>
            <a:endParaRPr sz="900">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rPr lang="en" sz="900" u="sng">
                <a:solidFill>
                  <a:schemeClr val="dk1"/>
                </a:solidFill>
                <a:highlight>
                  <a:schemeClr val="lt1"/>
                </a:highlight>
                <a:latin typeface="Raleway"/>
                <a:ea typeface="Raleway"/>
                <a:cs typeface="Raleway"/>
                <a:sym typeface="Raleway"/>
                <a:hlinkClick r:id="rId8">
                  <a:extLst>
                    <a:ext uri="{A12FA001-AC4F-418D-AE19-62706E023703}">
                      <ahyp:hlinkClr val="tx"/>
                    </a:ext>
                  </a:extLst>
                </a:hlinkClick>
              </a:rPr>
              <a:t>https://ckgroup.co.uk/candidate/job-profiles/microbiologist-job-profile/</a:t>
            </a:r>
            <a:endParaRPr sz="1600">
              <a:solidFill>
                <a:schemeClr val="dk1"/>
              </a:solidFill>
              <a:highlight>
                <a:schemeClr val="lt1"/>
              </a:highlight>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2"/>
          <p:cNvSpPr txBox="1"/>
          <p:nvPr>
            <p:ph type="title"/>
          </p:nvPr>
        </p:nvSpPr>
        <p:spPr>
          <a:xfrm>
            <a:off x="3416563" y="1955400"/>
            <a:ext cx="321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Million</a:t>
            </a:r>
            <a:endParaRPr/>
          </a:p>
        </p:txBody>
      </p:sp>
      <p:sp>
        <p:nvSpPr>
          <p:cNvPr id="564" name="Google Shape;564;p42"/>
          <p:cNvSpPr txBox="1"/>
          <p:nvPr>
            <p:ph idx="1" type="subTitle"/>
          </p:nvPr>
        </p:nvSpPr>
        <p:spPr>
          <a:xfrm>
            <a:off x="2199900" y="2797200"/>
            <a:ext cx="4744200" cy="39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Cataract surgeries performed </a:t>
            </a:r>
            <a:r>
              <a:rPr b="1" lang="en"/>
              <a:t>worldwide</a:t>
            </a:r>
            <a:endParaRPr b="1"/>
          </a:p>
        </p:txBody>
      </p:sp>
      <p:sp>
        <p:nvSpPr>
          <p:cNvPr id="565" name="Google Shape;565;p42"/>
          <p:cNvSpPr txBox="1"/>
          <p:nvPr>
            <p:ph idx="2" type="title"/>
          </p:nvPr>
        </p:nvSpPr>
        <p:spPr>
          <a:xfrm>
            <a:off x="2946738" y="1955400"/>
            <a:ext cx="940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28</a:t>
            </a:r>
            <a:endParaRPr/>
          </a:p>
        </p:txBody>
      </p:sp>
      <p:grpSp>
        <p:nvGrpSpPr>
          <p:cNvPr id="566" name="Google Shape;566;p42"/>
          <p:cNvGrpSpPr/>
          <p:nvPr/>
        </p:nvGrpSpPr>
        <p:grpSpPr>
          <a:xfrm flipH="1">
            <a:off x="5664526" y="3810849"/>
            <a:ext cx="1019450" cy="1379152"/>
            <a:chOff x="3231057" y="5846468"/>
            <a:chExt cx="1701919" cy="2302424"/>
          </a:xfrm>
        </p:grpSpPr>
        <p:sp>
          <p:nvSpPr>
            <p:cNvPr id="567" name="Google Shape;567;p42"/>
            <p:cNvSpPr/>
            <p:nvPr/>
          </p:nvSpPr>
          <p:spPr>
            <a:xfrm>
              <a:off x="3231057" y="5846468"/>
              <a:ext cx="1594326" cy="2294779"/>
            </a:xfrm>
            <a:custGeom>
              <a:rect b="b" l="l" r="r" t="t"/>
              <a:pathLst>
                <a:path extrusionOk="0" h="64838" w="45047">
                  <a:moveTo>
                    <a:pt x="7664" y="0"/>
                  </a:moveTo>
                  <a:cubicBezTo>
                    <a:pt x="5622" y="0"/>
                    <a:pt x="3546" y="1052"/>
                    <a:pt x="2736" y="2925"/>
                  </a:cubicBezTo>
                  <a:cubicBezTo>
                    <a:pt x="1763" y="5175"/>
                    <a:pt x="2736" y="7789"/>
                    <a:pt x="3952" y="9916"/>
                  </a:cubicBezTo>
                  <a:cubicBezTo>
                    <a:pt x="5715" y="13108"/>
                    <a:pt x="7934" y="16026"/>
                    <a:pt x="10517" y="18549"/>
                  </a:cubicBezTo>
                  <a:cubicBezTo>
                    <a:pt x="10973" y="19005"/>
                    <a:pt x="11490" y="19521"/>
                    <a:pt x="11612" y="20160"/>
                  </a:cubicBezTo>
                  <a:cubicBezTo>
                    <a:pt x="11794" y="21345"/>
                    <a:pt x="10548" y="22257"/>
                    <a:pt x="9393" y="22470"/>
                  </a:cubicBezTo>
                  <a:cubicBezTo>
                    <a:pt x="9084" y="22520"/>
                    <a:pt x="8773" y="22540"/>
                    <a:pt x="8462" y="22540"/>
                  </a:cubicBezTo>
                  <a:cubicBezTo>
                    <a:pt x="7455" y="22540"/>
                    <a:pt x="6439" y="22334"/>
                    <a:pt x="5441" y="22287"/>
                  </a:cubicBezTo>
                  <a:cubicBezTo>
                    <a:pt x="5342" y="22283"/>
                    <a:pt x="5243" y="22280"/>
                    <a:pt x="5142" y="22280"/>
                  </a:cubicBezTo>
                  <a:cubicBezTo>
                    <a:pt x="3888" y="22280"/>
                    <a:pt x="2563" y="22646"/>
                    <a:pt x="1915" y="23716"/>
                  </a:cubicBezTo>
                  <a:cubicBezTo>
                    <a:pt x="973" y="25327"/>
                    <a:pt x="2098" y="27333"/>
                    <a:pt x="3314" y="28731"/>
                  </a:cubicBezTo>
                  <a:cubicBezTo>
                    <a:pt x="5745" y="31528"/>
                    <a:pt x="8663" y="33868"/>
                    <a:pt x="11885" y="35692"/>
                  </a:cubicBezTo>
                  <a:cubicBezTo>
                    <a:pt x="13040" y="36330"/>
                    <a:pt x="14287" y="36938"/>
                    <a:pt x="15138" y="37971"/>
                  </a:cubicBezTo>
                  <a:cubicBezTo>
                    <a:pt x="15989" y="39005"/>
                    <a:pt x="16353" y="40585"/>
                    <a:pt x="15563" y="41680"/>
                  </a:cubicBezTo>
                  <a:cubicBezTo>
                    <a:pt x="15046" y="42376"/>
                    <a:pt x="14189" y="42682"/>
                    <a:pt x="13301" y="42682"/>
                  </a:cubicBezTo>
                  <a:cubicBezTo>
                    <a:pt x="12833" y="42682"/>
                    <a:pt x="12356" y="42597"/>
                    <a:pt x="11916" y="42440"/>
                  </a:cubicBezTo>
                  <a:cubicBezTo>
                    <a:pt x="10669" y="41984"/>
                    <a:pt x="9636" y="41102"/>
                    <a:pt x="8481" y="40464"/>
                  </a:cubicBezTo>
                  <a:cubicBezTo>
                    <a:pt x="7380" y="39828"/>
                    <a:pt x="6065" y="39438"/>
                    <a:pt x="4804" y="39438"/>
                  </a:cubicBezTo>
                  <a:cubicBezTo>
                    <a:pt x="3592" y="39438"/>
                    <a:pt x="2429" y="39798"/>
                    <a:pt x="1551" y="40646"/>
                  </a:cubicBezTo>
                  <a:cubicBezTo>
                    <a:pt x="396" y="41801"/>
                    <a:pt x="1" y="43595"/>
                    <a:pt x="244" y="45236"/>
                  </a:cubicBezTo>
                  <a:cubicBezTo>
                    <a:pt x="487" y="46877"/>
                    <a:pt x="1277" y="48367"/>
                    <a:pt x="2128" y="49765"/>
                  </a:cubicBezTo>
                  <a:cubicBezTo>
                    <a:pt x="5107" y="54659"/>
                    <a:pt x="9271" y="58884"/>
                    <a:pt x="14287" y="61589"/>
                  </a:cubicBezTo>
                  <a:cubicBezTo>
                    <a:pt x="18084" y="63614"/>
                    <a:pt x="21794" y="64838"/>
                    <a:pt x="25799" y="64838"/>
                  </a:cubicBezTo>
                  <a:cubicBezTo>
                    <a:pt x="27084" y="64838"/>
                    <a:pt x="28400" y="64712"/>
                    <a:pt x="29758" y="64446"/>
                  </a:cubicBezTo>
                  <a:lnTo>
                    <a:pt x="29788" y="64446"/>
                  </a:lnTo>
                  <a:cubicBezTo>
                    <a:pt x="39393" y="59795"/>
                    <a:pt x="43132" y="48914"/>
                    <a:pt x="44378" y="38822"/>
                  </a:cubicBezTo>
                  <a:cubicBezTo>
                    <a:pt x="44591" y="37120"/>
                    <a:pt x="45047" y="35388"/>
                    <a:pt x="44500" y="33777"/>
                  </a:cubicBezTo>
                  <a:cubicBezTo>
                    <a:pt x="44003" y="32390"/>
                    <a:pt x="42673" y="31252"/>
                    <a:pt x="41285" y="31252"/>
                  </a:cubicBezTo>
                  <a:cubicBezTo>
                    <a:pt x="41060" y="31252"/>
                    <a:pt x="40834" y="31282"/>
                    <a:pt x="40609" y="31345"/>
                  </a:cubicBezTo>
                  <a:cubicBezTo>
                    <a:pt x="39272" y="31740"/>
                    <a:pt x="38482" y="33108"/>
                    <a:pt x="37600" y="34202"/>
                  </a:cubicBezTo>
                  <a:cubicBezTo>
                    <a:pt x="36415" y="35631"/>
                    <a:pt x="34834" y="36725"/>
                    <a:pt x="33071" y="37333"/>
                  </a:cubicBezTo>
                  <a:cubicBezTo>
                    <a:pt x="32517" y="37508"/>
                    <a:pt x="31915" y="37634"/>
                    <a:pt x="31330" y="37634"/>
                  </a:cubicBezTo>
                  <a:cubicBezTo>
                    <a:pt x="30695" y="37634"/>
                    <a:pt x="30082" y="37485"/>
                    <a:pt x="29576" y="37090"/>
                  </a:cubicBezTo>
                  <a:cubicBezTo>
                    <a:pt x="28269" y="36057"/>
                    <a:pt x="28390" y="34050"/>
                    <a:pt x="28664" y="32348"/>
                  </a:cubicBezTo>
                  <a:cubicBezTo>
                    <a:pt x="29180" y="29248"/>
                    <a:pt x="29697" y="26148"/>
                    <a:pt x="30214" y="23047"/>
                  </a:cubicBezTo>
                  <a:cubicBezTo>
                    <a:pt x="30487" y="21375"/>
                    <a:pt x="30761" y="19673"/>
                    <a:pt x="30518" y="18002"/>
                  </a:cubicBezTo>
                  <a:cubicBezTo>
                    <a:pt x="30244" y="16330"/>
                    <a:pt x="29332" y="14688"/>
                    <a:pt x="27813" y="13989"/>
                  </a:cubicBezTo>
                  <a:cubicBezTo>
                    <a:pt x="27391" y="13795"/>
                    <a:pt x="26925" y="13702"/>
                    <a:pt x="26459" y="13702"/>
                  </a:cubicBezTo>
                  <a:cubicBezTo>
                    <a:pt x="25244" y="13702"/>
                    <a:pt x="24027" y="14336"/>
                    <a:pt x="23588" y="15479"/>
                  </a:cubicBezTo>
                  <a:cubicBezTo>
                    <a:pt x="23344" y="16117"/>
                    <a:pt x="23375" y="16846"/>
                    <a:pt x="23192" y="17546"/>
                  </a:cubicBezTo>
                  <a:cubicBezTo>
                    <a:pt x="23040" y="18214"/>
                    <a:pt x="22615" y="18944"/>
                    <a:pt x="21916" y="19035"/>
                  </a:cubicBezTo>
                  <a:cubicBezTo>
                    <a:pt x="21866" y="19041"/>
                    <a:pt x="21818" y="19045"/>
                    <a:pt x="21769" y="19045"/>
                  </a:cubicBezTo>
                  <a:cubicBezTo>
                    <a:pt x="21136" y="19045"/>
                    <a:pt x="20609" y="18508"/>
                    <a:pt x="20214" y="17971"/>
                  </a:cubicBezTo>
                  <a:cubicBezTo>
                    <a:pt x="18755" y="15995"/>
                    <a:pt x="17934" y="13655"/>
                    <a:pt x="17174" y="11315"/>
                  </a:cubicBezTo>
                  <a:cubicBezTo>
                    <a:pt x="16414" y="8974"/>
                    <a:pt x="15715" y="6603"/>
                    <a:pt x="14438" y="4506"/>
                  </a:cubicBezTo>
                  <a:cubicBezTo>
                    <a:pt x="13162" y="2439"/>
                    <a:pt x="11247" y="646"/>
                    <a:pt x="8876" y="129"/>
                  </a:cubicBezTo>
                  <a:cubicBezTo>
                    <a:pt x="8480" y="43"/>
                    <a:pt x="8073" y="0"/>
                    <a:pt x="7664"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2"/>
            <p:cNvSpPr/>
            <p:nvPr/>
          </p:nvSpPr>
          <p:spPr>
            <a:xfrm>
              <a:off x="3426848" y="5882215"/>
              <a:ext cx="826238" cy="2265615"/>
            </a:xfrm>
            <a:custGeom>
              <a:rect b="b" l="l" r="r" t="t"/>
              <a:pathLst>
                <a:path extrusionOk="0" h="64014" w="23345">
                  <a:moveTo>
                    <a:pt x="1" y="0"/>
                  </a:moveTo>
                  <a:lnTo>
                    <a:pt x="1" y="0"/>
                  </a:lnTo>
                  <a:cubicBezTo>
                    <a:pt x="31" y="61"/>
                    <a:pt x="61" y="122"/>
                    <a:pt x="122" y="183"/>
                  </a:cubicBezTo>
                  <a:lnTo>
                    <a:pt x="548" y="700"/>
                  </a:lnTo>
                  <a:cubicBezTo>
                    <a:pt x="943" y="1155"/>
                    <a:pt x="1490" y="1855"/>
                    <a:pt x="2159" y="2736"/>
                  </a:cubicBezTo>
                  <a:cubicBezTo>
                    <a:pt x="4134" y="5228"/>
                    <a:pt x="5897" y="7873"/>
                    <a:pt x="7448" y="10608"/>
                  </a:cubicBezTo>
                  <a:cubicBezTo>
                    <a:pt x="8451" y="12371"/>
                    <a:pt x="9454" y="14317"/>
                    <a:pt x="10487" y="16444"/>
                  </a:cubicBezTo>
                  <a:cubicBezTo>
                    <a:pt x="11521" y="18572"/>
                    <a:pt x="12645" y="20852"/>
                    <a:pt x="13709" y="23283"/>
                  </a:cubicBezTo>
                  <a:cubicBezTo>
                    <a:pt x="14834" y="25806"/>
                    <a:pt x="15837" y="28420"/>
                    <a:pt x="16688" y="31065"/>
                  </a:cubicBezTo>
                  <a:cubicBezTo>
                    <a:pt x="17144" y="32463"/>
                    <a:pt x="17478" y="33861"/>
                    <a:pt x="17873" y="35320"/>
                  </a:cubicBezTo>
                  <a:cubicBezTo>
                    <a:pt x="18238" y="36779"/>
                    <a:pt x="18603" y="38268"/>
                    <a:pt x="18967" y="39758"/>
                  </a:cubicBezTo>
                  <a:cubicBezTo>
                    <a:pt x="20426" y="45351"/>
                    <a:pt x="21582" y="51035"/>
                    <a:pt x="22402" y="56779"/>
                  </a:cubicBezTo>
                  <a:cubicBezTo>
                    <a:pt x="23071" y="62068"/>
                    <a:pt x="22919" y="59940"/>
                    <a:pt x="22676" y="64013"/>
                  </a:cubicBezTo>
                  <a:lnTo>
                    <a:pt x="22919" y="63983"/>
                  </a:lnTo>
                  <a:cubicBezTo>
                    <a:pt x="23162" y="59940"/>
                    <a:pt x="23344" y="62038"/>
                    <a:pt x="22676" y="56719"/>
                  </a:cubicBezTo>
                  <a:cubicBezTo>
                    <a:pt x="21885" y="50974"/>
                    <a:pt x="20730" y="45290"/>
                    <a:pt x="19302" y="39697"/>
                  </a:cubicBezTo>
                  <a:cubicBezTo>
                    <a:pt x="18907" y="38177"/>
                    <a:pt x="18542" y="36718"/>
                    <a:pt x="18177" y="35259"/>
                  </a:cubicBezTo>
                  <a:cubicBezTo>
                    <a:pt x="17812" y="33800"/>
                    <a:pt x="17448" y="32372"/>
                    <a:pt x="16992" y="30973"/>
                  </a:cubicBezTo>
                  <a:cubicBezTo>
                    <a:pt x="16141" y="28329"/>
                    <a:pt x="15138" y="25715"/>
                    <a:pt x="13983" y="23162"/>
                  </a:cubicBezTo>
                  <a:cubicBezTo>
                    <a:pt x="12919" y="20730"/>
                    <a:pt x="11794" y="18451"/>
                    <a:pt x="10730" y="16323"/>
                  </a:cubicBezTo>
                  <a:cubicBezTo>
                    <a:pt x="9697" y="14195"/>
                    <a:pt x="8663" y="12250"/>
                    <a:pt x="7630" y="10517"/>
                  </a:cubicBezTo>
                  <a:cubicBezTo>
                    <a:pt x="6049" y="7751"/>
                    <a:pt x="4256" y="5137"/>
                    <a:pt x="2280" y="2645"/>
                  </a:cubicBezTo>
                  <a:cubicBezTo>
                    <a:pt x="1551" y="1794"/>
                    <a:pt x="1004" y="1125"/>
                    <a:pt x="608" y="669"/>
                  </a:cubicBezTo>
                  <a:lnTo>
                    <a:pt x="153" y="183"/>
                  </a:lnTo>
                  <a:cubicBezTo>
                    <a:pt x="92" y="122"/>
                    <a:pt x="61" y="61"/>
                    <a:pt x="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2"/>
            <p:cNvSpPr/>
            <p:nvPr/>
          </p:nvSpPr>
          <p:spPr>
            <a:xfrm>
              <a:off x="4026043" y="6341574"/>
              <a:ext cx="189385" cy="635826"/>
            </a:xfrm>
            <a:custGeom>
              <a:rect b="b" l="l" r="r" t="t"/>
              <a:pathLst>
                <a:path extrusionOk="0" h="17965" w="5351">
                  <a:moveTo>
                    <a:pt x="5351" y="0"/>
                  </a:moveTo>
                  <a:lnTo>
                    <a:pt x="5351" y="0"/>
                  </a:lnTo>
                  <a:cubicBezTo>
                    <a:pt x="5229" y="213"/>
                    <a:pt x="5107" y="456"/>
                    <a:pt x="5016" y="669"/>
                  </a:cubicBezTo>
                  <a:cubicBezTo>
                    <a:pt x="4834" y="1125"/>
                    <a:pt x="4591" y="1763"/>
                    <a:pt x="4287" y="2554"/>
                  </a:cubicBezTo>
                  <a:cubicBezTo>
                    <a:pt x="3709" y="4165"/>
                    <a:pt x="3041" y="6414"/>
                    <a:pt x="2372" y="8906"/>
                  </a:cubicBezTo>
                  <a:cubicBezTo>
                    <a:pt x="1703" y="11429"/>
                    <a:pt x="1126" y="13618"/>
                    <a:pt x="670" y="15320"/>
                  </a:cubicBezTo>
                  <a:lnTo>
                    <a:pt x="153" y="17265"/>
                  </a:lnTo>
                  <a:cubicBezTo>
                    <a:pt x="62" y="17478"/>
                    <a:pt x="1" y="17721"/>
                    <a:pt x="1" y="17964"/>
                  </a:cubicBezTo>
                  <a:cubicBezTo>
                    <a:pt x="92" y="17751"/>
                    <a:pt x="183" y="17508"/>
                    <a:pt x="275" y="17265"/>
                  </a:cubicBezTo>
                  <a:cubicBezTo>
                    <a:pt x="427" y="16839"/>
                    <a:pt x="639" y="16171"/>
                    <a:pt x="882" y="15380"/>
                  </a:cubicBezTo>
                  <a:cubicBezTo>
                    <a:pt x="1399" y="13770"/>
                    <a:pt x="2007" y="11490"/>
                    <a:pt x="2676" y="8997"/>
                  </a:cubicBezTo>
                  <a:cubicBezTo>
                    <a:pt x="3344" y="6475"/>
                    <a:pt x="3983" y="4225"/>
                    <a:pt x="4500" y="2614"/>
                  </a:cubicBezTo>
                  <a:cubicBezTo>
                    <a:pt x="4773" y="1824"/>
                    <a:pt x="4986" y="1155"/>
                    <a:pt x="5138" y="730"/>
                  </a:cubicBezTo>
                  <a:cubicBezTo>
                    <a:pt x="5229" y="487"/>
                    <a:pt x="5290" y="243"/>
                    <a:pt x="535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2"/>
            <p:cNvSpPr/>
            <p:nvPr/>
          </p:nvSpPr>
          <p:spPr>
            <a:xfrm>
              <a:off x="3288074" y="6714859"/>
              <a:ext cx="736943" cy="262542"/>
            </a:xfrm>
            <a:custGeom>
              <a:rect b="b" l="l" r="r" t="t"/>
              <a:pathLst>
                <a:path extrusionOk="0" h="7418" w="20822">
                  <a:moveTo>
                    <a:pt x="1" y="1"/>
                  </a:moveTo>
                  <a:lnTo>
                    <a:pt x="1" y="1"/>
                  </a:lnTo>
                  <a:cubicBezTo>
                    <a:pt x="274" y="92"/>
                    <a:pt x="578" y="183"/>
                    <a:pt x="852" y="244"/>
                  </a:cubicBezTo>
                  <a:cubicBezTo>
                    <a:pt x="1399" y="365"/>
                    <a:pt x="2189" y="578"/>
                    <a:pt x="3131" y="852"/>
                  </a:cubicBezTo>
                  <a:cubicBezTo>
                    <a:pt x="5046" y="1368"/>
                    <a:pt x="7691" y="2189"/>
                    <a:pt x="10578" y="3223"/>
                  </a:cubicBezTo>
                  <a:cubicBezTo>
                    <a:pt x="13466" y="4256"/>
                    <a:pt x="16019" y="5289"/>
                    <a:pt x="17843" y="6110"/>
                  </a:cubicBezTo>
                  <a:cubicBezTo>
                    <a:pt x="18785" y="6505"/>
                    <a:pt x="19515" y="6840"/>
                    <a:pt x="20031" y="7083"/>
                  </a:cubicBezTo>
                  <a:cubicBezTo>
                    <a:pt x="20274" y="7235"/>
                    <a:pt x="20548" y="7326"/>
                    <a:pt x="20822" y="7417"/>
                  </a:cubicBezTo>
                  <a:cubicBezTo>
                    <a:pt x="20578" y="7265"/>
                    <a:pt x="20335" y="7113"/>
                    <a:pt x="20062" y="6992"/>
                  </a:cubicBezTo>
                  <a:cubicBezTo>
                    <a:pt x="19575" y="6718"/>
                    <a:pt x="18846" y="6323"/>
                    <a:pt x="17934" y="5897"/>
                  </a:cubicBezTo>
                  <a:cubicBezTo>
                    <a:pt x="16110" y="5046"/>
                    <a:pt x="13557" y="3952"/>
                    <a:pt x="10669" y="2919"/>
                  </a:cubicBezTo>
                  <a:cubicBezTo>
                    <a:pt x="8207" y="2037"/>
                    <a:pt x="5715" y="1277"/>
                    <a:pt x="3192" y="639"/>
                  </a:cubicBezTo>
                  <a:cubicBezTo>
                    <a:pt x="2219" y="396"/>
                    <a:pt x="1399" y="244"/>
                    <a:pt x="852" y="122"/>
                  </a:cubicBezTo>
                  <a:cubicBezTo>
                    <a:pt x="578" y="61"/>
                    <a:pt x="304" y="31"/>
                    <a:pt x="1"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2"/>
            <p:cNvSpPr/>
            <p:nvPr/>
          </p:nvSpPr>
          <p:spPr>
            <a:xfrm>
              <a:off x="4221834" y="6964446"/>
              <a:ext cx="536869" cy="910118"/>
            </a:xfrm>
            <a:custGeom>
              <a:rect b="b" l="l" r="r" t="t"/>
              <a:pathLst>
                <a:path extrusionOk="0" h="25715" w="15169">
                  <a:moveTo>
                    <a:pt x="15168" y="0"/>
                  </a:moveTo>
                  <a:lnTo>
                    <a:pt x="15168" y="0"/>
                  </a:lnTo>
                  <a:cubicBezTo>
                    <a:pt x="15168" y="0"/>
                    <a:pt x="15108" y="92"/>
                    <a:pt x="14986" y="244"/>
                  </a:cubicBezTo>
                  <a:cubicBezTo>
                    <a:pt x="14864" y="395"/>
                    <a:pt x="14682" y="669"/>
                    <a:pt x="14500" y="973"/>
                  </a:cubicBezTo>
                  <a:cubicBezTo>
                    <a:pt x="14074" y="1581"/>
                    <a:pt x="13497" y="2523"/>
                    <a:pt x="12767" y="3648"/>
                  </a:cubicBezTo>
                  <a:cubicBezTo>
                    <a:pt x="11339" y="5927"/>
                    <a:pt x="9484" y="9180"/>
                    <a:pt x="7448" y="12766"/>
                  </a:cubicBezTo>
                  <a:cubicBezTo>
                    <a:pt x="5442" y="16353"/>
                    <a:pt x="3588" y="19605"/>
                    <a:pt x="2220" y="21916"/>
                  </a:cubicBezTo>
                  <a:cubicBezTo>
                    <a:pt x="1551" y="23071"/>
                    <a:pt x="1004" y="23982"/>
                    <a:pt x="579" y="24682"/>
                  </a:cubicBezTo>
                  <a:cubicBezTo>
                    <a:pt x="396" y="24955"/>
                    <a:pt x="275" y="25229"/>
                    <a:pt x="153" y="25441"/>
                  </a:cubicBezTo>
                  <a:cubicBezTo>
                    <a:pt x="92" y="25533"/>
                    <a:pt x="31" y="25624"/>
                    <a:pt x="1" y="25715"/>
                  </a:cubicBezTo>
                  <a:cubicBezTo>
                    <a:pt x="92" y="25654"/>
                    <a:pt x="153" y="25563"/>
                    <a:pt x="183" y="25472"/>
                  </a:cubicBezTo>
                  <a:lnTo>
                    <a:pt x="700" y="24742"/>
                  </a:lnTo>
                  <a:cubicBezTo>
                    <a:pt x="1126" y="24134"/>
                    <a:pt x="1703" y="23223"/>
                    <a:pt x="2402" y="22068"/>
                  </a:cubicBezTo>
                  <a:cubicBezTo>
                    <a:pt x="3831" y="19788"/>
                    <a:pt x="5715" y="16536"/>
                    <a:pt x="7721" y="12949"/>
                  </a:cubicBezTo>
                  <a:cubicBezTo>
                    <a:pt x="9758" y="9362"/>
                    <a:pt x="11582" y="6110"/>
                    <a:pt x="12950" y="3800"/>
                  </a:cubicBezTo>
                  <a:lnTo>
                    <a:pt x="14591" y="1034"/>
                  </a:lnTo>
                  <a:lnTo>
                    <a:pt x="15047" y="274"/>
                  </a:lnTo>
                  <a:cubicBezTo>
                    <a:pt x="15108" y="183"/>
                    <a:pt x="15138" y="92"/>
                    <a:pt x="15168"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2"/>
            <p:cNvSpPr/>
            <p:nvPr/>
          </p:nvSpPr>
          <p:spPr>
            <a:xfrm>
              <a:off x="3264397" y="7388307"/>
              <a:ext cx="957473" cy="486258"/>
            </a:xfrm>
            <a:custGeom>
              <a:rect b="b" l="l" r="r" t="t"/>
              <a:pathLst>
                <a:path extrusionOk="0" h="13739" w="27053">
                  <a:moveTo>
                    <a:pt x="1" y="0"/>
                  </a:moveTo>
                  <a:lnTo>
                    <a:pt x="1" y="0"/>
                  </a:lnTo>
                  <a:cubicBezTo>
                    <a:pt x="92" y="61"/>
                    <a:pt x="183" y="122"/>
                    <a:pt x="274" y="152"/>
                  </a:cubicBezTo>
                  <a:lnTo>
                    <a:pt x="1034" y="578"/>
                  </a:lnTo>
                  <a:lnTo>
                    <a:pt x="3952" y="2067"/>
                  </a:lnTo>
                  <a:cubicBezTo>
                    <a:pt x="6384" y="3313"/>
                    <a:pt x="9758" y="5076"/>
                    <a:pt x="13436" y="7022"/>
                  </a:cubicBezTo>
                  <a:cubicBezTo>
                    <a:pt x="17144" y="8937"/>
                    <a:pt x="20518" y="10699"/>
                    <a:pt x="23010" y="11885"/>
                  </a:cubicBezTo>
                  <a:cubicBezTo>
                    <a:pt x="24226" y="12493"/>
                    <a:pt x="25229" y="12949"/>
                    <a:pt x="25928" y="13283"/>
                  </a:cubicBezTo>
                  <a:lnTo>
                    <a:pt x="26749" y="13617"/>
                  </a:lnTo>
                  <a:cubicBezTo>
                    <a:pt x="26840" y="13678"/>
                    <a:pt x="26931" y="13709"/>
                    <a:pt x="27053" y="13739"/>
                  </a:cubicBezTo>
                  <a:cubicBezTo>
                    <a:pt x="27053" y="13739"/>
                    <a:pt x="26962" y="13678"/>
                    <a:pt x="26779" y="13587"/>
                  </a:cubicBezTo>
                  <a:lnTo>
                    <a:pt x="26020" y="13161"/>
                  </a:lnTo>
                  <a:lnTo>
                    <a:pt x="23132" y="11703"/>
                  </a:lnTo>
                  <a:cubicBezTo>
                    <a:pt x="20670" y="10456"/>
                    <a:pt x="17326" y="8693"/>
                    <a:pt x="13618" y="6718"/>
                  </a:cubicBezTo>
                  <a:cubicBezTo>
                    <a:pt x="9940" y="4772"/>
                    <a:pt x="6536" y="3040"/>
                    <a:pt x="4074" y="1854"/>
                  </a:cubicBezTo>
                  <a:cubicBezTo>
                    <a:pt x="2828" y="1246"/>
                    <a:pt x="1825" y="790"/>
                    <a:pt x="1125" y="456"/>
                  </a:cubicBezTo>
                  <a:lnTo>
                    <a:pt x="335" y="122"/>
                  </a:lnTo>
                  <a:cubicBezTo>
                    <a:pt x="214" y="61"/>
                    <a:pt x="122" y="31"/>
                    <a:pt x="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2"/>
            <p:cNvSpPr/>
            <p:nvPr/>
          </p:nvSpPr>
          <p:spPr>
            <a:xfrm>
              <a:off x="4002401" y="6360650"/>
              <a:ext cx="930575" cy="1788241"/>
            </a:xfrm>
            <a:custGeom>
              <a:rect b="b" l="l" r="r" t="t"/>
              <a:pathLst>
                <a:path extrusionOk="0" h="50526" w="26293">
                  <a:moveTo>
                    <a:pt x="19392" y="1"/>
                  </a:moveTo>
                  <a:cubicBezTo>
                    <a:pt x="18616" y="1"/>
                    <a:pt x="16692" y="529"/>
                    <a:pt x="15806" y="5510"/>
                  </a:cubicBezTo>
                  <a:cubicBezTo>
                    <a:pt x="14681" y="11863"/>
                    <a:pt x="14590" y="15328"/>
                    <a:pt x="14590" y="15328"/>
                  </a:cubicBezTo>
                  <a:cubicBezTo>
                    <a:pt x="14590" y="15328"/>
                    <a:pt x="14309" y="16324"/>
                    <a:pt x="13618" y="16324"/>
                  </a:cubicBezTo>
                  <a:cubicBezTo>
                    <a:pt x="13490" y="16324"/>
                    <a:pt x="13348" y="16290"/>
                    <a:pt x="13192" y="16209"/>
                  </a:cubicBezTo>
                  <a:cubicBezTo>
                    <a:pt x="12344" y="15785"/>
                    <a:pt x="11065" y="14480"/>
                    <a:pt x="9928" y="14480"/>
                  </a:cubicBezTo>
                  <a:cubicBezTo>
                    <a:pt x="9680" y="14480"/>
                    <a:pt x="9439" y="14542"/>
                    <a:pt x="9210" y="14689"/>
                  </a:cubicBezTo>
                  <a:cubicBezTo>
                    <a:pt x="7934" y="15510"/>
                    <a:pt x="7964" y="17182"/>
                    <a:pt x="8906" y="19401"/>
                  </a:cubicBezTo>
                  <a:cubicBezTo>
                    <a:pt x="9879" y="21589"/>
                    <a:pt x="11824" y="26513"/>
                    <a:pt x="11976" y="26939"/>
                  </a:cubicBezTo>
                  <a:cubicBezTo>
                    <a:pt x="12136" y="27312"/>
                    <a:pt x="12109" y="27919"/>
                    <a:pt x="11587" y="27919"/>
                  </a:cubicBezTo>
                  <a:cubicBezTo>
                    <a:pt x="11514" y="27919"/>
                    <a:pt x="11431" y="27907"/>
                    <a:pt x="11338" y="27881"/>
                  </a:cubicBezTo>
                  <a:cubicBezTo>
                    <a:pt x="10796" y="27708"/>
                    <a:pt x="8219" y="26193"/>
                    <a:pt x="6341" y="26193"/>
                  </a:cubicBezTo>
                  <a:cubicBezTo>
                    <a:pt x="5583" y="26193"/>
                    <a:pt x="4940" y="26439"/>
                    <a:pt x="4590" y="27121"/>
                  </a:cubicBezTo>
                  <a:cubicBezTo>
                    <a:pt x="3344" y="29462"/>
                    <a:pt x="7052" y="35146"/>
                    <a:pt x="7417" y="35784"/>
                  </a:cubicBezTo>
                  <a:cubicBezTo>
                    <a:pt x="7812" y="36422"/>
                    <a:pt x="7782" y="36726"/>
                    <a:pt x="7508" y="37000"/>
                  </a:cubicBezTo>
                  <a:cubicBezTo>
                    <a:pt x="7477" y="37034"/>
                    <a:pt x="7431" y="37050"/>
                    <a:pt x="7371" y="37050"/>
                  </a:cubicBezTo>
                  <a:cubicBezTo>
                    <a:pt x="6895" y="37050"/>
                    <a:pt x="5558" y="36064"/>
                    <a:pt x="4316" y="35389"/>
                  </a:cubicBezTo>
                  <a:cubicBezTo>
                    <a:pt x="3520" y="34956"/>
                    <a:pt x="2615" y="34563"/>
                    <a:pt x="1871" y="34563"/>
                  </a:cubicBezTo>
                  <a:cubicBezTo>
                    <a:pt x="1309" y="34563"/>
                    <a:pt x="839" y="34787"/>
                    <a:pt x="578" y="35389"/>
                  </a:cubicBezTo>
                  <a:cubicBezTo>
                    <a:pt x="0" y="36817"/>
                    <a:pt x="1125" y="41590"/>
                    <a:pt x="7903" y="47821"/>
                  </a:cubicBezTo>
                  <a:lnTo>
                    <a:pt x="11216" y="50526"/>
                  </a:lnTo>
                  <a:lnTo>
                    <a:pt x="15229" y="49067"/>
                  </a:lnTo>
                  <a:cubicBezTo>
                    <a:pt x="23679" y="45359"/>
                    <a:pt x="26293" y="41225"/>
                    <a:pt x="26201" y="39705"/>
                  </a:cubicBezTo>
                  <a:cubicBezTo>
                    <a:pt x="26117" y="38629"/>
                    <a:pt x="25197" y="38314"/>
                    <a:pt x="24124" y="38314"/>
                  </a:cubicBezTo>
                  <a:cubicBezTo>
                    <a:pt x="23651" y="38314"/>
                    <a:pt x="23149" y="38375"/>
                    <a:pt x="22675" y="38459"/>
                  </a:cubicBezTo>
                  <a:cubicBezTo>
                    <a:pt x="21433" y="38674"/>
                    <a:pt x="20059" y="39077"/>
                    <a:pt x="19439" y="39077"/>
                  </a:cubicBezTo>
                  <a:cubicBezTo>
                    <a:pt x="19271" y="39077"/>
                    <a:pt x="19158" y="39047"/>
                    <a:pt x="19119" y="38976"/>
                  </a:cubicBezTo>
                  <a:cubicBezTo>
                    <a:pt x="18967" y="38611"/>
                    <a:pt x="19028" y="38276"/>
                    <a:pt x="19605" y="37821"/>
                  </a:cubicBezTo>
                  <a:cubicBezTo>
                    <a:pt x="20183" y="37365"/>
                    <a:pt x="25502" y="33170"/>
                    <a:pt x="25107" y="30556"/>
                  </a:cubicBezTo>
                  <a:cubicBezTo>
                    <a:pt x="24896" y="29158"/>
                    <a:pt x="23242" y="28838"/>
                    <a:pt x="21628" y="28838"/>
                  </a:cubicBezTo>
                  <a:cubicBezTo>
                    <a:pt x="20263" y="28838"/>
                    <a:pt x="18927" y="29067"/>
                    <a:pt x="18515" y="29067"/>
                  </a:cubicBezTo>
                  <a:cubicBezTo>
                    <a:pt x="18502" y="29067"/>
                    <a:pt x="18491" y="29067"/>
                    <a:pt x="18481" y="29067"/>
                  </a:cubicBezTo>
                  <a:cubicBezTo>
                    <a:pt x="17691" y="29067"/>
                    <a:pt x="17873" y="28368"/>
                    <a:pt x="18177" y="28003"/>
                  </a:cubicBezTo>
                  <a:cubicBezTo>
                    <a:pt x="18481" y="27638"/>
                    <a:pt x="21885" y="23626"/>
                    <a:pt x="23527" y="21863"/>
                  </a:cubicBezTo>
                  <a:cubicBezTo>
                    <a:pt x="25168" y="20100"/>
                    <a:pt x="25685" y="18459"/>
                    <a:pt x="24803" y="17304"/>
                  </a:cubicBezTo>
                  <a:cubicBezTo>
                    <a:pt x="24500" y="16920"/>
                    <a:pt x="24054" y="16788"/>
                    <a:pt x="23551" y="16788"/>
                  </a:cubicBezTo>
                  <a:cubicBezTo>
                    <a:pt x="22539" y="16788"/>
                    <a:pt x="21299" y="17324"/>
                    <a:pt x="20548" y="17425"/>
                  </a:cubicBezTo>
                  <a:cubicBezTo>
                    <a:pt x="20491" y="17433"/>
                    <a:pt x="20437" y="17436"/>
                    <a:pt x="20386" y="17436"/>
                  </a:cubicBezTo>
                  <a:cubicBezTo>
                    <a:pt x="19429" y="17436"/>
                    <a:pt x="19484" y="16148"/>
                    <a:pt x="19484" y="16148"/>
                  </a:cubicBezTo>
                  <a:cubicBezTo>
                    <a:pt x="19484" y="16148"/>
                    <a:pt x="20548" y="12835"/>
                    <a:pt x="21551" y="6483"/>
                  </a:cubicBezTo>
                  <a:cubicBezTo>
                    <a:pt x="22554" y="130"/>
                    <a:pt x="19697" y="8"/>
                    <a:pt x="19697" y="8"/>
                  </a:cubicBezTo>
                  <a:lnTo>
                    <a:pt x="19697" y="8"/>
                  </a:lnTo>
                  <a:lnTo>
                    <a:pt x="19727" y="39"/>
                  </a:lnTo>
                  <a:cubicBezTo>
                    <a:pt x="19727" y="39"/>
                    <a:pt x="19601" y="1"/>
                    <a:pt x="1939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2"/>
            <p:cNvSpPr/>
            <p:nvPr/>
          </p:nvSpPr>
          <p:spPr>
            <a:xfrm>
              <a:off x="4399363" y="6562105"/>
              <a:ext cx="267886" cy="1586787"/>
            </a:xfrm>
            <a:custGeom>
              <a:rect b="b" l="l" r="r" t="t"/>
              <a:pathLst>
                <a:path extrusionOk="0" h="44834" w="7569">
                  <a:moveTo>
                    <a:pt x="7569" y="0"/>
                  </a:moveTo>
                  <a:cubicBezTo>
                    <a:pt x="7569" y="31"/>
                    <a:pt x="7538" y="61"/>
                    <a:pt x="7538" y="122"/>
                  </a:cubicBezTo>
                  <a:cubicBezTo>
                    <a:pt x="7538" y="183"/>
                    <a:pt x="7508" y="304"/>
                    <a:pt x="7478" y="456"/>
                  </a:cubicBezTo>
                  <a:cubicBezTo>
                    <a:pt x="7417" y="760"/>
                    <a:pt x="7326" y="1186"/>
                    <a:pt x="7234" y="1763"/>
                  </a:cubicBezTo>
                  <a:cubicBezTo>
                    <a:pt x="7022" y="2888"/>
                    <a:pt x="6748" y="4529"/>
                    <a:pt x="6353" y="6535"/>
                  </a:cubicBezTo>
                  <a:cubicBezTo>
                    <a:pt x="5654" y="10608"/>
                    <a:pt x="4712" y="16201"/>
                    <a:pt x="3709" y="22402"/>
                  </a:cubicBezTo>
                  <a:cubicBezTo>
                    <a:pt x="2705" y="28603"/>
                    <a:pt x="1763" y="34195"/>
                    <a:pt x="1095" y="38268"/>
                  </a:cubicBezTo>
                  <a:lnTo>
                    <a:pt x="274" y="43071"/>
                  </a:lnTo>
                  <a:cubicBezTo>
                    <a:pt x="183" y="43618"/>
                    <a:pt x="122" y="44074"/>
                    <a:pt x="61" y="44378"/>
                  </a:cubicBezTo>
                  <a:cubicBezTo>
                    <a:pt x="31" y="44500"/>
                    <a:pt x="0" y="44621"/>
                    <a:pt x="0" y="44712"/>
                  </a:cubicBezTo>
                  <a:cubicBezTo>
                    <a:pt x="0" y="44743"/>
                    <a:pt x="0" y="44773"/>
                    <a:pt x="0" y="44834"/>
                  </a:cubicBezTo>
                  <a:cubicBezTo>
                    <a:pt x="31" y="44773"/>
                    <a:pt x="31" y="44743"/>
                    <a:pt x="31" y="44712"/>
                  </a:cubicBezTo>
                  <a:cubicBezTo>
                    <a:pt x="61" y="44621"/>
                    <a:pt x="91" y="44530"/>
                    <a:pt x="122" y="44378"/>
                  </a:cubicBezTo>
                  <a:cubicBezTo>
                    <a:pt x="183" y="44074"/>
                    <a:pt x="243" y="43618"/>
                    <a:pt x="365" y="43071"/>
                  </a:cubicBezTo>
                  <a:cubicBezTo>
                    <a:pt x="547" y="41916"/>
                    <a:pt x="851" y="40305"/>
                    <a:pt x="1216" y="38268"/>
                  </a:cubicBezTo>
                  <a:cubicBezTo>
                    <a:pt x="1915" y="34226"/>
                    <a:pt x="2857" y="28603"/>
                    <a:pt x="3891" y="22432"/>
                  </a:cubicBezTo>
                  <a:cubicBezTo>
                    <a:pt x="4894" y="16232"/>
                    <a:pt x="5836" y="10639"/>
                    <a:pt x="6505" y="6566"/>
                  </a:cubicBezTo>
                  <a:lnTo>
                    <a:pt x="7326" y="1763"/>
                  </a:lnTo>
                  <a:cubicBezTo>
                    <a:pt x="7417" y="1216"/>
                    <a:pt x="7478" y="760"/>
                    <a:pt x="7538" y="456"/>
                  </a:cubicBezTo>
                  <a:cubicBezTo>
                    <a:pt x="7538" y="304"/>
                    <a:pt x="7569" y="183"/>
                    <a:pt x="7569" y="122"/>
                  </a:cubicBezTo>
                  <a:lnTo>
                    <a:pt x="7569"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2"/>
            <p:cNvSpPr/>
            <p:nvPr/>
          </p:nvSpPr>
          <p:spPr>
            <a:xfrm>
              <a:off x="4278852" y="7420585"/>
              <a:ext cx="222725" cy="175370"/>
            </a:xfrm>
            <a:custGeom>
              <a:rect b="b" l="l" r="r" t="t"/>
              <a:pathLst>
                <a:path extrusionOk="0" h="4955" w="6293">
                  <a:moveTo>
                    <a:pt x="1" y="0"/>
                  </a:moveTo>
                  <a:cubicBezTo>
                    <a:pt x="62" y="91"/>
                    <a:pt x="123" y="182"/>
                    <a:pt x="214" y="243"/>
                  </a:cubicBezTo>
                  <a:cubicBezTo>
                    <a:pt x="366" y="395"/>
                    <a:pt x="578" y="608"/>
                    <a:pt x="852" y="851"/>
                  </a:cubicBezTo>
                  <a:cubicBezTo>
                    <a:pt x="1369" y="1337"/>
                    <a:pt x="2129" y="1976"/>
                    <a:pt x="3010" y="2675"/>
                  </a:cubicBezTo>
                  <a:cubicBezTo>
                    <a:pt x="3861" y="3374"/>
                    <a:pt x="4682" y="3951"/>
                    <a:pt x="5290" y="4347"/>
                  </a:cubicBezTo>
                  <a:cubicBezTo>
                    <a:pt x="5594" y="4559"/>
                    <a:pt x="5837" y="4711"/>
                    <a:pt x="6019" y="4803"/>
                  </a:cubicBezTo>
                  <a:cubicBezTo>
                    <a:pt x="6080" y="4863"/>
                    <a:pt x="6171" y="4924"/>
                    <a:pt x="6293" y="4955"/>
                  </a:cubicBezTo>
                  <a:cubicBezTo>
                    <a:pt x="5989" y="4711"/>
                    <a:pt x="5685" y="4468"/>
                    <a:pt x="5351" y="4255"/>
                  </a:cubicBezTo>
                  <a:cubicBezTo>
                    <a:pt x="4773" y="3830"/>
                    <a:pt x="3952" y="3222"/>
                    <a:pt x="3101" y="2553"/>
                  </a:cubicBezTo>
                  <a:cubicBezTo>
                    <a:pt x="2250" y="1854"/>
                    <a:pt x="1460" y="1216"/>
                    <a:pt x="913" y="760"/>
                  </a:cubicBezTo>
                  <a:cubicBezTo>
                    <a:pt x="639" y="486"/>
                    <a:pt x="335" y="243"/>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2"/>
            <p:cNvSpPr/>
            <p:nvPr/>
          </p:nvSpPr>
          <p:spPr>
            <a:xfrm>
              <a:off x="4500480" y="7485106"/>
              <a:ext cx="239926" cy="106531"/>
            </a:xfrm>
            <a:custGeom>
              <a:rect b="b" l="l" r="r" t="t"/>
              <a:pathLst>
                <a:path extrusionOk="0" h="3010" w="6779">
                  <a:moveTo>
                    <a:pt x="6779" y="1"/>
                  </a:moveTo>
                  <a:lnTo>
                    <a:pt x="6779" y="1"/>
                  </a:lnTo>
                  <a:cubicBezTo>
                    <a:pt x="6414" y="92"/>
                    <a:pt x="6080" y="214"/>
                    <a:pt x="5745" y="366"/>
                  </a:cubicBezTo>
                  <a:cubicBezTo>
                    <a:pt x="5137" y="639"/>
                    <a:pt x="4286" y="1004"/>
                    <a:pt x="3344" y="1429"/>
                  </a:cubicBezTo>
                  <a:cubicBezTo>
                    <a:pt x="2432" y="1855"/>
                    <a:pt x="1581" y="2220"/>
                    <a:pt x="973" y="2524"/>
                  </a:cubicBezTo>
                  <a:cubicBezTo>
                    <a:pt x="639" y="2645"/>
                    <a:pt x="304" y="2828"/>
                    <a:pt x="0" y="3010"/>
                  </a:cubicBezTo>
                  <a:cubicBezTo>
                    <a:pt x="365" y="2919"/>
                    <a:pt x="700" y="2767"/>
                    <a:pt x="1034" y="2615"/>
                  </a:cubicBezTo>
                  <a:cubicBezTo>
                    <a:pt x="1642" y="2372"/>
                    <a:pt x="2493" y="2007"/>
                    <a:pt x="3435" y="1581"/>
                  </a:cubicBezTo>
                  <a:cubicBezTo>
                    <a:pt x="4347" y="1156"/>
                    <a:pt x="5198" y="791"/>
                    <a:pt x="5806" y="487"/>
                  </a:cubicBezTo>
                  <a:cubicBezTo>
                    <a:pt x="6140" y="335"/>
                    <a:pt x="6444" y="183"/>
                    <a:pt x="677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2"/>
            <p:cNvSpPr/>
            <p:nvPr/>
          </p:nvSpPr>
          <p:spPr>
            <a:xfrm>
              <a:off x="4435924" y="7833651"/>
              <a:ext cx="307702" cy="134527"/>
            </a:xfrm>
            <a:custGeom>
              <a:rect b="b" l="l" r="r" t="t"/>
              <a:pathLst>
                <a:path extrusionOk="0" h="3801" w="8694">
                  <a:moveTo>
                    <a:pt x="8694" y="1"/>
                  </a:moveTo>
                  <a:lnTo>
                    <a:pt x="8694" y="1"/>
                  </a:lnTo>
                  <a:cubicBezTo>
                    <a:pt x="8572" y="31"/>
                    <a:pt x="8451" y="62"/>
                    <a:pt x="8360" y="123"/>
                  </a:cubicBezTo>
                  <a:lnTo>
                    <a:pt x="7417" y="518"/>
                  </a:lnTo>
                  <a:cubicBezTo>
                    <a:pt x="6597" y="852"/>
                    <a:pt x="5533" y="1308"/>
                    <a:pt x="4317" y="1825"/>
                  </a:cubicBezTo>
                  <a:cubicBezTo>
                    <a:pt x="3131" y="2341"/>
                    <a:pt x="2037" y="2828"/>
                    <a:pt x="1247" y="3193"/>
                  </a:cubicBezTo>
                  <a:lnTo>
                    <a:pt x="335" y="3618"/>
                  </a:lnTo>
                  <a:cubicBezTo>
                    <a:pt x="213" y="3679"/>
                    <a:pt x="122" y="3740"/>
                    <a:pt x="1" y="3800"/>
                  </a:cubicBezTo>
                  <a:cubicBezTo>
                    <a:pt x="122" y="3770"/>
                    <a:pt x="244" y="3740"/>
                    <a:pt x="365" y="3679"/>
                  </a:cubicBezTo>
                  <a:lnTo>
                    <a:pt x="1308" y="3314"/>
                  </a:lnTo>
                  <a:cubicBezTo>
                    <a:pt x="2128" y="2980"/>
                    <a:pt x="3192" y="2493"/>
                    <a:pt x="4408" y="1977"/>
                  </a:cubicBezTo>
                  <a:cubicBezTo>
                    <a:pt x="5594" y="1460"/>
                    <a:pt x="6688" y="974"/>
                    <a:pt x="7448" y="609"/>
                  </a:cubicBezTo>
                  <a:lnTo>
                    <a:pt x="8390" y="183"/>
                  </a:lnTo>
                  <a:cubicBezTo>
                    <a:pt x="8481" y="153"/>
                    <a:pt x="8603" y="92"/>
                    <a:pt x="869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2"/>
            <p:cNvSpPr/>
            <p:nvPr/>
          </p:nvSpPr>
          <p:spPr>
            <a:xfrm>
              <a:off x="4165914" y="7733632"/>
              <a:ext cx="276522" cy="229166"/>
            </a:xfrm>
            <a:custGeom>
              <a:rect b="b" l="l" r="r" t="t"/>
              <a:pathLst>
                <a:path extrusionOk="0" h="6475" w="7813">
                  <a:moveTo>
                    <a:pt x="0" y="0"/>
                  </a:moveTo>
                  <a:cubicBezTo>
                    <a:pt x="92" y="91"/>
                    <a:pt x="183" y="183"/>
                    <a:pt x="274" y="274"/>
                  </a:cubicBezTo>
                  <a:cubicBezTo>
                    <a:pt x="456" y="456"/>
                    <a:pt x="730" y="730"/>
                    <a:pt x="1064" y="1034"/>
                  </a:cubicBezTo>
                  <a:cubicBezTo>
                    <a:pt x="1733" y="1672"/>
                    <a:pt x="2675" y="2523"/>
                    <a:pt x="3769" y="3435"/>
                  </a:cubicBezTo>
                  <a:cubicBezTo>
                    <a:pt x="4833" y="4316"/>
                    <a:pt x="5836" y="5107"/>
                    <a:pt x="6596" y="5623"/>
                  </a:cubicBezTo>
                  <a:cubicBezTo>
                    <a:pt x="6961" y="5897"/>
                    <a:pt x="7265" y="6140"/>
                    <a:pt x="7478" y="6262"/>
                  </a:cubicBezTo>
                  <a:cubicBezTo>
                    <a:pt x="7599" y="6353"/>
                    <a:pt x="7691" y="6414"/>
                    <a:pt x="7812" y="6474"/>
                  </a:cubicBezTo>
                  <a:cubicBezTo>
                    <a:pt x="7721" y="6383"/>
                    <a:pt x="7630" y="6292"/>
                    <a:pt x="7508" y="6231"/>
                  </a:cubicBezTo>
                  <a:lnTo>
                    <a:pt x="6657" y="5532"/>
                  </a:lnTo>
                  <a:cubicBezTo>
                    <a:pt x="5928" y="4985"/>
                    <a:pt x="4955" y="4195"/>
                    <a:pt x="3861" y="3283"/>
                  </a:cubicBezTo>
                  <a:cubicBezTo>
                    <a:pt x="2797" y="2401"/>
                    <a:pt x="1824" y="1581"/>
                    <a:pt x="1155" y="973"/>
                  </a:cubicBezTo>
                  <a:lnTo>
                    <a:pt x="335" y="243"/>
                  </a:lnTo>
                  <a:cubicBezTo>
                    <a:pt x="213" y="152"/>
                    <a:pt x="122" y="61"/>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42"/>
          <p:cNvGrpSpPr/>
          <p:nvPr/>
        </p:nvGrpSpPr>
        <p:grpSpPr>
          <a:xfrm>
            <a:off x="6683963" y="4278168"/>
            <a:ext cx="668104" cy="895218"/>
            <a:chOff x="122038" y="7256930"/>
            <a:chExt cx="668104" cy="895218"/>
          </a:xfrm>
        </p:grpSpPr>
        <p:sp>
          <p:nvSpPr>
            <p:cNvPr id="580" name="Google Shape;580;p42"/>
            <p:cNvSpPr/>
            <p:nvPr/>
          </p:nvSpPr>
          <p:spPr>
            <a:xfrm>
              <a:off x="522256" y="7780173"/>
              <a:ext cx="267886" cy="162204"/>
            </a:xfrm>
            <a:custGeom>
              <a:rect b="b" l="l" r="r" t="t"/>
              <a:pathLst>
                <a:path extrusionOk="0" h="4583" w="7569">
                  <a:moveTo>
                    <a:pt x="4002" y="1"/>
                  </a:moveTo>
                  <a:cubicBezTo>
                    <a:pt x="3122" y="1"/>
                    <a:pt x="2254" y="184"/>
                    <a:pt x="1459" y="539"/>
                  </a:cubicBezTo>
                  <a:cubicBezTo>
                    <a:pt x="760" y="904"/>
                    <a:pt x="304" y="1542"/>
                    <a:pt x="152" y="2302"/>
                  </a:cubicBezTo>
                  <a:cubicBezTo>
                    <a:pt x="0" y="2849"/>
                    <a:pt x="61" y="3427"/>
                    <a:pt x="335" y="3913"/>
                  </a:cubicBezTo>
                  <a:cubicBezTo>
                    <a:pt x="536" y="4342"/>
                    <a:pt x="968" y="4582"/>
                    <a:pt x="1439" y="4582"/>
                  </a:cubicBezTo>
                  <a:cubicBezTo>
                    <a:pt x="1536" y="4582"/>
                    <a:pt x="1634" y="4572"/>
                    <a:pt x="1733" y="4552"/>
                  </a:cubicBezTo>
                  <a:cubicBezTo>
                    <a:pt x="2249" y="4400"/>
                    <a:pt x="2553" y="3822"/>
                    <a:pt x="3009" y="3488"/>
                  </a:cubicBezTo>
                  <a:cubicBezTo>
                    <a:pt x="3474" y="3130"/>
                    <a:pt x="4044" y="3056"/>
                    <a:pt x="4639" y="3056"/>
                  </a:cubicBezTo>
                  <a:cubicBezTo>
                    <a:pt x="5055" y="3056"/>
                    <a:pt x="5484" y="3093"/>
                    <a:pt x="5897" y="3093"/>
                  </a:cubicBezTo>
                  <a:cubicBezTo>
                    <a:pt x="5937" y="3096"/>
                    <a:pt x="5978" y="3097"/>
                    <a:pt x="6019" y="3097"/>
                  </a:cubicBezTo>
                  <a:cubicBezTo>
                    <a:pt x="6378" y="3097"/>
                    <a:pt x="6752" y="2980"/>
                    <a:pt x="7052" y="2789"/>
                  </a:cubicBezTo>
                  <a:cubicBezTo>
                    <a:pt x="7569" y="2333"/>
                    <a:pt x="7508" y="1451"/>
                    <a:pt x="7022" y="934"/>
                  </a:cubicBezTo>
                  <a:cubicBezTo>
                    <a:pt x="6535" y="479"/>
                    <a:pt x="5867" y="175"/>
                    <a:pt x="5198" y="114"/>
                  </a:cubicBezTo>
                  <a:cubicBezTo>
                    <a:pt x="4800" y="38"/>
                    <a:pt x="4400" y="1"/>
                    <a:pt x="400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2"/>
            <p:cNvSpPr/>
            <p:nvPr/>
          </p:nvSpPr>
          <p:spPr>
            <a:xfrm>
              <a:off x="457701" y="7256930"/>
              <a:ext cx="196888" cy="387442"/>
            </a:xfrm>
            <a:custGeom>
              <a:rect b="b" l="l" r="r" t="t"/>
              <a:pathLst>
                <a:path extrusionOk="0" h="10947" w="5563">
                  <a:moveTo>
                    <a:pt x="3124" y="1"/>
                  </a:moveTo>
                  <a:cubicBezTo>
                    <a:pt x="3014" y="1"/>
                    <a:pt x="2905" y="12"/>
                    <a:pt x="2797" y="34"/>
                  </a:cubicBezTo>
                  <a:cubicBezTo>
                    <a:pt x="2098" y="217"/>
                    <a:pt x="1672" y="885"/>
                    <a:pt x="1368" y="1524"/>
                  </a:cubicBezTo>
                  <a:cubicBezTo>
                    <a:pt x="487" y="3378"/>
                    <a:pt x="0" y="5445"/>
                    <a:pt x="0" y="7512"/>
                  </a:cubicBezTo>
                  <a:cubicBezTo>
                    <a:pt x="0" y="8484"/>
                    <a:pt x="122" y="9487"/>
                    <a:pt x="669" y="10308"/>
                  </a:cubicBezTo>
                  <a:cubicBezTo>
                    <a:pt x="990" y="10768"/>
                    <a:pt x="1445" y="10947"/>
                    <a:pt x="1902" y="10947"/>
                  </a:cubicBezTo>
                  <a:cubicBezTo>
                    <a:pt x="2442" y="10947"/>
                    <a:pt x="2984" y="10698"/>
                    <a:pt x="3314" y="10369"/>
                  </a:cubicBezTo>
                  <a:cubicBezTo>
                    <a:pt x="3952" y="9761"/>
                    <a:pt x="4225" y="8879"/>
                    <a:pt x="4469" y="8028"/>
                  </a:cubicBezTo>
                  <a:cubicBezTo>
                    <a:pt x="5016" y="6144"/>
                    <a:pt x="5563" y="4107"/>
                    <a:pt x="5168" y="2162"/>
                  </a:cubicBezTo>
                  <a:cubicBezTo>
                    <a:pt x="5046" y="1585"/>
                    <a:pt x="4803" y="1037"/>
                    <a:pt x="4408" y="581"/>
                  </a:cubicBezTo>
                  <a:cubicBezTo>
                    <a:pt x="4086" y="211"/>
                    <a:pt x="3604" y="1"/>
                    <a:pt x="3124"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2"/>
            <p:cNvSpPr/>
            <p:nvPr/>
          </p:nvSpPr>
          <p:spPr>
            <a:xfrm>
              <a:off x="122038" y="7369797"/>
              <a:ext cx="324939" cy="320550"/>
            </a:xfrm>
            <a:custGeom>
              <a:rect b="b" l="l" r="r" t="t"/>
              <a:pathLst>
                <a:path extrusionOk="0" h="9057" w="9181">
                  <a:moveTo>
                    <a:pt x="1929" y="1"/>
                  </a:moveTo>
                  <a:cubicBezTo>
                    <a:pt x="1863" y="1"/>
                    <a:pt x="1798" y="3"/>
                    <a:pt x="1734" y="6"/>
                  </a:cubicBezTo>
                  <a:cubicBezTo>
                    <a:pt x="1156" y="37"/>
                    <a:pt x="670" y="341"/>
                    <a:pt x="396" y="827"/>
                  </a:cubicBezTo>
                  <a:cubicBezTo>
                    <a:pt x="1" y="1526"/>
                    <a:pt x="396" y="2377"/>
                    <a:pt x="761" y="3107"/>
                  </a:cubicBezTo>
                  <a:cubicBezTo>
                    <a:pt x="1430" y="4323"/>
                    <a:pt x="2220" y="5508"/>
                    <a:pt x="3071" y="6633"/>
                  </a:cubicBezTo>
                  <a:cubicBezTo>
                    <a:pt x="3770" y="7514"/>
                    <a:pt x="4560" y="8396"/>
                    <a:pt x="5624" y="8791"/>
                  </a:cubicBezTo>
                  <a:cubicBezTo>
                    <a:pt x="6057" y="8964"/>
                    <a:pt x="6494" y="9056"/>
                    <a:pt x="6900" y="9056"/>
                  </a:cubicBezTo>
                  <a:cubicBezTo>
                    <a:pt x="7492" y="9056"/>
                    <a:pt x="8017" y="8859"/>
                    <a:pt x="8360" y="8426"/>
                  </a:cubicBezTo>
                  <a:lnTo>
                    <a:pt x="8360" y="8426"/>
                  </a:lnTo>
                  <a:lnTo>
                    <a:pt x="8238" y="8548"/>
                  </a:lnTo>
                  <a:cubicBezTo>
                    <a:pt x="8968" y="7605"/>
                    <a:pt x="9180" y="6359"/>
                    <a:pt x="8816" y="5204"/>
                  </a:cubicBezTo>
                  <a:cubicBezTo>
                    <a:pt x="8421" y="4110"/>
                    <a:pt x="7752" y="3107"/>
                    <a:pt x="6840" y="2347"/>
                  </a:cubicBezTo>
                  <a:cubicBezTo>
                    <a:pt x="5807" y="1435"/>
                    <a:pt x="4591" y="736"/>
                    <a:pt x="3314" y="280"/>
                  </a:cubicBezTo>
                  <a:cubicBezTo>
                    <a:pt x="2862" y="94"/>
                    <a:pt x="2387" y="1"/>
                    <a:pt x="1929"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2"/>
            <p:cNvSpPr/>
            <p:nvPr/>
          </p:nvSpPr>
          <p:spPr>
            <a:xfrm>
              <a:off x="478122" y="7828554"/>
              <a:ext cx="185067" cy="323594"/>
            </a:xfrm>
            <a:custGeom>
              <a:rect b="b" l="l" r="r" t="t"/>
              <a:pathLst>
                <a:path extrusionOk="0" h="9143" w="5229">
                  <a:moveTo>
                    <a:pt x="5001" y="1"/>
                  </a:moveTo>
                  <a:cubicBezTo>
                    <a:pt x="4925" y="1"/>
                    <a:pt x="4849" y="8"/>
                    <a:pt x="4773" y="23"/>
                  </a:cubicBezTo>
                  <a:cubicBezTo>
                    <a:pt x="4348" y="54"/>
                    <a:pt x="3952" y="145"/>
                    <a:pt x="3557" y="327"/>
                  </a:cubicBezTo>
                  <a:cubicBezTo>
                    <a:pt x="3010" y="601"/>
                    <a:pt x="2493" y="996"/>
                    <a:pt x="2098" y="1482"/>
                  </a:cubicBezTo>
                  <a:cubicBezTo>
                    <a:pt x="1642" y="2060"/>
                    <a:pt x="1247" y="2729"/>
                    <a:pt x="974" y="3428"/>
                  </a:cubicBezTo>
                  <a:cubicBezTo>
                    <a:pt x="700" y="4127"/>
                    <a:pt x="487" y="4856"/>
                    <a:pt x="335" y="5616"/>
                  </a:cubicBezTo>
                  <a:cubicBezTo>
                    <a:pt x="214" y="6224"/>
                    <a:pt x="123" y="6832"/>
                    <a:pt x="92" y="7440"/>
                  </a:cubicBezTo>
                  <a:cubicBezTo>
                    <a:pt x="31" y="7957"/>
                    <a:pt x="31" y="8382"/>
                    <a:pt x="31" y="8686"/>
                  </a:cubicBezTo>
                  <a:cubicBezTo>
                    <a:pt x="1" y="8838"/>
                    <a:pt x="31" y="8990"/>
                    <a:pt x="31" y="9142"/>
                  </a:cubicBezTo>
                  <a:cubicBezTo>
                    <a:pt x="62" y="8990"/>
                    <a:pt x="92" y="8838"/>
                    <a:pt x="92" y="8686"/>
                  </a:cubicBezTo>
                  <a:cubicBezTo>
                    <a:pt x="123" y="8352"/>
                    <a:pt x="183" y="7957"/>
                    <a:pt x="214" y="7440"/>
                  </a:cubicBezTo>
                  <a:cubicBezTo>
                    <a:pt x="274" y="6832"/>
                    <a:pt x="366" y="6254"/>
                    <a:pt x="487" y="5647"/>
                  </a:cubicBezTo>
                  <a:cubicBezTo>
                    <a:pt x="670" y="4917"/>
                    <a:pt x="882" y="4218"/>
                    <a:pt x="1156" y="3519"/>
                  </a:cubicBezTo>
                  <a:cubicBezTo>
                    <a:pt x="1430" y="2820"/>
                    <a:pt x="1794" y="2181"/>
                    <a:pt x="2250" y="1574"/>
                  </a:cubicBezTo>
                  <a:cubicBezTo>
                    <a:pt x="2615" y="1118"/>
                    <a:pt x="3071" y="722"/>
                    <a:pt x="3618" y="449"/>
                  </a:cubicBezTo>
                  <a:cubicBezTo>
                    <a:pt x="3983" y="267"/>
                    <a:pt x="4378" y="145"/>
                    <a:pt x="4773" y="84"/>
                  </a:cubicBezTo>
                  <a:cubicBezTo>
                    <a:pt x="4925" y="84"/>
                    <a:pt x="5077" y="54"/>
                    <a:pt x="5229" y="23"/>
                  </a:cubicBezTo>
                  <a:cubicBezTo>
                    <a:pt x="5153" y="8"/>
                    <a:pt x="5077" y="1"/>
                    <a:pt x="500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2"/>
            <p:cNvSpPr/>
            <p:nvPr/>
          </p:nvSpPr>
          <p:spPr>
            <a:xfrm>
              <a:off x="479219" y="7397969"/>
              <a:ext cx="83951" cy="720804"/>
            </a:xfrm>
            <a:custGeom>
              <a:rect b="b" l="l" r="r" t="t"/>
              <a:pathLst>
                <a:path extrusionOk="0" h="20366" w="2372">
                  <a:moveTo>
                    <a:pt x="2371" y="1"/>
                  </a:moveTo>
                  <a:cubicBezTo>
                    <a:pt x="2371" y="62"/>
                    <a:pt x="2341" y="122"/>
                    <a:pt x="2310" y="183"/>
                  </a:cubicBezTo>
                  <a:cubicBezTo>
                    <a:pt x="2280" y="335"/>
                    <a:pt x="2219" y="517"/>
                    <a:pt x="2128" y="761"/>
                  </a:cubicBezTo>
                  <a:cubicBezTo>
                    <a:pt x="2067" y="1004"/>
                    <a:pt x="1976" y="1308"/>
                    <a:pt x="1885" y="1673"/>
                  </a:cubicBezTo>
                  <a:cubicBezTo>
                    <a:pt x="1794" y="2037"/>
                    <a:pt x="1702" y="2432"/>
                    <a:pt x="1611" y="2888"/>
                  </a:cubicBezTo>
                  <a:cubicBezTo>
                    <a:pt x="1095" y="5290"/>
                    <a:pt x="730" y="7660"/>
                    <a:pt x="456" y="10092"/>
                  </a:cubicBezTo>
                  <a:cubicBezTo>
                    <a:pt x="152" y="12919"/>
                    <a:pt x="0" y="15472"/>
                    <a:pt x="0" y="17326"/>
                  </a:cubicBezTo>
                  <a:cubicBezTo>
                    <a:pt x="0" y="18269"/>
                    <a:pt x="0" y="19028"/>
                    <a:pt x="31" y="19545"/>
                  </a:cubicBezTo>
                  <a:cubicBezTo>
                    <a:pt x="31" y="19788"/>
                    <a:pt x="61" y="20001"/>
                    <a:pt x="61" y="20153"/>
                  </a:cubicBezTo>
                  <a:cubicBezTo>
                    <a:pt x="61" y="20214"/>
                    <a:pt x="92" y="20275"/>
                    <a:pt x="92" y="20366"/>
                  </a:cubicBezTo>
                  <a:cubicBezTo>
                    <a:pt x="92" y="20275"/>
                    <a:pt x="92" y="20214"/>
                    <a:pt x="92" y="20153"/>
                  </a:cubicBezTo>
                  <a:lnTo>
                    <a:pt x="92" y="19545"/>
                  </a:lnTo>
                  <a:cubicBezTo>
                    <a:pt x="92" y="19028"/>
                    <a:pt x="92" y="18269"/>
                    <a:pt x="122" y="17326"/>
                  </a:cubicBezTo>
                  <a:cubicBezTo>
                    <a:pt x="152" y="15503"/>
                    <a:pt x="335" y="13496"/>
                    <a:pt x="639" y="10670"/>
                  </a:cubicBezTo>
                  <a:cubicBezTo>
                    <a:pt x="912" y="7995"/>
                    <a:pt x="1307" y="4925"/>
                    <a:pt x="1733" y="2919"/>
                  </a:cubicBezTo>
                  <a:cubicBezTo>
                    <a:pt x="1824" y="2463"/>
                    <a:pt x="1915" y="2068"/>
                    <a:pt x="2006" y="1703"/>
                  </a:cubicBezTo>
                  <a:cubicBezTo>
                    <a:pt x="2067" y="1338"/>
                    <a:pt x="2128" y="1034"/>
                    <a:pt x="2219" y="791"/>
                  </a:cubicBezTo>
                  <a:cubicBezTo>
                    <a:pt x="2280" y="517"/>
                    <a:pt x="2310" y="366"/>
                    <a:pt x="2341" y="214"/>
                  </a:cubicBezTo>
                  <a:cubicBezTo>
                    <a:pt x="2371" y="122"/>
                    <a:pt x="2371" y="62"/>
                    <a:pt x="237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p:nvPr/>
          </p:nvSpPr>
          <p:spPr>
            <a:xfrm>
              <a:off x="247929" y="7451766"/>
              <a:ext cx="235608" cy="490575"/>
            </a:xfrm>
            <a:custGeom>
              <a:rect b="b" l="l" r="r" t="t"/>
              <a:pathLst>
                <a:path extrusionOk="0" h="13861" w="6657">
                  <a:moveTo>
                    <a:pt x="0" y="1"/>
                  </a:moveTo>
                  <a:lnTo>
                    <a:pt x="0" y="1"/>
                  </a:lnTo>
                  <a:cubicBezTo>
                    <a:pt x="608" y="456"/>
                    <a:pt x="1186" y="973"/>
                    <a:pt x="1733" y="1520"/>
                  </a:cubicBezTo>
                  <a:cubicBezTo>
                    <a:pt x="2979" y="2919"/>
                    <a:pt x="3982" y="4499"/>
                    <a:pt x="4681" y="6232"/>
                  </a:cubicBezTo>
                  <a:cubicBezTo>
                    <a:pt x="5107" y="7174"/>
                    <a:pt x="5441" y="8147"/>
                    <a:pt x="5715" y="9119"/>
                  </a:cubicBezTo>
                  <a:cubicBezTo>
                    <a:pt x="5988" y="10031"/>
                    <a:pt x="6171" y="10882"/>
                    <a:pt x="6323" y="11581"/>
                  </a:cubicBezTo>
                  <a:cubicBezTo>
                    <a:pt x="6444" y="12280"/>
                    <a:pt x="6505" y="12858"/>
                    <a:pt x="6566" y="13253"/>
                  </a:cubicBezTo>
                  <a:cubicBezTo>
                    <a:pt x="6566" y="13466"/>
                    <a:pt x="6596" y="13679"/>
                    <a:pt x="6657" y="13861"/>
                  </a:cubicBezTo>
                  <a:cubicBezTo>
                    <a:pt x="6657" y="13679"/>
                    <a:pt x="6657" y="13466"/>
                    <a:pt x="6657" y="13253"/>
                  </a:cubicBezTo>
                  <a:cubicBezTo>
                    <a:pt x="6627" y="12858"/>
                    <a:pt x="6566" y="12280"/>
                    <a:pt x="6444" y="11551"/>
                  </a:cubicBezTo>
                  <a:cubicBezTo>
                    <a:pt x="6323" y="10730"/>
                    <a:pt x="6140" y="9879"/>
                    <a:pt x="5897" y="9089"/>
                  </a:cubicBezTo>
                  <a:cubicBezTo>
                    <a:pt x="5623" y="8086"/>
                    <a:pt x="5289" y="7113"/>
                    <a:pt x="4864" y="6171"/>
                  </a:cubicBezTo>
                  <a:cubicBezTo>
                    <a:pt x="4134" y="4408"/>
                    <a:pt x="3131" y="2827"/>
                    <a:pt x="1824" y="1429"/>
                  </a:cubicBezTo>
                  <a:cubicBezTo>
                    <a:pt x="1611" y="1216"/>
                    <a:pt x="1368" y="973"/>
                    <a:pt x="1125" y="791"/>
                  </a:cubicBezTo>
                  <a:cubicBezTo>
                    <a:pt x="1003" y="700"/>
                    <a:pt x="912" y="608"/>
                    <a:pt x="821" y="517"/>
                  </a:cubicBezTo>
                  <a:lnTo>
                    <a:pt x="547" y="335"/>
                  </a:lnTo>
                  <a:cubicBezTo>
                    <a:pt x="365" y="213"/>
                    <a:pt x="183" y="92"/>
                    <a:pt x="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86" name="Google Shape;586;p42"/>
          <p:cNvPicPr preferRelativeResize="0"/>
          <p:nvPr/>
        </p:nvPicPr>
        <p:blipFill>
          <a:blip r:embed="rId3">
            <a:alphaModFix/>
          </a:blip>
          <a:stretch>
            <a:fillRect/>
          </a:stretch>
        </p:blipFill>
        <p:spPr>
          <a:xfrm>
            <a:off x="3318425" y="3292100"/>
            <a:ext cx="2507127" cy="1650600"/>
          </a:xfrm>
          <a:prstGeom prst="rect">
            <a:avLst/>
          </a:prstGeom>
          <a:noFill/>
          <a:ln>
            <a:noFill/>
          </a:ln>
        </p:spPr>
      </p:pic>
      <p:pic>
        <p:nvPicPr>
          <p:cNvPr id="587" name="Google Shape;587;p42"/>
          <p:cNvPicPr preferRelativeResize="0"/>
          <p:nvPr/>
        </p:nvPicPr>
        <p:blipFill>
          <a:blip r:embed="rId4">
            <a:alphaModFix/>
          </a:blip>
          <a:stretch>
            <a:fillRect/>
          </a:stretch>
        </p:blipFill>
        <p:spPr>
          <a:xfrm>
            <a:off x="304800" y="1353113"/>
            <a:ext cx="1895100" cy="2437267"/>
          </a:xfrm>
          <a:prstGeom prst="rect">
            <a:avLst/>
          </a:prstGeom>
          <a:noFill/>
          <a:ln>
            <a:noFill/>
          </a:ln>
        </p:spPr>
      </p:pic>
      <p:pic>
        <p:nvPicPr>
          <p:cNvPr id="588" name="Google Shape;588;p42"/>
          <p:cNvPicPr preferRelativeResize="0"/>
          <p:nvPr/>
        </p:nvPicPr>
        <p:blipFill>
          <a:blip r:embed="rId5">
            <a:alphaModFix/>
          </a:blip>
          <a:stretch>
            <a:fillRect/>
          </a:stretch>
        </p:blipFill>
        <p:spPr>
          <a:xfrm>
            <a:off x="6627475" y="1709275"/>
            <a:ext cx="2363750" cy="1329608"/>
          </a:xfrm>
          <a:prstGeom prst="rect">
            <a:avLst/>
          </a:prstGeom>
          <a:noFill/>
          <a:ln>
            <a:noFill/>
          </a:ln>
        </p:spPr>
      </p:pic>
      <p:sp>
        <p:nvSpPr>
          <p:cNvPr id="589" name="Google Shape;589;p42"/>
          <p:cNvSpPr txBox="1"/>
          <p:nvPr/>
        </p:nvSpPr>
        <p:spPr>
          <a:xfrm>
            <a:off x="101550" y="0"/>
            <a:ext cx="6630600" cy="6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dk1"/>
                </a:solidFill>
                <a:highlight>
                  <a:schemeClr val="lt1"/>
                </a:highlight>
                <a:latin typeface="Raleway"/>
                <a:ea typeface="Raleway"/>
                <a:cs typeface="Raleway"/>
                <a:sym typeface="Raleway"/>
                <a:hlinkClick r:id="rId6">
                  <a:extLst>
                    <a:ext uri="{A12FA001-AC4F-418D-AE19-62706E023703}">
                      <ahyp:hlinkClr val="tx"/>
                    </a:ext>
                  </a:extLst>
                </a:hlinkClick>
              </a:rPr>
              <a:t>https://www.gettyimages.com/illustrations/face-blindness?family=creative</a:t>
            </a:r>
            <a:endParaRPr sz="1000">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rPr lang="en" sz="1000">
                <a:solidFill>
                  <a:schemeClr val="dk1"/>
                </a:solidFill>
                <a:highlight>
                  <a:schemeClr val="lt1"/>
                </a:highlight>
                <a:latin typeface="Raleway"/>
                <a:ea typeface="Raleway"/>
                <a:cs typeface="Raleway"/>
                <a:sym typeface="Raleway"/>
              </a:rPr>
              <a:t> </a:t>
            </a:r>
            <a:r>
              <a:rPr lang="en" sz="1000" u="sng">
                <a:solidFill>
                  <a:schemeClr val="dk1"/>
                </a:solidFill>
                <a:highlight>
                  <a:schemeClr val="lt1"/>
                </a:highlight>
                <a:latin typeface="Raleway"/>
                <a:ea typeface="Raleway"/>
                <a:cs typeface="Raleway"/>
                <a:sym typeface="Raleway"/>
                <a:hlinkClick r:id="rId7">
                  <a:extLst>
                    <a:ext uri="{A12FA001-AC4F-418D-AE19-62706E023703}">
                      <ahyp:hlinkClr val="tx"/>
                    </a:ext>
                  </a:extLst>
                </a:hlinkClick>
              </a:rPr>
              <a:t>https://www.vecteezy.com/vector-art/2637746-blind-disabled-man</a:t>
            </a:r>
            <a:endParaRPr sz="1000">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rPr lang="en" sz="1000" u="sng">
                <a:solidFill>
                  <a:schemeClr val="dk1"/>
                </a:solidFill>
                <a:highlight>
                  <a:schemeClr val="lt1"/>
                </a:highlight>
                <a:latin typeface="Raleway"/>
                <a:ea typeface="Raleway"/>
                <a:cs typeface="Raleway"/>
                <a:sym typeface="Raleway"/>
                <a:hlinkClick r:id="rId8">
                  <a:extLst>
                    <a:ext uri="{A12FA001-AC4F-418D-AE19-62706E023703}">
                      <ahyp:hlinkClr val="tx"/>
                    </a:ext>
                  </a:extLst>
                </a:hlinkClick>
              </a:rPr>
              <a:t>https://insighteye.com.au/different-types-cataracts/</a:t>
            </a:r>
            <a:endParaRPr sz="1000">
              <a:solidFill>
                <a:schemeClr val="dk1"/>
              </a:solidFill>
              <a:highlight>
                <a:schemeClr val="lt1"/>
              </a:highlight>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3"/>
          <p:cNvSpPr txBox="1"/>
          <p:nvPr>
            <p:ph type="title"/>
          </p:nvPr>
        </p:nvSpPr>
        <p:spPr>
          <a:xfrm>
            <a:off x="723900" y="355425"/>
            <a:ext cx="3067800" cy="8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Stakeholders?</a:t>
            </a:r>
            <a:endParaRPr/>
          </a:p>
        </p:txBody>
      </p:sp>
      <p:sp>
        <p:nvSpPr>
          <p:cNvPr id="595" name="Google Shape;595;p43"/>
          <p:cNvSpPr txBox="1"/>
          <p:nvPr>
            <p:ph idx="1" type="subTitle"/>
          </p:nvPr>
        </p:nvSpPr>
        <p:spPr>
          <a:xfrm>
            <a:off x="723900" y="919550"/>
            <a:ext cx="3067800" cy="15759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AutoNum type="arabicPeriod"/>
            </a:pPr>
            <a:r>
              <a:rPr lang="en"/>
              <a:t>Patients</a:t>
            </a:r>
            <a:endParaRPr/>
          </a:p>
          <a:p>
            <a:pPr indent="-406400" lvl="0" marL="457200" rtl="0" algn="l">
              <a:spcBef>
                <a:spcPts val="0"/>
              </a:spcBef>
              <a:spcAft>
                <a:spcPts val="0"/>
              </a:spcAft>
              <a:buSzPts val="2800"/>
              <a:buAutoNum type="arabicPeriod"/>
            </a:pPr>
            <a:r>
              <a:rPr lang="en"/>
              <a:t>Surgeons</a:t>
            </a:r>
            <a:endParaRPr/>
          </a:p>
          <a:p>
            <a:pPr indent="-406400" lvl="0" marL="457200" rtl="0" algn="l">
              <a:spcBef>
                <a:spcPts val="0"/>
              </a:spcBef>
              <a:spcAft>
                <a:spcPts val="0"/>
              </a:spcAft>
              <a:buSzPts val="2800"/>
              <a:buAutoNum type="arabicPeriod"/>
            </a:pPr>
            <a:r>
              <a:rPr lang="en"/>
              <a:t>Manufacturers</a:t>
            </a:r>
            <a:endParaRPr/>
          </a:p>
        </p:txBody>
      </p:sp>
      <p:sp>
        <p:nvSpPr>
          <p:cNvPr id="596" name="Google Shape;596;p43"/>
          <p:cNvSpPr txBox="1"/>
          <p:nvPr>
            <p:ph type="title"/>
          </p:nvPr>
        </p:nvSpPr>
        <p:spPr>
          <a:xfrm>
            <a:off x="723900" y="2738388"/>
            <a:ext cx="3067800" cy="8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Gap?</a:t>
            </a:r>
            <a:endParaRPr/>
          </a:p>
        </p:txBody>
      </p:sp>
      <p:sp>
        <p:nvSpPr>
          <p:cNvPr id="597" name="Google Shape;597;p43"/>
          <p:cNvSpPr txBox="1"/>
          <p:nvPr>
            <p:ph idx="1" type="subTitle"/>
          </p:nvPr>
        </p:nvSpPr>
        <p:spPr>
          <a:xfrm>
            <a:off x="723900" y="3381338"/>
            <a:ext cx="2699700" cy="11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Inefficient methods for </a:t>
            </a:r>
            <a:r>
              <a:rPr lang="en"/>
              <a:t>particulate counting in handpiece manufacturing </a:t>
            </a:r>
            <a:endParaRPr/>
          </a:p>
        </p:txBody>
      </p:sp>
      <p:pic>
        <p:nvPicPr>
          <p:cNvPr id="598" name="Google Shape;598;p43"/>
          <p:cNvPicPr preferRelativeResize="0"/>
          <p:nvPr/>
        </p:nvPicPr>
        <p:blipFill>
          <a:blip r:embed="rId3">
            <a:alphaModFix/>
          </a:blip>
          <a:stretch>
            <a:fillRect/>
          </a:stretch>
        </p:blipFill>
        <p:spPr>
          <a:xfrm>
            <a:off x="3315938" y="2738400"/>
            <a:ext cx="2699786" cy="1799875"/>
          </a:xfrm>
          <a:prstGeom prst="rect">
            <a:avLst/>
          </a:prstGeom>
          <a:noFill/>
          <a:ln>
            <a:noFill/>
          </a:ln>
        </p:spPr>
      </p:pic>
      <p:pic>
        <p:nvPicPr>
          <p:cNvPr id="599" name="Google Shape;599;p43"/>
          <p:cNvPicPr preferRelativeResize="0"/>
          <p:nvPr/>
        </p:nvPicPr>
        <p:blipFill rotWithShape="1">
          <a:blip r:embed="rId4">
            <a:alphaModFix/>
          </a:blip>
          <a:srcRect b="0" l="6465" r="1045" t="0"/>
          <a:stretch/>
        </p:blipFill>
        <p:spPr>
          <a:xfrm>
            <a:off x="6361950" y="563475"/>
            <a:ext cx="2615174" cy="1889700"/>
          </a:xfrm>
          <a:prstGeom prst="rect">
            <a:avLst/>
          </a:prstGeom>
          <a:noFill/>
          <a:ln>
            <a:noFill/>
          </a:ln>
        </p:spPr>
      </p:pic>
      <p:pic>
        <p:nvPicPr>
          <p:cNvPr id="600" name="Google Shape;600;p43"/>
          <p:cNvPicPr preferRelativeResize="0"/>
          <p:nvPr/>
        </p:nvPicPr>
        <p:blipFill rotWithShape="1">
          <a:blip r:embed="rId5">
            <a:alphaModFix/>
          </a:blip>
          <a:srcRect b="0" l="9368" r="9376" t="0"/>
          <a:stretch/>
        </p:blipFill>
        <p:spPr>
          <a:xfrm>
            <a:off x="3315951" y="534061"/>
            <a:ext cx="2898151" cy="1889730"/>
          </a:xfrm>
          <a:prstGeom prst="rect">
            <a:avLst/>
          </a:prstGeom>
          <a:noFill/>
          <a:ln>
            <a:noFill/>
          </a:ln>
        </p:spPr>
      </p:pic>
      <p:sp>
        <p:nvSpPr>
          <p:cNvPr id="601" name="Google Shape;601;p43"/>
          <p:cNvSpPr txBox="1"/>
          <p:nvPr/>
        </p:nvSpPr>
        <p:spPr>
          <a:xfrm>
            <a:off x="3486300" y="4574150"/>
            <a:ext cx="5657700" cy="6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dk1"/>
                </a:solidFill>
                <a:highlight>
                  <a:schemeClr val="lt1"/>
                </a:highlight>
                <a:latin typeface="Raleway"/>
                <a:ea typeface="Raleway"/>
                <a:cs typeface="Raleway"/>
                <a:sym typeface="Raleway"/>
              </a:rPr>
              <a:t>https://www.istockphoto.com/photos/slow-progress</a:t>
            </a:r>
            <a:endParaRPr sz="1000" u="sng">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rPr lang="en" sz="1000" u="sng">
                <a:solidFill>
                  <a:schemeClr val="dk1"/>
                </a:solidFill>
                <a:highlight>
                  <a:schemeClr val="lt1"/>
                </a:highlight>
                <a:latin typeface="Raleway"/>
                <a:ea typeface="Raleway"/>
                <a:cs typeface="Raleway"/>
                <a:sym typeface="Raleway"/>
              </a:rPr>
              <a:t>https://www.pekoprecision.com/blog/medical-device-manufacturing-critical-processes/</a:t>
            </a:r>
            <a:endParaRPr sz="1000" u="sng">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rPr lang="en" sz="1000" u="sng">
                <a:solidFill>
                  <a:schemeClr val="dk1"/>
                </a:solidFill>
                <a:highlight>
                  <a:schemeClr val="lt1"/>
                </a:highlight>
                <a:latin typeface="Raleway"/>
                <a:ea typeface="Raleway"/>
                <a:cs typeface="Raleway"/>
                <a:sym typeface="Raleway"/>
              </a:rPr>
              <a:t>https://www.istockphoto.com/photos/eye-doctor-and-patient</a:t>
            </a:r>
            <a:endParaRPr sz="1000" u="sng">
              <a:solidFill>
                <a:schemeClr val="dk1"/>
              </a:solidFill>
              <a:highlight>
                <a:schemeClr val="lt1"/>
              </a:highlight>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criteria</a:t>
            </a:r>
            <a:endParaRPr/>
          </a:p>
        </p:txBody>
      </p:sp>
      <p:grpSp>
        <p:nvGrpSpPr>
          <p:cNvPr id="607" name="Google Shape;607;p44"/>
          <p:cNvGrpSpPr/>
          <p:nvPr/>
        </p:nvGrpSpPr>
        <p:grpSpPr>
          <a:xfrm flipH="1">
            <a:off x="7927951" y="3810849"/>
            <a:ext cx="1019450" cy="1379152"/>
            <a:chOff x="3231057" y="5846468"/>
            <a:chExt cx="1701919" cy="2302424"/>
          </a:xfrm>
        </p:grpSpPr>
        <p:sp>
          <p:nvSpPr>
            <p:cNvPr id="608" name="Google Shape;608;p44"/>
            <p:cNvSpPr/>
            <p:nvPr/>
          </p:nvSpPr>
          <p:spPr>
            <a:xfrm>
              <a:off x="3231057" y="5846468"/>
              <a:ext cx="1594326" cy="2294779"/>
            </a:xfrm>
            <a:custGeom>
              <a:rect b="b" l="l" r="r" t="t"/>
              <a:pathLst>
                <a:path extrusionOk="0" h="64838" w="45047">
                  <a:moveTo>
                    <a:pt x="7664" y="0"/>
                  </a:moveTo>
                  <a:cubicBezTo>
                    <a:pt x="5622" y="0"/>
                    <a:pt x="3546" y="1052"/>
                    <a:pt x="2736" y="2925"/>
                  </a:cubicBezTo>
                  <a:cubicBezTo>
                    <a:pt x="1763" y="5175"/>
                    <a:pt x="2736" y="7789"/>
                    <a:pt x="3952" y="9916"/>
                  </a:cubicBezTo>
                  <a:cubicBezTo>
                    <a:pt x="5715" y="13108"/>
                    <a:pt x="7934" y="16026"/>
                    <a:pt x="10517" y="18549"/>
                  </a:cubicBezTo>
                  <a:cubicBezTo>
                    <a:pt x="10973" y="19005"/>
                    <a:pt x="11490" y="19521"/>
                    <a:pt x="11612" y="20160"/>
                  </a:cubicBezTo>
                  <a:cubicBezTo>
                    <a:pt x="11794" y="21345"/>
                    <a:pt x="10548" y="22257"/>
                    <a:pt x="9393" y="22470"/>
                  </a:cubicBezTo>
                  <a:cubicBezTo>
                    <a:pt x="9084" y="22520"/>
                    <a:pt x="8773" y="22540"/>
                    <a:pt x="8462" y="22540"/>
                  </a:cubicBezTo>
                  <a:cubicBezTo>
                    <a:pt x="7455" y="22540"/>
                    <a:pt x="6439" y="22334"/>
                    <a:pt x="5441" y="22287"/>
                  </a:cubicBezTo>
                  <a:cubicBezTo>
                    <a:pt x="5342" y="22283"/>
                    <a:pt x="5243" y="22280"/>
                    <a:pt x="5142" y="22280"/>
                  </a:cubicBezTo>
                  <a:cubicBezTo>
                    <a:pt x="3888" y="22280"/>
                    <a:pt x="2563" y="22646"/>
                    <a:pt x="1915" y="23716"/>
                  </a:cubicBezTo>
                  <a:cubicBezTo>
                    <a:pt x="973" y="25327"/>
                    <a:pt x="2098" y="27333"/>
                    <a:pt x="3314" y="28731"/>
                  </a:cubicBezTo>
                  <a:cubicBezTo>
                    <a:pt x="5745" y="31528"/>
                    <a:pt x="8663" y="33868"/>
                    <a:pt x="11885" y="35692"/>
                  </a:cubicBezTo>
                  <a:cubicBezTo>
                    <a:pt x="13040" y="36330"/>
                    <a:pt x="14287" y="36938"/>
                    <a:pt x="15138" y="37971"/>
                  </a:cubicBezTo>
                  <a:cubicBezTo>
                    <a:pt x="15989" y="39005"/>
                    <a:pt x="16353" y="40585"/>
                    <a:pt x="15563" y="41680"/>
                  </a:cubicBezTo>
                  <a:cubicBezTo>
                    <a:pt x="15046" y="42376"/>
                    <a:pt x="14189" y="42682"/>
                    <a:pt x="13301" y="42682"/>
                  </a:cubicBezTo>
                  <a:cubicBezTo>
                    <a:pt x="12833" y="42682"/>
                    <a:pt x="12356" y="42597"/>
                    <a:pt x="11916" y="42440"/>
                  </a:cubicBezTo>
                  <a:cubicBezTo>
                    <a:pt x="10669" y="41984"/>
                    <a:pt x="9636" y="41102"/>
                    <a:pt x="8481" y="40464"/>
                  </a:cubicBezTo>
                  <a:cubicBezTo>
                    <a:pt x="7380" y="39828"/>
                    <a:pt x="6065" y="39438"/>
                    <a:pt x="4804" y="39438"/>
                  </a:cubicBezTo>
                  <a:cubicBezTo>
                    <a:pt x="3592" y="39438"/>
                    <a:pt x="2429" y="39798"/>
                    <a:pt x="1551" y="40646"/>
                  </a:cubicBezTo>
                  <a:cubicBezTo>
                    <a:pt x="396" y="41801"/>
                    <a:pt x="1" y="43595"/>
                    <a:pt x="244" y="45236"/>
                  </a:cubicBezTo>
                  <a:cubicBezTo>
                    <a:pt x="487" y="46877"/>
                    <a:pt x="1277" y="48367"/>
                    <a:pt x="2128" y="49765"/>
                  </a:cubicBezTo>
                  <a:cubicBezTo>
                    <a:pt x="5107" y="54659"/>
                    <a:pt x="9271" y="58884"/>
                    <a:pt x="14287" y="61589"/>
                  </a:cubicBezTo>
                  <a:cubicBezTo>
                    <a:pt x="18084" y="63614"/>
                    <a:pt x="21794" y="64838"/>
                    <a:pt x="25799" y="64838"/>
                  </a:cubicBezTo>
                  <a:cubicBezTo>
                    <a:pt x="27084" y="64838"/>
                    <a:pt x="28400" y="64712"/>
                    <a:pt x="29758" y="64446"/>
                  </a:cubicBezTo>
                  <a:lnTo>
                    <a:pt x="29788" y="64446"/>
                  </a:lnTo>
                  <a:cubicBezTo>
                    <a:pt x="39393" y="59795"/>
                    <a:pt x="43132" y="48914"/>
                    <a:pt x="44378" y="38822"/>
                  </a:cubicBezTo>
                  <a:cubicBezTo>
                    <a:pt x="44591" y="37120"/>
                    <a:pt x="45047" y="35388"/>
                    <a:pt x="44500" y="33777"/>
                  </a:cubicBezTo>
                  <a:cubicBezTo>
                    <a:pt x="44003" y="32390"/>
                    <a:pt x="42673" y="31252"/>
                    <a:pt x="41285" y="31252"/>
                  </a:cubicBezTo>
                  <a:cubicBezTo>
                    <a:pt x="41060" y="31252"/>
                    <a:pt x="40834" y="31282"/>
                    <a:pt x="40609" y="31345"/>
                  </a:cubicBezTo>
                  <a:cubicBezTo>
                    <a:pt x="39272" y="31740"/>
                    <a:pt x="38482" y="33108"/>
                    <a:pt x="37600" y="34202"/>
                  </a:cubicBezTo>
                  <a:cubicBezTo>
                    <a:pt x="36415" y="35631"/>
                    <a:pt x="34834" y="36725"/>
                    <a:pt x="33071" y="37333"/>
                  </a:cubicBezTo>
                  <a:cubicBezTo>
                    <a:pt x="32517" y="37508"/>
                    <a:pt x="31915" y="37634"/>
                    <a:pt x="31330" y="37634"/>
                  </a:cubicBezTo>
                  <a:cubicBezTo>
                    <a:pt x="30695" y="37634"/>
                    <a:pt x="30082" y="37485"/>
                    <a:pt x="29576" y="37090"/>
                  </a:cubicBezTo>
                  <a:cubicBezTo>
                    <a:pt x="28269" y="36057"/>
                    <a:pt x="28390" y="34050"/>
                    <a:pt x="28664" y="32348"/>
                  </a:cubicBezTo>
                  <a:cubicBezTo>
                    <a:pt x="29180" y="29248"/>
                    <a:pt x="29697" y="26148"/>
                    <a:pt x="30214" y="23047"/>
                  </a:cubicBezTo>
                  <a:cubicBezTo>
                    <a:pt x="30487" y="21375"/>
                    <a:pt x="30761" y="19673"/>
                    <a:pt x="30518" y="18002"/>
                  </a:cubicBezTo>
                  <a:cubicBezTo>
                    <a:pt x="30244" y="16330"/>
                    <a:pt x="29332" y="14688"/>
                    <a:pt x="27813" y="13989"/>
                  </a:cubicBezTo>
                  <a:cubicBezTo>
                    <a:pt x="27391" y="13795"/>
                    <a:pt x="26925" y="13702"/>
                    <a:pt x="26459" y="13702"/>
                  </a:cubicBezTo>
                  <a:cubicBezTo>
                    <a:pt x="25244" y="13702"/>
                    <a:pt x="24027" y="14336"/>
                    <a:pt x="23588" y="15479"/>
                  </a:cubicBezTo>
                  <a:cubicBezTo>
                    <a:pt x="23344" y="16117"/>
                    <a:pt x="23375" y="16846"/>
                    <a:pt x="23192" y="17546"/>
                  </a:cubicBezTo>
                  <a:cubicBezTo>
                    <a:pt x="23040" y="18214"/>
                    <a:pt x="22615" y="18944"/>
                    <a:pt x="21916" y="19035"/>
                  </a:cubicBezTo>
                  <a:cubicBezTo>
                    <a:pt x="21866" y="19041"/>
                    <a:pt x="21818" y="19045"/>
                    <a:pt x="21769" y="19045"/>
                  </a:cubicBezTo>
                  <a:cubicBezTo>
                    <a:pt x="21136" y="19045"/>
                    <a:pt x="20609" y="18508"/>
                    <a:pt x="20214" y="17971"/>
                  </a:cubicBezTo>
                  <a:cubicBezTo>
                    <a:pt x="18755" y="15995"/>
                    <a:pt x="17934" y="13655"/>
                    <a:pt x="17174" y="11315"/>
                  </a:cubicBezTo>
                  <a:cubicBezTo>
                    <a:pt x="16414" y="8974"/>
                    <a:pt x="15715" y="6603"/>
                    <a:pt x="14438" y="4506"/>
                  </a:cubicBezTo>
                  <a:cubicBezTo>
                    <a:pt x="13162" y="2439"/>
                    <a:pt x="11247" y="646"/>
                    <a:pt x="8876" y="129"/>
                  </a:cubicBezTo>
                  <a:cubicBezTo>
                    <a:pt x="8480" y="43"/>
                    <a:pt x="8073" y="0"/>
                    <a:pt x="7664"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4"/>
            <p:cNvSpPr/>
            <p:nvPr/>
          </p:nvSpPr>
          <p:spPr>
            <a:xfrm>
              <a:off x="3426848" y="5882215"/>
              <a:ext cx="826238" cy="2265615"/>
            </a:xfrm>
            <a:custGeom>
              <a:rect b="b" l="l" r="r" t="t"/>
              <a:pathLst>
                <a:path extrusionOk="0" h="64014" w="23345">
                  <a:moveTo>
                    <a:pt x="1" y="0"/>
                  </a:moveTo>
                  <a:lnTo>
                    <a:pt x="1" y="0"/>
                  </a:lnTo>
                  <a:cubicBezTo>
                    <a:pt x="31" y="61"/>
                    <a:pt x="61" y="122"/>
                    <a:pt x="122" y="183"/>
                  </a:cubicBezTo>
                  <a:lnTo>
                    <a:pt x="548" y="700"/>
                  </a:lnTo>
                  <a:cubicBezTo>
                    <a:pt x="943" y="1155"/>
                    <a:pt x="1490" y="1855"/>
                    <a:pt x="2159" y="2736"/>
                  </a:cubicBezTo>
                  <a:cubicBezTo>
                    <a:pt x="4134" y="5228"/>
                    <a:pt x="5897" y="7873"/>
                    <a:pt x="7448" y="10608"/>
                  </a:cubicBezTo>
                  <a:cubicBezTo>
                    <a:pt x="8451" y="12371"/>
                    <a:pt x="9454" y="14317"/>
                    <a:pt x="10487" y="16444"/>
                  </a:cubicBezTo>
                  <a:cubicBezTo>
                    <a:pt x="11521" y="18572"/>
                    <a:pt x="12645" y="20852"/>
                    <a:pt x="13709" y="23283"/>
                  </a:cubicBezTo>
                  <a:cubicBezTo>
                    <a:pt x="14834" y="25806"/>
                    <a:pt x="15837" y="28420"/>
                    <a:pt x="16688" y="31065"/>
                  </a:cubicBezTo>
                  <a:cubicBezTo>
                    <a:pt x="17144" y="32463"/>
                    <a:pt x="17478" y="33861"/>
                    <a:pt x="17873" y="35320"/>
                  </a:cubicBezTo>
                  <a:cubicBezTo>
                    <a:pt x="18238" y="36779"/>
                    <a:pt x="18603" y="38268"/>
                    <a:pt x="18967" y="39758"/>
                  </a:cubicBezTo>
                  <a:cubicBezTo>
                    <a:pt x="20426" y="45351"/>
                    <a:pt x="21582" y="51035"/>
                    <a:pt x="22402" y="56779"/>
                  </a:cubicBezTo>
                  <a:cubicBezTo>
                    <a:pt x="23071" y="62068"/>
                    <a:pt x="22919" y="59940"/>
                    <a:pt x="22676" y="64013"/>
                  </a:cubicBezTo>
                  <a:lnTo>
                    <a:pt x="22919" y="63983"/>
                  </a:lnTo>
                  <a:cubicBezTo>
                    <a:pt x="23162" y="59940"/>
                    <a:pt x="23344" y="62038"/>
                    <a:pt x="22676" y="56719"/>
                  </a:cubicBezTo>
                  <a:cubicBezTo>
                    <a:pt x="21885" y="50974"/>
                    <a:pt x="20730" y="45290"/>
                    <a:pt x="19302" y="39697"/>
                  </a:cubicBezTo>
                  <a:cubicBezTo>
                    <a:pt x="18907" y="38177"/>
                    <a:pt x="18542" y="36718"/>
                    <a:pt x="18177" y="35259"/>
                  </a:cubicBezTo>
                  <a:cubicBezTo>
                    <a:pt x="17812" y="33800"/>
                    <a:pt x="17448" y="32372"/>
                    <a:pt x="16992" y="30973"/>
                  </a:cubicBezTo>
                  <a:cubicBezTo>
                    <a:pt x="16141" y="28329"/>
                    <a:pt x="15138" y="25715"/>
                    <a:pt x="13983" y="23162"/>
                  </a:cubicBezTo>
                  <a:cubicBezTo>
                    <a:pt x="12919" y="20730"/>
                    <a:pt x="11794" y="18451"/>
                    <a:pt x="10730" y="16323"/>
                  </a:cubicBezTo>
                  <a:cubicBezTo>
                    <a:pt x="9697" y="14195"/>
                    <a:pt x="8663" y="12250"/>
                    <a:pt x="7630" y="10517"/>
                  </a:cubicBezTo>
                  <a:cubicBezTo>
                    <a:pt x="6049" y="7751"/>
                    <a:pt x="4256" y="5137"/>
                    <a:pt x="2280" y="2645"/>
                  </a:cubicBezTo>
                  <a:cubicBezTo>
                    <a:pt x="1551" y="1794"/>
                    <a:pt x="1004" y="1125"/>
                    <a:pt x="608" y="669"/>
                  </a:cubicBezTo>
                  <a:lnTo>
                    <a:pt x="153" y="183"/>
                  </a:lnTo>
                  <a:cubicBezTo>
                    <a:pt x="92" y="122"/>
                    <a:pt x="61" y="61"/>
                    <a:pt x="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4"/>
            <p:cNvSpPr/>
            <p:nvPr/>
          </p:nvSpPr>
          <p:spPr>
            <a:xfrm>
              <a:off x="4026043" y="6341574"/>
              <a:ext cx="189385" cy="635826"/>
            </a:xfrm>
            <a:custGeom>
              <a:rect b="b" l="l" r="r" t="t"/>
              <a:pathLst>
                <a:path extrusionOk="0" h="17965" w="5351">
                  <a:moveTo>
                    <a:pt x="5351" y="0"/>
                  </a:moveTo>
                  <a:lnTo>
                    <a:pt x="5351" y="0"/>
                  </a:lnTo>
                  <a:cubicBezTo>
                    <a:pt x="5229" y="213"/>
                    <a:pt x="5107" y="456"/>
                    <a:pt x="5016" y="669"/>
                  </a:cubicBezTo>
                  <a:cubicBezTo>
                    <a:pt x="4834" y="1125"/>
                    <a:pt x="4591" y="1763"/>
                    <a:pt x="4287" y="2554"/>
                  </a:cubicBezTo>
                  <a:cubicBezTo>
                    <a:pt x="3709" y="4165"/>
                    <a:pt x="3041" y="6414"/>
                    <a:pt x="2372" y="8906"/>
                  </a:cubicBezTo>
                  <a:cubicBezTo>
                    <a:pt x="1703" y="11429"/>
                    <a:pt x="1126" y="13618"/>
                    <a:pt x="670" y="15320"/>
                  </a:cubicBezTo>
                  <a:lnTo>
                    <a:pt x="153" y="17265"/>
                  </a:lnTo>
                  <a:cubicBezTo>
                    <a:pt x="62" y="17478"/>
                    <a:pt x="1" y="17721"/>
                    <a:pt x="1" y="17964"/>
                  </a:cubicBezTo>
                  <a:cubicBezTo>
                    <a:pt x="92" y="17751"/>
                    <a:pt x="183" y="17508"/>
                    <a:pt x="275" y="17265"/>
                  </a:cubicBezTo>
                  <a:cubicBezTo>
                    <a:pt x="427" y="16839"/>
                    <a:pt x="639" y="16171"/>
                    <a:pt x="882" y="15380"/>
                  </a:cubicBezTo>
                  <a:cubicBezTo>
                    <a:pt x="1399" y="13770"/>
                    <a:pt x="2007" y="11490"/>
                    <a:pt x="2676" y="8997"/>
                  </a:cubicBezTo>
                  <a:cubicBezTo>
                    <a:pt x="3344" y="6475"/>
                    <a:pt x="3983" y="4225"/>
                    <a:pt x="4500" y="2614"/>
                  </a:cubicBezTo>
                  <a:cubicBezTo>
                    <a:pt x="4773" y="1824"/>
                    <a:pt x="4986" y="1155"/>
                    <a:pt x="5138" y="730"/>
                  </a:cubicBezTo>
                  <a:cubicBezTo>
                    <a:pt x="5229" y="487"/>
                    <a:pt x="5290" y="243"/>
                    <a:pt x="535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4"/>
            <p:cNvSpPr/>
            <p:nvPr/>
          </p:nvSpPr>
          <p:spPr>
            <a:xfrm>
              <a:off x="3288074" y="6714859"/>
              <a:ext cx="736943" cy="262542"/>
            </a:xfrm>
            <a:custGeom>
              <a:rect b="b" l="l" r="r" t="t"/>
              <a:pathLst>
                <a:path extrusionOk="0" h="7418" w="20822">
                  <a:moveTo>
                    <a:pt x="1" y="1"/>
                  </a:moveTo>
                  <a:lnTo>
                    <a:pt x="1" y="1"/>
                  </a:lnTo>
                  <a:cubicBezTo>
                    <a:pt x="274" y="92"/>
                    <a:pt x="578" y="183"/>
                    <a:pt x="852" y="244"/>
                  </a:cubicBezTo>
                  <a:cubicBezTo>
                    <a:pt x="1399" y="365"/>
                    <a:pt x="2189" y="578"/>
                    <a:pt x="3131" y="852"/>
                  </a:cubicBezTo>
                  <a:cubicBezTo>
                    <a:pt x="5046" y="1368"/>
                    <a:pt x="7691" y="2189"/>
                    <a:pt x="10578" y="3223"/>
                  </a:cubicBezTo>
                  <a:cubicBezTo>
                    <a:pt x="13466" y="4256"/>
                    <a:pt x="16019" y="5289"/>
                    <a:pt x="17843" y="6110"/>
                  </a:cubicBezTo>
                  <a:cubicBezTo>
                    <a:pt x="18785" y="6505"/>
                    <a:pt x="19515" y="6840"/>
                    <a:pt x="20031" y="7083"/>
                  </a:cubicBezTo>
                  <a:cubicBezTo>
                    <a:pt x="20274" y="7235"/>
                    <a:pt x="20548" y="7326"/>
                    <a:pt x="20822" y="7417"/>
                  </a:cubicBezTo>
                  <a:cubicBezTo>
                    <a:pt x="20578" y="7265"/>
                    <a:pt x="20335" y="7113"/>
                    <a:pt x="20062" y="6992"/>
                  </a:cubicBezTo>
                  <a:cubicBezTo>
                    <a:pt x="19575" y="6718"/>
                    <a:pt x="18846" y="6323"/>
                    <a:pt x="17934" y="5897"/>
                  </a:cubicBezTo>
                  <a:cubicBezTo>
                    <a:pt x="16110" y="5046"/>
                    <a:pt x="13557" y="3952"/>
                    <a:pt x="10669" y="2919"/>
                  </a:cubicBezTo>
                  <a:cubicBezTo>
                    <a:pt x="8207" y="2037"/>
                    <a:pt x="5715" y="1277"/>
                    <a:pt x="3192" y="639"/>
                  </a:cubicBezTo>
                  <a:cubicBezTo>
                    <a:pt x="2219" y="396"/>
                    <a:pt x="1399" y="244"/>
                    <a:pt x="852" y="122"/>
                  </a:cubicBezTo>
                  <a:cubicBezTo>
                    <a:pt x="578" y="61"/>
                    <a:pt x="304" y="31"/>
                    <a:pt x="1"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4"/>
            <p:cNvSpPr/>
            <p:nvPr/>
          </p:nvSpPr>
          <p:spPr>
            <a:xfrm>
              <a:off x="4221834" y="6964446"/>
              <a:ext cx="536869" cy="910118"/>
            </a:xfrm>
            <a:custGeom>
              <a:rect b="b" l="l" r="r" t="t"/>
              <a:pathLst>
                <a:path extrusionOk="0" h="25715" w="15169">
                  <a:moveTo>
                    <a:pt x="15168" y="0"/>
                  </a:moveTo>
                  <a:lnTo>
                    <a:pt x="15168" y="0"/>
                  </a:lnTo>
                  <a:cubicBezTo>
                    <a:pt x="15168" y="0"/>
                    <a:pt x="15108" y="92"/>
                    <a:pt x="14986" y="244"/>
                  </a:cubicBezTo>
                  <a:cubicBezTo>
                    <a:pt x="14864" y="395"/>
                    <a:pt x="14682" y="669"/>
                    <a:pt x="14500" y="973"/>
                  </a:cubicBezTo>
                  <a:cubicBezTo>
                    <a:pt x="14074" y="1581"/>
                    <a:pt x="13497" y="2523"/>
                    <a:pt x="12767" y="3648"/>
                  </a:cubicBezTo>
                  <a:cubicBezTo>
                    <a:pt x="11339" y="5927"/>
                    <a:pt x="9484" y="9180"/>
                    <a:pt x="7448" y="12766"/>
                  </a:cubicBezTo>
                  <a:cubicBezTo>
                    <a:pt x="5442" y="16353"/>
                    <a:pt x="3588" y="19605"/>
                    <a:pt x="2220" y="21916"/>
                  </a:cubicBezTo>
                  <a:cubicBezTo>
                    <a:pt x="1551" y="23071"/>
                    <a:pt x="1004" y="23982"/>
                    <a:pt x="579" y="24682"/>
                  </a:cubicBezTo>
                  <a:cubicBezTo>
                    <a:pt x="396" y="24955"/>
                    <a:pt x="275" y="25229"/>
                    <a:pt x="153" y="25441"/>
                  </a:cubicBezTo>
                  <a:cubicBezTo>
                    <a:pt x="92" y="25533"/>
                    <a:pt x="31" y="25624"/>
                    <a:pt x="1" y="25715"/>
                  </a:cubicBezTo>
                  <a:cubicBezTo>
                    <a:pt x="92" y="25654"/>
                    <a:pt x="153" y="25563"/>
                    <a:pt x="183" y="25472"/>
                  </a:cubicBezTo>
                  <a:lnTo>
                    <a:pt x="700" y="24742"/>
                  </a:lnTo>
                  <a:cubicBezTo>
                    <a:pt x="1126" y="24134"/>
                    <a:pt x="1703" y="23223"/>
                    <a:pt x="2402" y="22068"/>
                  </a:cubicBezTo>
                  <a:cubicBezTo>
                    <a:pt x="3831" y="19788"/>
                    <a:pt x="5715" y="16536"/>
                    <a:pt x="7721" y="12949"/>
                  </a:cubicBezTo>
                  <a:cubicBezTo>
                    <a:pt x="9758" y="9362"/>
                    <a:pt x="11582" y="6110"/>
                    <a:pt x="12950" y="3800"/>
                  </a:cubicBezTo>
                  <a:lnTo>
                    <a:pt x="14591" y="1034"/>
                  </a:lnTo>
                  <a:lnTo>
                    <a:pt x="15047" y="274"/>
                  </a:lnTo>
                  <a:cubicBezTo>
                    <a:pt x="15108" y="183"/>
                    <a:pt x="15138" y="92"/>
                    <a:pt x="15168"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4"/>
            <p:cNvSpPr/>
            <p:nvPr/>
          </p:nvSpPr>
          <p:spPr>
            <a:xfrm>
              <a:off x="3264397" y="7388307"/>
              <a:ext cx="957473" cy="486258"/>
            </a:xfrm>
            <a:custGeom>
              <a:rect b="b" l="l" r="r" t="t"/>
              <a:pathLst>
                <a:path extrusionOk="0" h="13739" w="27053">
                  <a:moveTo>
                    <a:pt x="1" y="0"/>
                  </a:moveTo>
                  <a:lnTo>
                    <a:pt x="1" y="0"/>
                  </a:lnTo>
                  <a:cubicBezTo>
                    <a:pt x="92" y="61"/>
                    <a:pt x="183" y="122"/>
                    <a:pt x="274" y="152"/>
                  </a:cubicBezTo>
                  <a:lnTo>
                    <a:pt x="1034" y="578"/>
                  </a:lnTo>
                  <a:lnTo>
                    <a:pt x="3952" y="2067"/>
                  </a:lnTo>
                  <a:cubicBezTo>
                    <a:pt x="6384" y="3313"/>
                    <a:pt x="9758" y="5076"/>
                    <a:pt x="13436" y="7022"/>
                  </a:cubicBezTo>
                  <a:cubicBezTo>
                    <a:pt x="17144" y="8937"/>
                    <a:pt x="20518" y="10699"/>
                    <a:pt x="23010" y="11885"/>
                  </a:cubicBezTo>
                  <a:cubicBezTo>
                    <a:pt x="24226" y="12493"/>
                    <a:pt x="25229" y="12949"/>
                    <a:pt x="25928" y="13283"/>
                  </a:cubicBezTo>
                  <a:lnTo>
                    <a:pt x="26749" y="13617"/>
                  </a:lnTo>
                  <a:cubicBezTo>
                    <a:pt x="26840" y="13678"/>
                    <a:pt x="26931" y="13709"/>
                    <a:pt x="27053" y="13739"/>
                  </a:cubicBezTo>
                  <a:cubicBezTo>
                    <a:pt x="27053" y="13739"/>
                    <a:pt x="26962" y="13678"/>
                    <a:pt x="26779" y="13587"/>
                  </a:cubicBezTo>
                  <a:lnTo>
                    <a:pt x="26020" y="13161"/>
                  </a:lnTo>
                  <a:lnTo>
                    <a:pt x="23132" y="11703"/>
                  </a:lnTo>
                  <a:cubicBezTo>
                    <a:pt x="20670" y="10456"/>
                    <a:pt x="17326" y="8693"/>
                    <a:pt x="13618" y="6718"/>
                  </a:cubicBezTo>
                  <a:cubicBezTo>
                    <a:pt x="9940" y="4772"/>
                    <a:pt x="6536" y="3040"/>
                    <a:pt x="4074" y="1854"/>
                  </a:cubicBezTo>
                  <a:cubicBezTo>
                    <a:pt x="2828" y="1246"/>
                    <a:pt x="1825" y="790"/>
                    <a:pt x="1125" y="456"/>
                  </a:cubicBezTo>
                  <a:lnTo>
                    <a:pt x="335" y="122"/>
                  </a:lnTo>
                  <a:cubicBezTo>
                    <a:pt x="214" y="61"/>
                    <a:pt x="122" y="31"/>
                    <a:pt x="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4"/>
            <p:cNvSpPr/>
            <p:nvPr/>
          </p:nvSpPr>
          <p:spPr>
            <a:xfrm>
              <a:off x="4002401" y="6360650"/>
              <a:ext cx="930575" cy="1788241"/>
            </a:xfrm>
            <a:custGeom>
              <a:rect b="b" l="l" r="r" t="t"/>
              <a:pathLst>
                <a:path extrusionOk="0" h="50526" w="26293">
                  <a:moveTo>
                    <a:pt x="19392" y="1"/>
                  </a:moveTo>
                  <a:cubicBezTo>
                    <a:pt x="18616" y="1"/>
                    <a:pt x="16692" y="529"/>
                    <a:pt x="15806" y="5510"/>
                  </a:cubicBezTo>
                  <a:cubicBezTo>
                    <a:pt x="14681" y="11863"/>
                    <a:pt x="14590" y="15328"/>
                    <a:pt x="14590" y="15328"/>
                  </a:cubicBezTo>
                  <a:cubicBezTo>
                    <a:pt x="14590" y="15328"/>
                    <a:pt x="14309" y="16324"/>
                    <a:pt x="13618" y="16324"/>
                  </a:cubicBezTo>
                  <a:cubicBezTo>
                    <a:pt x="13490" y="16324"/>
                    <a:pt x="13348" y="16290"/>
                    <a:pt x="13192" y="16209"/>
                  </a:cubicBezTo>
                  <a:cubicBezTo>
                    <a:pt x="12344" y="15785"/>
                    <a:pt x="11065" y="14480"/>
                    <a:pt x="9928" y="14480"/>
                  </a:cubicBezTo>
                  <a:cubicBezTo>
                    <a:pt x="9680" y="14480"/>
                    <a:pt x="9439" y="14542"/>
                    <a:pt x="9210" y="14689"/>
                  </a:cubicBezTo>
                  <a:cubicBezTo>
                    <a:pt x="7934" y="15510"/>
                    <a:pt x="7964" y="17182"/>
                    <a:pt x="8906" y="19401"/>
                  </a:cubicBezTo>
                  <a:cubicBezTo>
                    <a:pt x="9879" y="21589"/>
                    <a:pt x="11824" y="26513"/>
                    <a:pt x="11976" y="26939"/>
                  </a:cubicBezTo>
                  <a:cubicBezTo>
                    <a:pt x="12136" y="27312"/>
                    <a:pt x="12109" y="27919"/>
                    <a:pt x="11587" y="27919"/>
                  </a:cubicBezTo>
                  <a:cubicBezTo>
                    <a:pt x="11514" y="27919"/>
                    <a:pt x="11431" y="27907"/>
                    <a:pt x="11338" y="27881"/>
                  </a:cubicBezTo>
                  <a:cubicBezTo>
                    <a:pt x="10796" y="27708"/>
                    <a:pt x="8219" y="26193"/>
                    <a:pt x="6341" y="26193"/>
                  </a:cubicBezTo>
                  <a:cubicBezTo>
                    <a:pt x="5583" y="26193"/>
                    <a:pt x="4940" y="26439"/>
                    <a:pt x="4590" y="27121"/>
                  </a:cubicBezTo>
                  <a:cubicBezTo>
                    <a:pt x="3344" y="29462"/>
                    <a:pt x="7052" y="35146"/>
                    <a:pt x="7417" y="35784"/>
                  </a:cubicBezTo>
                  <a:cubicBezTo>
                    <a:pt x="7812" y="36422"/>
                    <a:pt x="7782" y="36726"/>
                    <a:pt x="7508" y="37000"/>
                  </a:cubicBezTo>
                  <a:cubicBezTo>
                    <a:pt x="7477" y="37034"/>
                    <a:pt x="7431" y="37050"/>
                    <a:pt x="7371" y="37050"/>
                  </a:cubicBezTo>
                  <a:cubicBezTo>
                    <a:pt x="6895" y="37050"/>
                    <a:pt x="5558" y="36064"/>
                    <a:pt x="4316" y="35389"/>
                  </a:cubicBezTo>
                  <a:cubicBezTo>
                    <a:pt x="3520" y="34956"/>
                    <a:pt x="2615" y="34563"/>
                    <a:pt x="1871" y="34563"/>
                  </a:cubicBezTo>
                  <a:cubicBezTo>
                    <a:pt x="1309" y="34563"/>
                    <a:pt x="839" y="34787"/>
                    <a:pt x="578" y="35389"/>
                  </a:cubicBezTo>
                  <a:cubicBezTo>
                    <a:pt x="0" y="36817"/>
                    <a:pt x="1125" y="41590"/>
                    <a:pt x="7903" y="47821"/>
                  </a:cubicBezTo>
                  <a:lnTo>
                    <a:pt x="11216" y="50526"/>
                  </a:lnTo>
                  <a:lnTo>
                    <a:pt x="15229" y="49067"/>
                  </a:lnTo>
                  <a:cubicBezTo>
                    <a:pt x="23679" y="45359"/>
                    <a:pt x="26293" y="41225"/>
                    <a:pt x="26201" y="39705"/>
                  </a:cubicBezTo>
                  <a:cubicBezTo>
                    <a:pt x="26117" y="38629"/>
                    <a:pt x="25197" y="38314"/>
                    <a:pt x="24124" y="38314"/>
                  </a:cubicBezTo>
                  <a:cubicBezTo>
                    <a:pt x="23651" y="38314"/>
                    <a:pt x="23149" y="38375"/>
                    <a:pt x="22675" y="38459"/>
                  </a:cubicBezTo>
                  <a:cubicBezTo>
                    <a:pt x="21433" y="38674"/>
                    <a:pt x="20059" y="39077"/>
                    <a:pt x="19439" y="39077"/>
                  </a:cubicBezTo>
                  <a:cubicBezTo>
                    <a:pt x="19271" y="39077"/>
                    <a:pt x="19158" y="39047"/>
                    <a:pt x="19119" y="38976"/>
                  </a:cubicBezTo>
                  <a:cubicBezTo>
                    <a:pt x="18967" y="38611"/>
                    <a:pt x="19028" y="38276"/>
                    <a:pt x="19605" y="37821"/>
                  </a:cubicBezTo>
                  <a:cubicBezTo>
                    <a:pt x="20183" y="37365"/>
                    <a:pt x="25502" y="33170"/>
                    <a:pt x="25107" y="30556"/>
                  </a:cubicBezTo>
                  <a:cubicBezTo>
                    <a:pt x="24896" y="29158"/>
                    <a:pt x="23242" y="28838"/>
                    <a:pt x="21628" y="28838"/>
                  </a:cubicBezTo>
                  <a:cubicBezTo>
                    <a:pt x="20263" y="28838"/>
                    <a:pt x="18927" y="29067"/>
                    <a:pt x="18515" y="29067"/>
                  </a:cubicBezTo>
                  <a:cubicBezTo>
                    <a:pt x="18502" y="29067"/>
                    <a:pt x="18491" y="29067"/>
                    <a:pt x="18481" y="29067"/>
                  </a:cubicBezTo>
                  <a:cubicBezTo>
                    <a:pt x="17691" y="29067"/>
                    <a:pt x="17873" y="28368"/>
                    <a:pt x="18177" y="28003"/>
                  </a:cubicBezTo>
                  <a:cubicBezTo>
                    <a:pt x="18481" y="27638"/>
                    <a:pt x="21885" y="23626"/>
                    <a:pt x="23527" y="21863"/>
                  </a:cubicBezTo>
                  <a:cubicBezTo>
                    <a:pt x="25168" y="20100"/>
                    <a:pt x="25685" y="18459"/>
                    <a:pt x="24803" y="17304"/>
                  </a:cubicBezTo>
                  <a:cubicBezTo>
                    <a:pt x="24500" y="16920"/>
                    <a:pt x="24054" y="16788"/>
                    <a:pt x="23551" y="16788"/>
                  </a:cubicBezTo>
                  <a:cubicBezTo>
                    <a:pt x="22539" y="16788"/>
                    <a:pt x="21299" y="17324"/>
                    <a:pt x="20548" y="17425"/>
                  </a:cubicBezTo>
                  <a:cubicBezTo>
                    <a:pt x="20491" y="17433"/>
                    <a:pt x="20437" y="17436"/>
                    <a:pt x="20386" y="17436"/>
                  </a:cubicBezTo>
                  <a:cubicBezTo>
                    <a:pt x="19429" y="17436"/>
                    <a:pt x="19484" y="16148"/>
                    <a:pt x="19484" y="16148"/>
                  </a:cubicBezTo>
                  <a:cubicBezTo>
                    <a:pt x="19484" y="16148"/>
                    <a:pt x="20548" y="12835"/>
                    <a:pt x="21551" y="6483"/>
                  </a:cubicBezTo>
                  <a:cubicBezTo>
                    <a:pt x="22554" y="130"/>
                    <a:pt x="19697" y="8"/>
                    <a:pt x="19697" y="8"/>
                  </a:cubicBezTo>
                  <a:lnTo>
                    <a:pt x="19697" y="8"/>
                  </a:lnTo>
                  <a:lnTo>
                    <a:pt x="19727" y="39"/>
                  </a:lnTo>
                  <a:cubicBezTo>
                    <a:pt x="19727" y="39"/>
                    <a:pt x="19601" y="1"/>
                    <a:pt x="1939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4"/>
            <p:cNvSpPr/>
            <p:nvPr/>
          </p:nvSpPr>
          <p:spPr>
            <a:xfrm>
              <a:off x="4399363" y="6562105"/>
              <a:ext cx="267886" cy="1586787"/>
            </a:xfrm>
            <a:custGeom>
              <a:rect b="b" l="l" r="r" t="t"/>
              <a:pathLst>
                <a:path extrusionOk="0" h="44834" w="7569">
                  <a:moveTo>
                    <a:pt x="7569" y="0"/>
                  </a:moveTo>
                  <a:cubicBezTo>
                    <a:pt x="7569" y="31"/>
                    <a:pt x="7538" y="61"/>
                    <a:pt x="7538" y="122"/>
                  </a:cubicBezTo>
                  <a:cubicBezTo>
                    <a:pt x="7538" y="183"/>
                    <a:pt x="7508" y="304"/>
                    <a:pt x="7478" y="456"/>
                  </a:cubicBezTo>
                  <a:cubicBezTo>
                    <a:pt x="7417" y="760"/>
                    <a:pt x="7326" y="1186"/>
                    <a:pt x="7234" y="1763"/>
                  </a:cubicBezTo>
                  <a:cubicBezTo>
                    <a:pt x="7022" y="2888"/>
                    <a:pt x="6748" y="4529"/>
                    <a:pt x="6353" y="6535"/>
                  </a:cubicBezTo>
                  <a:cubicBezTo>
                    <a:pt x="5654" y="10608"/>
                    <a:pt x="4712" y="16201"/>
                    <a:pt x="3709" y="22402"/>
                  </a:cubicBezTo>
                  <a:cubicBezTo>
                    <a:pt x="2705" y="28603"/>
                    <a:pt x="1763" y="34195"/>
                    <a:pt x="1095" y="38268"/>
                  </a:cubicBezTo>
                  <a:lnTo>
                    <a:pt x="274" y="43071"/>
                  </a:lnTo>
                  <a:cubicBezTo>
                    <a:pt x="183" y="43618"/>
                    <a:pt x="122" y="44074"/>
                    <a:pt x="61" y="44378"/>
                  </a:cubicBezTo>
                  <a:cubicBezTo>
                    <a:pt x="31" y="44500"/>
                    <a:pt x="0" y="44621"/>
                    <a:pt x="0" y="44712"/>
                  </a:cubicBezTo>
                  <a:cubicBezTo>
                    <a:pt x="0" y="44743"/>
                    <a:pt x="0" y="44773"/>
                    <a:pt x="0" y="44834"/>
                  </a:cubicBezTo>
                  <a:cubicBezTo>
                    <a:pt x="31" y="44773"/>
                    <a:pt x="31" y="44743"/>
                    <a:pt x="31" y="44712"/>
                  </a:cubicBezTo>
                  <a:cubicBezTo>
                    <a:pt x="61" y="44621"/>
                    <a:pt x="91" y="44530"/>
                    <a:pt x="122" y="44378"/>
                  </a:cubicBezTo>
                  <a:cubicBezTo>
                    <a:pt x="183" y="44074"/>
                    <a:pt x="243" y="43618"/>
                    <a:pt x="365" y="43071"/>
                  </a:cubicBezTo>
                  <a:cubicBezTo>
                    <a:pt x="547" y="41916"/>
                    <a:pt x="851" y="40305"/>
                    <a:pt x="1216" y="38268"/>
                  </a:cubicBezTo>
                  <a:cubicBezTo>
                    <a:pt x="1915" y="34226"/>
                    <a:pt x="2857" y="28603"/>
                    <a:pt x="3891" y="22432"/>
                  </a:cubicBezTo>
                  <a:cubicBezTo>
                    <a:pt x="4894" y="16232"/>
                    <a:pt x="5836" y="10639"/>
                    <a:pt x="6505" y="6566"/>
                  </a:cubicBezTo>
                  <a:lnTo>
                    <a:pt x="7326" y="1763"/>
                  </a:lnTo>
                  <a:cubicBezTo>
                    <a:pt x="7417" y="1216"/>
                    <a:pt x="7478" y="760"/>
                    <a:pt x="7538" y="456"/>
                  </a:cubicBezTo>
                  <a:cubicBezTo>
                    <a:pt x="7538" y="304"/>
                    <a:pt x="7569" y="183"/>
                    <a:pt x="7569" y="122"/>
                  </a:cubicBezTo>
                  <a:lnTo>
                    <a:pt x="7569"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4"/>
            <p:cNvSpPr/>
            <p:nvPr/>
          </p:nvSpPr>
          <p:spPr>
            <a:xfrm>
              <a:off x="4278852" y="7420585"/>
              <a:ext cx="222725" cy="175370"/>
            </a:xfrm>
            <a:custGeom>
              <a:rect b="b" l="l" r="r" t="t"/>
              <a:pathLst>
                <a:path extrusionOk="0" h="4955" w="6293">
                  <a:moveTo>
                    <a:pt x="1" y="0"/>
                  </a:moveTo>
                  <a:cubicBezTo>
                    <a:pt x="62" y="91"/>
                    <a:pt x="123" y="182"/>
                    <a:pt x="214" y="243"/>
                  </a:cubicBezTo>
                  <a:cubicBezTo>
                    <a:pt x="366" y="395"/>
                    <a:pt x="578" y="608"/>
                    <a:pt x="852" y="851"/>
                  </a:cubicBezTo>
                  <a:cubicBezTo>
                    <a:pt x="1369" y="1337"/>
                    <a:pt x="2129" y="1976"/>
                    <a:pt x="3010" y="2675"/>
                  </a:cubicBezTo>
                  <a:cubicBezTo>
                    <a:pt x="3861" y="3374"/>
                    <a:pt x="4682" y="3951"/>
                    <a:pt x="5290" y="4347"/>
                  </a:cubicBezTo>
                  <a:cubicBezTo>
                    <a:pt x="5594" y="4559"/>
                    <a:pt x="5837" y="4711"/>
                    <a:pt x="6019" y="4803"/>
                  </a:cubicBezTo>
                  <a:cubicBezTo>
                    <a:pt x="6080" y="4863"/>
                    <a:pt x="6171" y="4924"/>
                    <a:pt x="6293" y="4955"/>
                  </a:cubicBezTo>
                  <a:cubicBezTo>
                    <a:pt x="5989" y="4711"/>
                    <a:pt x="5685" y="4468"/>
                    <a:pt x="5351" y="4255"/>
                  </a:cubicBezTo>
                  <a:cubicBezTo>
                    <a:pt x="4773" y="3830"/>
                    <a:pt x="3952" y="3222"/>
                    <a:pt x="3101" y="2553"/>
                  </a:cubicBezTo>
                  <a:cubicBezTo>
                    <a:pt x="2250" y="1854"/>
                    <a:pt x="1460" y="1216"/>
                    <a:pt x="913" y="760"/>
                  </a:cubicBezTo>
                  <a:cubicBezTo>
                    <a:pt x="639" y="486"/>
                    <a:pt x="335" y="243"/>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4"/>
            <p:cNvSpPr/>
            <p:nvPr/>
          </p:nvSpPr>
          <p:spPr>
            <a:xfrm>
              <a:off x="4500480" y="7485106"/>
              <a:ext cx="239926" cy="106531"/>
            </a:xfrm>
            <a:custGeom>
              <a:rect b="b" l="l" r="r" t="t"/>
              <a:pathLst>
                <a:path extrusionOk="0" h="3010" w="6779">
                  <a:moveTo>
                    <a:pt x="6779" y="1"/>
                  </a:moveTo>
                  <a:lnTo>
                    <a:pt x="6779" y="1"/>
                  </a:lnTo>
                  <a:cubicBezTo>
                    <a:pt x="6414" y="92"/>
                    <a:pt x="6080" y="214"/>
                    <a:pt x="5745" y="366"/>
                  </a:cubicBezTo>
                  <a:cubicBezTo>
                    <a:pt x="5137" y="639"/>
                    <a:pt x="4286" y="1004"/>
                    <a:pt x="3344" y="1429"/>
                  </a:cubicBezTo>
                  <a:cubicBezTo>
                    <a:pt x="2432" y="1855"/>
                    <a:pt x="1581" y="2220"/>
                    <a:pt x="973" y="2524"/>
                  </a:cubicBezTo>
                  <a:cubicBezTo>
                    <a:pt x="639" y="2645"/>
                    <a:pt x="304" y="2828"/>
                    <a:pt x="0" y="3010"/>
                  </a:cubicBezTo>
                  <a:cubicBezTo>
                    <a:pt x="365" y="2919"/>
                    <a:pt x="700" y="2767"/>
                    <a:pt x="1034" y="2615"/>
                  </a:cubicBezTo>
                  <a:cubicBezTo>
                    <a:pt x="1642" y="2372"/>
                    <a:pt x="2493" y="2007"/>
                    <a:pt x="3435" y="1581"/>
                  </a:cubicBezTo>
                  <a:cubicBezTo>
                    <a:pt x="4347" y="1156"/>
                    <a:pt x="5198" y="791"/>
                    <a:pt x="5806" y="487"/>
                  </a:cubicBezTo>
                  <a:cubicBezTo>
                    <a:pt x="6140" y="335"/>
                    <a:pt x="6444" y="183"/>
                    <a:pt x="677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4"/>
            <p:cNvSpPr/>
            <p:nvPr/>
          </p:nvSpPr>
          <p:spPr>
            <a:xfrm>
              <a:off x="4435924" y="7833651"/>
              <a:ext cx="307702" cy="134527"/>
            </a:xfrm>
            <a:custGeom>
              <a:rect b="b" l="l" r="r" t="t"/>
              <a:pathLst>
                <a:path extrusionOk="0" h="3801" w="8694">
                  <a:moveTo>
                    <a:pt x="8694" y="1"/>
                  </a:moveTo>
                  <a:lnTo>
                    <a:pt x="8694" y="1"/>
                  </a:lnTo>
                  <a:cubicBezTo>
                    <a:pt x="8572" y="31"/>
                    <a:pt x="8451" y="62"/>
                    <a:pt x="8360" y="123"/>
                  </a:cubicBezTo>
                  <a:lnTo>
                    <a:pt x="7417" y="518"/>
                  </a:lnTo>
                  <a:cubicBezTo>
                    <a:pt x="6597" y="852"/>
                    <a:pt x="5533" y="1308"/>
                    <a:pt x="4317" y="1825"/>
                  </a:cubicBezTo>
                  <a:cubicBezTo>
                    <a:pt x="3131" y="2341"/>
                    <a:pt x="2037" y="2828"/>
                    <a:pt x="1247" y="3193"/>
                  </a:cubicBezTo>
                  <a:lnTo>
                    <a:pt x="335" y="3618"/>
                  </a:lnTo>
                  <a:cubicBezTo>
                    <a:pt x="213" y="3679"/>
                    <a:pt x="122" y="3740"/>
                    <a:pt x="1" y="3800"/>
                  </a:cubicBezTo>
                  <a:cubicBezTo>
                    <a:pt x="122" y="3770"/>
                    <a:pt x="244" y="3740"/>
                    <a:pt x="365" y="3679"/>
                  </a:cubicBezTo>
                  <a:lnTo>
                    <a:pt x="1308" y="3314"/>
                  </a:lnTo>
                  <a:cubicBezTo>
                    <a:pt x="2128" y="2980"/>
                    <a:pt x="3192" y="2493"/>
                    <a:pt x="4408" y="1977"/>
                  </a:cubicBezTo>
                  <a:cubicBezTo>
                    <a:pt x="5594" y="1460"/>
                    <a:pt x="6688" y="974"/>
                    <a:pt x="7448" y="609"/>
                  </a:cubicBezTo>
                  <a:lnTo>
                    <a:pt x="8390" y="183"/>
                  </a:lnTo>
                  <a:cubicBezTo>
                    <a:pt x="8481" y="153"/>
                    <a:pt x="8603" y="92"/>
                    <a:pt x="869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4"/>
            <p:cNvSpPr/>
            <p:nvPr/>
          </p:nvSpPr>
          <p:spPr>
            <a:xfrm>
              <a:off x="4165914" y="7733632"/>
              <a:ext cx="276522" cy="229166"/>
            </a:xfrm>
            <a:custGeom>
              <a:rect b="b" l="l" r="r" t="t"/>
              <a:pathLst>
                <a:path extrusionOk="0" h="6475" w="7813">
                  <a:moveTo>
                    <a:pt x="0" y="0"/>
                  </a:moveTo>
                  <a:cubicBezTo>
                    <a:pt x="92" y="91"/>
                    <a:pt x="183" y="183"/>
                    <a:pt x="274" y="274"/>
                  </a:cubicBezTo>
                  <a:cubicBezTo>
                    <a:pt x="456" y="456"/>
                    <a:pt x="730" y="730"/>
                    <a:pt x="1064" y="1034"/>
                  </a:cubicBezTo>
                  <a:cubicBezTo>
                    <a:pt x="1733" y="1672"/>
                    <a:pt x="2675" y="2523"/>
                    <a:pt x="3769" y="3435"/>
                  </a:cubicBezTo>
                  <a:cubicBezTo>
                    <a:pt x="4833" y="4316"/>
                    <a:pt x="5836" y="5107"/>
                    <a:pt x="6596" y="5623"/>
                  </a:cubicBezTo>
                  <a:cubicBezTo>
                    <a:pt x="6961" y="5897"/>
                    <a:pt x="7265" y="6140"/>
                    <a:pt x="7478" y="6262"/>
                  </a:cubicBezTo>
                  <a:cubicBezTo>
                    <a:pt x="7599" y="6353"/>
                    <a:pt x="7691" y="6414"/>
                    <a:pt x="7812" y="6474"/>
                  </a:cubicBezTo>
                  <a:cubicBezTo>
                    <a:pt x="7721" y="6383"/>
                    <a:pt x="7630" y="6292"/>
                    <a:pt x="7508" y="6231"/>
                  </a:cubicBezTo>
                  <a:lnTo>
                    <a:pt x="6657" y="5532"/>
                  </a:lnTo>
                  <a:cubicBezTo>
                    <a:pt x="5928" y="4985"/>
                    <a:pt x="4955" y="4195"/>
                    <a:pt x="3861" y="3283"/>
                  </a:cubicBezTo>
                  <a:cubicBezTo>
                    <a:pt x="2797" y="2401"/>
                    <a:pt x="1824" y="1581"/>
                    <a:pt x="1155" y="973"/>
                  </a:cubicBezTo>
                  <a:lnTo>
                    <a:pt x="335" y="243"/>
                  </a:lnTo>
                  <a:cubicBezTo>
                    <a:pt x="213" y="152"/>
                    <a:pt x="122" y="61"/>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 name="Google Shape;620;p44"/>
          <p:cNvGrpSpPr/>
          <p:nvPr/>
        </p:nvGrpSpPr>
        <p:grpSpPr>
          <a:xfrm>
            <a:off x="311688" y="4278168"/>
            <a:ext cx="668104" cy="895218"/>
            <a:chOff x="122038" y="7256930"/>
            <a:chExt cx="668104" cy="895218"/>
          </a:xfrm>
        </p:grpSpPr>
        <p:sp>
          <p:nvSpPr>
            <p:cNvPr id="621" name="Google Shape;621;p44"/>
            <p:cNvSpPr/>
            <p:nvPr/>
          </p:nvSpPr>
          <p:spPr>
            <a:xfrm>
              <a:off x="522256" y="7780173"/>
              <a:ext cx="267886" cy="162204"/>
            </a:xfrm>
            <a:custGeom>
              <a:rect b="b" l="l" r="r" t="t"/>
              <a:pathLst>
                <a:path extrusionOk="0" h="4583" w="7569">
                  <a:moveTo>
                    <a:pt x="4002" y="1"/>
                  </a:moveTo>
                  <a:cubicBezTo>
                    <a:pt x="3122" y="1"/>
                    <a:pt x="2254" y="184"/>
                    <a:pt x="1459" y="539"/>
                  </a:cubicBezTo>
                  <a:cubicBezTo>
                    <a:pt x="760" y="904"/>
                    <a:pt x="304" y="1542"/>
                    <a:pt x="152" y="2302"/>
                  </a:cubicBezTo>
                  <a:cubicBezTo>
                    <a:pt x="0" y="2849"/>
                    <a:pt x="61" y="3427"/>
                    <a:pt x="335" y="3913"/>
                  </a:cubicBezTo>
                  <a:cubicBezTo>
                    <a:pt x="536" y="4342"/>
                    <a:pt x="968" y="4582"/>
                    <a:pt x="1439" y="4582"/>
                  </a:cubicBezTo>
                  <a:cubicBezTo>
                    <a:pt x="1536" y="4582"/>
                    <a:pt x="1634" y="4572"/>
                    <a:pt x="1733" y="4552"/>
                  </a:cubicBezTo>
                  <a:cubicBezTo>
                    <a:pt x="2249" y="4400"/>
                    <a:pt x="2553" y="3822"/>
                    <a:pt x="3009" y="3488"/>
                  </a:cubicBezTo>
                  <a:cubicBezTo>
                    <a:pt x="3474" y="3130"/>
                    <a:pt x="4044" y="3056"/>
                    <a:pt x="4639" y="3056"/>
                  </a:cubicBezTo>
                  <a:cubicBezTo>
                    <a:pt x="5055" y="3056"/>
                    <a:pt x="5484" y="3093"/>
                    <a:pt x="5897" y="3093"/>
                  </a:cubicBezTo>
                  <a:cubicBezTo>
                    <a:pt x="5937" y="3096"/>
                    <a:pt x="5978" y="3097"/>
                    <a:pt x="6019" y="3097"/>
                  </a:cubicBezTo>
                  <a:cubicBezTo>
                    <a:pt x="6378" y="3097"/>
                    <a:pt x="6752" y="2980"/>
                    <a:pt x="7052" y="2789"/>
                  </a:cubicBezTo>
                  <a:cubicBezTo>
                    <a:pt x="7569" y="2333"/>
                    <a:pt x="7508" y="1451"/>
                    <a:pt x="7022" y="934"/>
                  </a:cubicBezTo>
                  <a:cubicBezTo>
                    <a:pt x="6535" y="479"/>
                    <a:pt x="5867" y="175"/>
                    <a:pt x="5198" y="114"/>
                  </a:cubicBezTo>
                  <a:cubicBezTo>
                    <a:pt x="4800" y="38"/>
                    <a:pt x="4400" y="1"/>
                    <a:pt x="400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4"/>
            <p:cNvSpPr/>
            <p:nvPr/>
          </p:nvSpPr>
          <p:spPr>
            <a:xfrm>
              <a:off x="457701" y="7256930"/>
              <a:ext cx="196888" cy="387442"/>
            </a:xfrm>
            <a:custGeom>
              <a:rect b="b" l="l" r="r" t="t"/>
              <a:pathLst>
                <a:path extrusionOk="0" h="10947" w="5563">
                  <a:moveTo>
                    <a:pt x="3124" y="1"/>
                  </a:moveTo>
                  <a:cubicBezTo>
                    <a:pt x="3014" y="1"/>
                    <a:pt x="2905" y="12"/>
                    <a:pt x="2797" y="34"/>
                  </a:cubicBezTo>
                  <a:cubicBezTo>
                    <a:pt x="2098" y="217"/>
                    <a:pt x="1672" y="885"/>
                    <a:pt x="1368" y="1524"/>
                  </a:cubicBezTo>
                  <a:cubicBezTo>
                    <a:pt x="487" y="3378"/>
                    <a:pt x="0" y="5445"/>
                    <a:pt x="0" y="7512"/>
                  </a:cubicBezTo>
                  <a:cubicBezTo>
                    <a:pt x="0" y="8484"/>
                    <a:pt x="122" y="9487"/>
                    <a:pt x="669" y="10308"/>
                  </a:cubicBezTo>
                  <a:cubicBezTo>
                    <a:pt x="990" y="10768"/>
                    <a:pt x="1445" y="10947"/>
                    <a:pt x="1902" y="10947"/>
                  </a:cubicBezTo>
                  <a:cubicBezTo>
                    <a:pt x="2442" y="10947"/>
                    <a:pt x="2984" y="10698"/>
                    <a:pt x="3314" y="10369"/>
                  </a:cubicBezTo>
                  <a:cubicBezTo>
                    <a:pt x="3952" y="9761"/>
                    <a:pt x="4225" y="8879"/>
                    <a:pt x="4469" y="8028"/>
                  </a:cubicBezTo>
                  <a:cubicBezTo>
                    <a:pt x="5016" y="6144"/>
                    <a:pt x="5563" y="4107"/>
                    <a:pt x="5168" y="2162"/>
                  </a:cubicBezTo>
                  <a:cubicBezTo>
                    <a:pt x="5046" y="1585"/>
                    <a:pt x="4803" y="1037"/>
                    <a:pt x="4408" y="581"/>
                  </a:cubicBezTo>
                  <a:cubicBezTo>
                    <a:pt x="4086" y="211"/>
                    <a:pt x="3604" y="1"/>
                    <a:pt x="3124"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p:nvPr/>
          </p:nvSpPr>
          <p:spPr>
            <a:xfrm>
              <a:off x="122038" y="7369797"/>
              <a:ext cx="324939" cy="320550"/>
            </a:xfrm>
            <a:custGeom>
              <a:rect b="b" l="l" r="r" t="t"/>
              <a:pathLst>
                <a:path extrusionOk="0" h="9057" w="9181">
                  <a:moveTo>
                    <a:pt x="1929" y="1"/>
                  </a:moveTo>
                  <a:cubicBezTo>
                    <a:pt x="1863" y="1"/>
                    <a:pt x="1798" y="3"/>
                    <a:pt x="1734" y="6"/>
                  </a:cubicBezTo>
                  <a:cubicBezTo>
                    <a:pt x="1156" y="37"/>
                    <a:pt x="670" y="341"/>
                    <a:pt x="396" y="827"/>
                  </a:cubicBezTo>
                  <a:cubicBezTo>
                    <a:pt x="1" y="1526"/>
                    <a:pt x="396" y="2377"/>
                    <a:pt x="761" y="3107"/>
                  </a:cubicBezTo>
                  <a:cubicBezTo>
                    <a:pt x="1430" y="4323"/>
                    <a:pt x="2220" y="5508"/>
                    <a:pt x="3071" y="6633"/>
                  </a:cubicBezTo>
                  <a:cubicBezTo>
                    <a:pt x="3770" y="7514"/>
                    <a:pt x="4560" y="8396"/>
                    <a:pt x="5624" y="8791"/>
                  </a:cubicBezTo>
                  <a:cubicBezTo>
                    <a:pt x="6057" y="8964"/>
                    <a:pt x="6494" y="9056"/>
                    <a:pt x="6900" y="9056"/>
                  </a:cubicBezTo>
                  <a:cubicBezTo>
                    <a:pt x="7492" y="9056"/>
                    <a:pt x="8017" y="8859"/>
                    <a:pt x="8360" y="8426"/>
                  </a:cubicBezTo>
                  <a:lnTo>
                    <a:pt x="8360" y="8426"/>
                  </a:lnTo>
                  <a:lnTo>
                    <a:pt x="8238" y="8548"/>
                  </a:lnTo>
                  <a:cubicBezTo>
                    <a:pt x="8968" y="7605"/>
                    <a:pt x="9180" y="6359"/>
                    <a:pt x="8816" y="5204"/>
                  </a:cubicBezTo>
                  <a:cubicBezTo>
                    <a:pt x="8421" y="4110"/>
                    <a:pt x="7752" y="3107"/>
                    <a:pt x="6840" y="2347"/>
                  </a:cubicBezTo>
                  <a:cubicBezTo>
                    <a:pt x="5807" y="1435"/>
                    <a:pt x="4591" y="736"/>
                    <a:pt x="3314" y="280"/>
                  </a:cubicBezTo>
                  <a:cubicBezTo>
                    <a:pt x="2862" y="94"/>
                    <a:pt x="2387" y="1"/>
                    <a:pt x="1929"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p:nvPr/>
          </p:nvSpPr>
          <p:spPr>
            <a:xfrm>
              <a:off x="478122" y="7828554"/>
              <a:ext cx="185067" cy="323594"/>
            </a:xfrm>
            <a:custGeom>
              <a:rect b="b" l="l" r="r" t="t"/>
              <a:pathLst>
                <a:path extrusionOk="0" h="9143" w="5229">
                  <a:moveTo>
                    <a:pt x="5001" y="1"/>
                  </a:moveTo>
                  <a:cubicBezTo>
                    <a:pt x="4925" y="1"/>
                    <a:pt x="4849" y="8"/>
                    <a:pt x="4773" y="23"/>
                  </a:cubicBezTo>
                  <a:cubicBezTo>
                    <a:pt x="4348" y="54"/>
                    <a:pt x="3952" y="145"/>
                    <a:pt x="3557" y="327"/>
                  </a:cubicBezTo>
                  <a:cubicBezTo>
                    <a:pt x="3010" y="601"/>
                    <a:pt x="2493" y="996"/>
                    <a:pt x="2098" y="1482"/>
                  </a:cubicBezTo>
                  <a:cubicBezTo>
                    <a:pt x="1642" y="2060"/>
                    <a:pt x="1247" y="2729"/>
                    <a:pt x="974" y="3428"/>
                  </a:cubicBezTo>
                  <a:cubicBezTo>
                    <a:pt x="700" y="4127"/>
                    <a:pt x="487" y="4856"/>
                    <a:pt x="335" y="5616"/>
                  </a:cubicBezTo>
                  <a:cubicBezTo>
                    <a:pt x="214" y="6224"/>
                    <a:pt x="123" y="6832"/>
                    <a:pt x="92" y="7440"/>
                  </a:cubicBezTo>
                  <a:cubicBezTo>
                    <a:pt x="31" y="7957"/>
                    <a:pt x="31" y="8382"/>
                    <a:pt x="31" y="8686"/>
                  </a:cubicBezTo>
                  <a:cubicBezTo>
                    <a:pt x="1" y="8838"/>
                    <a:pt x="31" y="8990"/>
                    <a:pt x="31" y="9142"/>
                  </a:cubicBezTo>
                  <a:cubicBezTo>
                    <a:pt x="62" y="8990"/>
                    <a:pt x="92" y="8838"/>
                    <a:pt x="92" y="8686"/>
                  </a:cubicBezTo>
                  <a:cubicBezTo>
                    <a:pt x="123" y="8352"/>
                    <a:pt x="183" y="7957"/>
                    <a:pt x="214" y="7440"/>
                  </a:cubicBezTo>
                  <a:cubicBezTo>
                    <a:pt x="274" y="6832"/>
                    <a:pt x="366" y="6254"/>
                    <a:pt x="487" y="5647"/>
                  </a:cubicBezTo>
                  <a:cubicBezTo>
                    <a:pt x="670" y="4917"/>
                    <a:pt x="882" y="4218"/>
                    <a:pt x="1156" y="3519"/>
                  </a:cubicBezTo>
                  <a:cubicBezTo>
                    <a:pt x="1430" y="2820"/>
                    <a:pt x="1794" y="2181"/>
                    <a:pt x="2250" y="1574"/>
                  </a:cubicBezTo>
                  <a:cubicBezTo>
                    <a:pt x="2615" y="1118"/>
                    <a:pt x="3071" y="722"/>
                    <a:pt x="3618" y="449"/>
                  </a:cubicBezTo>
                  <a:cubicBezTo>
                    <a:pt x="3983" y="267"/>
                    <a:pt x="4378" y="145"/>
                    <a:pt x="4773" y="84"/>
                  </a:cubicBezTo>
                  <a:cubicBezTo>
                    <a:pt x="4925" y="84"/>
                    <a:pt x="5077" y="54"/>
                    <a:pt x="5229" y="23"/>
                  </a:cubicBezTo>
                  <a:cubicBezTo>
                    <a:pt x="5153" y="8"/>
                    <a:pt x="5077" y="1"/>
                    <a:pt x="500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4"/>
            <p:cNvSpPr/>
            <p:nvPr/>
          </p:nvSpPr>
          <p:spPr>
            <a:xfrm>
              <a:off x="479219" y="7397969"/>
              <a:ext cx="83951" cy="720804"/>
            </a:xfrm>
            <a:custGeom>
              <a:rect b="b" l="l" r="r" t="t"/>
              <a:pathLst>
                <a:path extrusionOk="0" h="20366" w="2372">
                  <a:moveTo>
                    <a:pt x="2371" y="1"/>
                  </a:moveTo>
                  <a:cubicBezTo>
                    <a:pt x="2371" y="62"/>
                    <a:pt x="2341" y="122"/>
                    <a:pt x="2310" y="183"/>
                  </a:cubicBezTo>
                  <a:cubicBezTo>
                    <a:pt x="2280" y="335"/>
                    <a:pt x="2219" y="517"/>
                    <a:pt x="2128" y="761"/>
                  </a:cubicBezTo>
                  <a:cubicBezTo>
                    <a:pt x="2067" y="1004"/>
                    <a:pt x="1976" y="1308"/>
                    <a:pt x="1885" y="1673"/>
                  </a:cubicBezTo>
                  <a:cubicBezTo>
                    <a:pt x="1794" y="2037"/>
                    <a:pt x="1702" y="2432"/>
                    <a:pt x="1611" y="2888"/>
                  </a:cubicBezTo>
                  <a:cubicBezTo>
                    <a:pt x="1095" y="5290"/>
                    <a:pt x="730" y="7660"/>
                    <a:pt x="456" y="10092"/>
                  </a:cubicBezTo>
                  <a:cubicBezTo>
                    <a:pt x="152" y="12919"/>
                    <a:pt x="0" y="15472"/>
                    <a:pt x="0" y="17326"/>
                  </a:cubicBezTo>
                  <a:cubicBezTo>
                    <a:pt x="0" y="18269"/>
                    <a:pt x="0" y="19028"/>
                    <a:pt x="31" y="19545"/>
                  </a:cubicBezTo>
                  <a:cubicBezTo>
                    <a:pt x="31" y="19788"/>
                    <a:pt x="61" y="20001"/>
                    <a:pt x="61" y="20153"/>
                  </a:cubicBezTo>
                  <a:cubicBezTo>
                    <a:pt x="61" y="20214"/>
                    <a:pt x="92" y="20275"/>
                    <a:pt x="92" y="20366"/>
                  </a:cubicBezTo>
                  <a:cubicBezTo>
                    <a:pt x="92" y="20275"/>
                    <a:pt x="92" y="20214"/>
                    <a:pt x="92" y="20153"/>
                  </a:cubicBezTo>
                  <a:lnTo>
                    <a:pt x="92" y="19545"/>
                  </a:lnTo>
                  <a:cubicBezTo>
                    <a:pt x="92" y="19028"/>
                    <a:pt x="92" y="18269"/>
                    <a:pt x="122" y="17326"/>
                  </a:cubicBezTo>
                  <a:cubicBezTo>
                    <a:pt x="152" y="15503"/>
                    <a:pt x="335" y="13496"/>
                    <a:pt x="639" y="10670"/>
                  </a:cubicBezTo>
                  <a:cubicBezTo>
                    <a:pt x="912" y="7995"/>
                    <a:pt x="1307" y="4925"/>
                    <a:pt x="1733" y="2919"/>
                  </a:cubicBezTo>
                  <a:cubicBezTo>
                    <a:pt x="1824" y="2463"/>
                    <a:pt x="1915" y="2068"/>
                    <a:pt x="2006" y="1703"/>
                  </a:cubicBezTo>
                  <a:cubicBezTo>
                    <a:pt x="2067" y="1338"/>
                    <a:pt x="2128" y="1034"/>
                    <a:pt x="2219" y="791"/>
                  </a:cubicBezTo>
                  <a:cubicBezTo>
                    <a:pt x="2280" y="517"/>
                    <a:pt x="2310" y="366"/>
                    <a:pt x="2341" y="214"/>
                  </a:cubicBezTo>
                  <a:cubicBezTo>
                    <a:pt x="2371" y="122"/>
                    <a:pt x="2371" y="62"/>
                    <a:pt x="237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4"/>
            <p:cNvSpPr/>
            <p:nvPr/>
          </p:nvSpPr>
          <p:spPr>
            <a:xfrm>
              <a:off x="247929" y="7451766"/>
              <a:ext cx="235608" cy="490575"/>
            </a:xfrm>
            <a:custGeom>
              <a:rect b="b" l="l" r="r" t="t"/>
              <a:pathLst>
                <a:path extrusionOk="0" h="13861" w="6657">
                  <a:moveTo>
                    <a:pt x="0" y="1"/>
                  </a:moveTo>
                  <a:lnTo>
                    <a:pt x="0" y="1"/>
                  </a:lnTo>
                  <a:cubicBezTo>
                    <a:pt x="608" y="456"/>
                    <a:pt x="1186" y="973"/>
                    <a:pt x="1733" y="1520"/>
                  </a:cubicBezTo>
                  <a:cubicBezTo>
                    <a:pt x="2979" y="2919"/>
                    <a:pt x="3982" y="4499"/>
                    <a:pt x="4681" y="6232"/>
                  </a:cubicBezTo>
                  <a:cubicBezTo>
                    <a:pt x="5107" y="7174"/>
                    <a:pt x="5441" y="8147"/>
                    <a:pt x="5715" y="9119"/>
                  </a:cubicBezTo>
                  <a:cubicBezTo>
                    <a:pt x="5988" y="10031"/>
                    <a:pt x="6171" y="10882"/>
                    <a:pt x="6323" y="11581"/>
                  </a:cubicBezTo>
                  <a:cubicBezTo>
                    <a:pt x="6444" y="12280"/>
                    <a:pt x="6505" y="12858"/>
                    <a:pt x="6566" y="13253"/>
                  </a:cubicBezTo>
                  <a:cubicBezTo>
                    <a:pt x="6566" y="13466"/>
                    <a:pt x="6596" y="13679"/>
                    <a:pt x="6657" y="13861"/>
                  </a:cubicBezTo>
                  <a:cubicBezTo>
                    <a:pt x="6657" y="13679"/>
                    <a:pt x="6657" y="13466"/>
                    <a:pt x="6657" y="13253"/>
                  </a:cubicBezTo>
                  <a:cubicBezTo>
                    <a:pt x="6627" y="12858"/>
                    <a:pt x="6566" y="12280"/>
                    <a:pt x="6444" y="11551"/>
                  </a:cubicBezTo>
                  <a:cubicBezTo>
                    <a:pt x="6323" y="10730"/>
                    <a:pt x="6140" y="9879"/>
                    <a:pt x="5897" y="9089"/>
                  </a:cubicBezTo>
                  <a:cubicBezTo>
                    <a:pt x="5623" y="8086"/>
                    <a:pt x="5289" y="7113"/>
                    <a:pt x="4864" y="6171"/>
                  </a:cubicBezTo>
                  <a:cubicBezTo>
                    <a:pt x="4134" y="4408"/>
                    <a:pt x="3131" y="2827"/>
                    <a:pt x="1824" y="1429"/>
                  </a:cubicBezTo>
                  <a:cubicBezTo>
                    <a:pt x="1611" y="1216"/>
                    <a:pt x="1368" y="973"/>
                    <a:pt x="1125" y="791"/>
                  </a:cubicBezTo>
                  <a:cubicBezTo>
                    <a:pt x="1003" y="700"/>
                    <a:pt x="912" y="608"/>
                    <a:pt x="821" y="517"/>
                  </a:cubicBezTo>
                  <a:lnTo>
                    <a:pt x="547" y="335"/>
                  </a:lnTo>
                  <a:cubicBezTo>
                    <a:pt x="365" y="213"/>
                    <a:pt x="183" y="92"/>
                    <a:pt x="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7" name="Google Shape;627;p44"/>
          <p:cNvSpPr txBox="1"/>
          <p:nvPr/>
        </p:nvSpPr>
        <p:spPr>
          <a:xfrm>
            <a:off x="793050" y="1299000"/>
            <a:ext cx="7557900" cy="26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aleway"/>
                <a:ea typeface="Raleway"/>
                <a:cs typeface="Raleway"/>
                <a:sym typeface="Raleway"/>
              </a:rPr>
              <a:t>Manufacturing Quality Testing Device – Quickly evaluates particulate count with accurate and precise measurements. Will integrate imaging technologies into device to perform counting process. </a:t>
            </a:r>
            <a:endParaRPr>
              <a:solidFill>
                <a:schemeClr val="dk2"/>
              </a:solidFill>
              <a:latin typeface="Raleway"/>
              <a:ea typeface="Raleway"/>
              <a:cs typeface="Raleway"/>
              <a:sym typeface="Raleway"/>
            </a:endParaRPr>
          </a:p>
          <a:p>
            <a:pPr indent="0" lvl="0" marL="0" rtl="0" algn="l">
              <a:spcBef>
                <a:spcPts val="0"/>
              </a:spcBef>
              <a:spcAft>
                <a:spcPts val="0"/>
              </a:spcAft>
              <a:buNone/>
            </a:pPr>
            <a:r>
              <a:t/>
            </a:r>
            <a:endParaRPr>
              <a:solidFill>
                <a:schemeClr val="dk2"/>
              </a:solidFill>
              <a:latin typeface="Raleway"/>
              <a:ea typeface="Raleway"/>
              <a:cs typeface="Raleway"/>
              <a:sym typeface="Raleway"/>
            </a:endParaRPr>
          </a:p>
          <a:p>
            <a:pPr indent="0" lvl="0" marL="0" rtl="0" algn="l">
              <a:spcBef>
                <a:spcPts val="0"/>
              </a:spcBef>
              <a:spcAft>
                <a:spcPts val="0"/>
              </a:spcAft>
              <a:buNone/>
            </a:pPr>
            <a:r>
              <a:rPr lang="en">
                <a:solidFill>
                  <a:schemeClr val="dk2"/>
                </a:solidFill>
                <a:latin typeface="Raleway"/>
                <a:ea typeface="Raleway"/>
                <a:cs typeface="Raleway"/>
                <a:sym typeface="Raleway"/>
              </a:rPr>
              <a:t>Criteria</a:t>
            </a:r>
            <a:endParaRPr>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a:solidFill>
                  <a:schemeClr val="dk2"/>
                </a:solidFill>
                <a:latin typeface="Raleway"/>
                <a:ea typeface="Raleway"/>
                <a:cs typeface="Raleway"/>
                <a:sym typeface="Raleway"/>
              </a:rPr>
              <a:t>Automatic Counting, decreases time to perform particulate counting process</a:t>
            </a:r>
            <a:endParaRPr>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a:solidFill>
                  <a:schemeClr val="dk1"/>
                </a:solidFill>
                <a:latin typeface="Raleway"/>
                <a:ea typeface="Raleway"/>
                <a:cs typeface="Raleway"/>
                <a:sym typeface="Raleway"/>
              </a:rPr>
              <a:t>Accurate, will be more accurate than the predicate</a:t>
            </a:r>
            <a:endParaRPr>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a:solidFill>
                  <a:schemeClr val="dk2"/>
                </a:solidFill>
                <a:latin typeface="Raleway"/>
                <a:ea typeface="Raleway"/>
                <a:cs typeface="Raleway"/>
                <a:sym typeface="Raleway"/>
              </a:rPr>
              <a:t>Cheaper, device should be cheaper than predicate</a:t>
            </a:r>
            <a:endParaRPr>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a:solidFill>
                  <a:schemeClr val="dk2"/>
                </a:solidFill>
                <a:latin typeface="Raleway"/>
                <a:ea typeface="Raleway"/>
                <a:cs typeface="Raleway"/>
                <a:sym typeface="Raleway"/>
              </a:rPr>
              <a:t>Possible Standards: USP 788, IEC 62304, ISO 16232, </a:t>
            </a:r>
            <a:r>
              <a:rPr lang="en">
                <a:solidFill>
                  <a:schemeClr val="dk1"/>
                </a:solidFill>
                <a:latin typeface="Raleway"/>
                <a:ea typeface="Raleway"/>
                <a:cs typeface="Raleway"/>
                <a:sym typeface="Raleway"/>
              </a:rPr>
              <a:t>ISO 10993-15,</a:t>
            </a:r>
            <a:endParaRPr>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a:solidFill>
                  <a:schemeClr val="dk2"/>
                </a:solidFill>
                <a:latin typeface="Raleway"/>
                <a:ea typeface="Raleway"/>
                <a:cs typeface="Raleway"/>
                <a:sym typeface="Raleway"/>
              </a:rPr>
              <a:t>Acceptance Criteria: </a:t>
            </a:r>
            <a:r>
              <a:rPr lang="en">
                <a:solidFill>
                  <a:schemeClr val="dk2"/>
                </a:solidFill>
                <a:latin typeface="Raleway"/>
                <a:ea typeface="Raleway"/>
                <a:cs typeface="Raleway"/>
                <a:sym typeface="Raleway"/>
              </a:rPr>
              <a:t>more accurate and equivalent time OR faster with equivalent accuracy</a:t>
            </a:r>
            <a:endParaRPr>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a:solidFill>
                  <a:schemeClr val="dk2"/>
                </a:solidFill>
                <a:latin typeface="Raleway"/>
                <a:ea typeface="Raleway"/>
                <a:cs typeface="Raleway"/>
                <a:sym typeface="Raleway"/>
              </a:rPr>
              <a:t>Form-Factor: should not be larger than predicate device</a:t>
            </a:r>
            <a:endParaRPr>
              <a:solidFill>
                <a:schemeClr val="dk2"/>
              </a:solidFill>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criteria</a:t>
            </a:r>
            <a:endParaRPr/>
          </a:p>
        </p:txBody>
      </p:sp>
      <p:grpSp>
        <p:nvGrpSpPr>
          <p:cNvPr id="633" name="Google Shape;633;p45"/>
          <p:cNvGrpSpPr/>
          <p:nvPr/>
        </p:nvGrpSpPr>
        <p:grpSpPr>
          <a:xfrm flipH="1">
            <a:off x="7927951" y="3810849"/>
            <a:ext cx="1019450" cy="1379152"/>
            <a:chOff x="3231057" y="5846468"/>
            <a:chExt cx="1701919" cy="2302424"/>
          </a:xfrm>
        </p:grpSpPr>
        <p:sp>
          <p:nvSpPr>
            <p:cNvPr id="634" name="Google Shape;634;p45"/>
            <p:cNvSpPr/>
            <p:nvPr/>
          </p:nvSpPr>
          <p:spPr>
            <a:xfrm>
              <a:off x="3231057" y="5846468"/>
              <a:ext cx="1594326" cy="2294779"/>
            </a:xfrm>
            <a:custGeom>
              <a:rect b="b" l="l" r="r" t="t"/>
              <a:pathLst>
                <a:path extrusionOk="0" h="64838" w="45047">
                  <a:moveTo>
                    <a:pt x="7664" y="0"/>
                  </a:moveTo>
                  <a:cubicBezTo>
                    <a:pt x="5622" y="0"/>
                    <a:pt x="3546" y="1052"/>
                    <a:pt x="2736" y="2925"/>
                  </a:cubicBezTo>
                  <a:cubicBezTo>
                    <a:pt x="1763" y="5175"/>
                    <a:pt x="2736" y="7789"/>
                    <a:pt x="3952" y="9916"/>
                  </a:cubicBezTo>
                  <a:cubicBezTo>
                    <a:pt x="5715" y="13108"/>
                    <a:pt x="7934" y="16026"/>
                    <a:pt x="10517" y="18549"/>
                  </a:cubicBezTo>
                  <a:cubicBezTo>
                    <a:pt x="10973" y="19005"/>
                    <a:pt x="11490" y="19521"/>
                    <a:pt x="11612" y="20160"/>
                  </a:cubicBezTo>
                  <a:cubicBezTo>
                    <a:pt x="11794" y="21345"/>
                    <a:pt x="10548" y="22257"/>
                    <a:pt x="9393" y="22470"/>
                  </a:cubicBezTo>
                  <a:cubicBezTo>
                    <a:pt x="9084" y="22520"/>
                    <a:pt x="8773" y="22540"/>
                    <a:pt x="8462" y="22540"/>
                  </a:cubicBezTo>
                  <a:cubicBezTo>
                    <a:pt x="7455" y="22540"/>
                    <a:pt x="6439" y="22334"/>
                    <a:pt x="5441" y="22287"/>
                  </a:cubicBezTo>
                  <a:cubicBezTo>
                    <a:pt x="5342" y="22283"/>
                    <a:pt x="5243" y="22280"/>
                    <a:pt x="5142" y="22280"/>
                  </a:cubicBezTo>
                  <a:cubicBezTo>
                    <a:pt x="3888" y="22280"/>
                    <a:pt x="2563" y="22646"/>
                    <a:pt x="1915" y="23716"/>
                  </a:cubicBezTo>
                  <a:cubicBezTo>
                    <a:pt x="973" y="25327"/>
                    <a:pt x="2098" y="27333"/>
                    <a:pt x="3314" y="28731"/>
                  </a:cubicBezTo>
                  <a:cubicBezTo>
                    <a:pt x="5745" y="31528"/>
                    <a:pt x="8663" y="33868"/>
                    <a:pt x="11885" y="35692"/>
                  </a:cubicBezTo>
                  <a:cubicBezTo>
                    <a:pt x="13040" y="36330"/>
                    <a:pt x="14287" y="36938"/>
                    <a:pt x="15138" y="37971"/>
                  </a:cubicBezTo>
                  <a:cubicBezTo>
                    <a:pt x="15989" y="39005"/>
                    <a:pt x="16353" y="40585"/>
                    <a:pt x="15563" y="41680"/>
                  </a:cubicBezTo>
                  <a:cubicBezTo>
                    <a:pt x="15046" y="42376"/>
                    <a:pt x="14189" y="42682"/>
                    <a:pt x="13301" y="42682"/>
                  </a:cubicBezTo>
                  <a:cubicBezTo>
                    <a:pt x="12833" y="42682"/>
                    <a:pt x="12356" y="42597"/>
                    <a:pt x="11916" y="42440"/>
                  </a:cubicBezTo>
                  <a:cubicBezTo>
                    <a:pt x="10669" y="41984"/>
                    <a:pt x="9636" y="41102"/>
                    <a:pt x="8481" y="40464"/>
                  </a:cubicBezTo>
                  <a:cubicBezTo>
                    <a:pt x="7380" y="39828"/>
                    <a:pt x="6065" y="39438"/>
                    <a:pt x="4804" y="39438"/>
                  </a:cubicBezTo>
                  <a:cubicBezTo>
                    <a:pt x="3592" y="39438"/>
                    <a:pt x="2429" y="39798"/>
                    <a:pt x="1551" y="40646"/>
                  </a:cubicBezTo>
                  <a:cubicBezTo>
                    <a:pt x="396" y="41801"/>
                    <a:pt x="1" y="43595"/>
                    <a:pt x="244" y="45236"/>
                  </a:cubicBezTo>
                  <a:cubicBezTo>
                    <a:pt x="487" y="46877"/>
                    <a:pt x="1277" y="48367"/>
                    <a:pt x="2128" y="49765"/>
                  </a:cubicBezTo>
                  <a:cubicBezTo>
                    <a:pt x="5107" y="54659"/>
                    <a:pt x="9271" y="58884"/>
                    <a:pt x="14287" y="61589"/>
                  </a:cubicBezTo>
                  <a:cubicBezTo>
                    <a:pt x="18084" y="63614"/>
                    <a:pt x="21794" y="64838"/>
                    <a:pt x="25799" y="64838"/>
                  </a:cubicBezTo>
                  <a:cubicBezTo>
                    <a:pt x="27084" y="64838"/>
                    <a:pt x="28400" y="64712"/>
                    <a:pt x="29758" y="64446"/>
                  </a:cubicBezTo>
                  <a:lnTo>
                    <a:pt x="29788" y="64446"/>
                  </a:lnTo>
                  <a:cubicBezTo>
                    <a:pt x="39393" y="59795"/>
                    <a:pt x="43132" y="48914"/>
                    <a:pt x="44378" y="38822"/>
                  </a:cubicBezTo>
                  <a:cubicBezTo>
                    <a:pt x="44591" y="37120"/>
                    <a:pt x="45047" y="35388"/>
                    <a:pt x="44500" y="33777"/>
                  </a:cubicBezTo>
                  <a:cubicBezTo>
                    <a:pt x="44003" y="32390"/>
                    <a:pt x="42673" y="31252"/>
                    <a:pt x="41285" y="31252"/>
                  </a:cubicBezTo>
                  <a:cubicBezTo>
                    <a:pt x="41060" y="31252"/>
                    <a:pt x="40834" y="31282"/>
                    <a:pt x="40609" y="31345"/>
                  </a:cubicBezTo>
                  <a:cubicBezTo>
                    <a:pt x="39272" y="31740"/>
                    <a:pt x="38482" y="33108"/>
                    <a:pt x="37600" y="34202"/>
                  </a:cubicBezTo>
                  <a:cubicBezTo>
                    <a:pt x="36415" y="35631"/>
                    <a:pt x="34834" y="36725"/>
                    <a:pt x="33071" y="37333"/>
                  </a:cubicBezTo>
                  <a:cubicBezTo>
                    <a:pt x="32517" y="37508"/>
                    <a:pt x="31915" y="37634"/>
                    <a:pt x="31330" y="37634"/>
                  </a:cubicBezTo>
                  <a:cubicBezTo>
                    <a:pt x="30695" y="37634"/>
                    <a:pt x="30082" y="37485"/>
                    <a:pt x="29576" y="37090"/>
                  </a:cubicBezTo>
                  <a:cubicBezTo>
                    <a:pt x="28269" y="36057"/>
                    <a:pt x="28390" y="34050"/>
                    <a:pt x="28664" y="32348"/>
                  </a:cubicBezTo>
                  <a:cubicBezTo>
                    <a:pt x="29180" y="29248"/>
                    <a:pt x="29697" y="26148"/>
                    <a:pt x="30214" y="23047"/>
                  </a:cubicBezTo>
                  <a:cubicBezTo>
                    <a:pt x="30487" y="21375"/>
                    <a:pt x="30761" y="19673"/>
                    <a:pt x="30518" y="18002"/>
                  </a:cubicBezTo>
                  <a:cubicBezTo>
                    <a:pt x="30244" y="16330"/>
                    <a:pt x="29332" y="14688"/>
                    <a:pt x="27813" y="13989"/>
                  </a:cubicBezTo>
                  <a:cubicBezTo>
                    <a:pt x="27391" y="13795"/>
                    <a:pt x="26925" y="13702"/>
                    <a:pt x="26459" y="13702"/>
                  </a:cubicBezTo>
                  <a:cubicBezTo>
                    <a:pt x="25244" y="13702"/>
                    <a:pt x="24027" y="14336"/>
                    <a:pt x="23588" y="15479"/>
                  </a:cubicBezTo>
                  <a:cubicBezTo>
                    <a:pt x="23344" y="16117"/>
                    <a:pt x="23375" y="16846"/>
                    <a:pt x="23192" y="17546"/>
                  </a:cubicBezTo>
                  <a:cubicBezTo>
                    <a:pt x="23040" y="18214"/>
                    <a:pt x="22615" y="18944"/>
                    <a:pt x="21916" y="19035"/>
                  </a:cubicBezTo>
                  <a:cubicBezTo>
                    <a:pt x="21866" y="19041"/>
                    <a:pt x="21818" y="19045"/>
                    <a:pt x="21769" y="19045"/>
                  </a:cubicBezTo>
                  <a:cubicBezTo>
                    <a:pt x="21136" y="19045"/>
                    <a:pt x="20609" y="18508"/>
                    <a:pt x="20214" y="17971"/>
                  </a:cubicBezTo>
                  <a:cubicBezTo>
                    <a:pt x="18755" y="15995"/>
                    <a:pt x="17934" y="13655"/>
                    <a:pt x="17174" y="11315"/>
                  </a:cubicBezTo>
                  <a:cubicBezTo>
                    <a:pt x="16414" y="8974"/>
                    <a:pt x="15715" y="6603"/>
                    <a:pt x="14438" y="4506"/>
                  </a:cubicBezTo>
                  <a:cubicBezTo>
                    <a:pt x="13162" y="2439"/>
                    <a:pt x="11247" y="646"/>
                    <a:pt x="8876" y="129"/>
                  </a:cubicBezTo>
                  <a:cubicBezTo>
                    <a:pt x="8480" y="43"/>
                    <a:pt x="8073" y="0"/>
                    <a:pt x="7664"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5"/>
            <p:cNvSpPr/>
            <p:nvPr/>
          </p:nvSpPr>
          <p:spPr>
            <a:xfrm>
              <a:off x="3426848" y="5882215"/>
              <a:ext cx="826238" cy="2265615"/>
            </a:xfrm>
            <a:custGeom>
              <a:rect b="b" l="l" r="r" t="t"/>
              <a:pathLst>
                <a:path extrusionOk="0" h="64014" w="23345">
                  <a:moveTo>
                    <a:pt x="1" y="0"/>
                  </a:moveTo>
                  <a:lnTo>
                    <a:pt x="1" y="0"/>
                  </a:lnTo>
                  <a:cubicBezTo>
                    <a:pt x="31" y="61"/>
                    <a:pt x="61" y="122"/>
                    <a:pt x="122" y="183"/>
                  </a:cubicBezTo>
                  <a:lnTo>
                    <a:pt x="548" y="700"/>
                  </a:lnTo>
                  <a:cubicBezTo>
                    <a:pt x="943" y="1155"/>
                    <a:pt x="1490" y="1855"/>
                    <a:pt x="2159" y="2736"/>
                  </a:cubicBezTo>
                  <a:cubicBezTo>
                    <a:pt x="4134" y="5228"/>
                    <a:pt x="5897" y="7873"/>
                    <a:pt x="7448" y="10608"/>
                  </a:cubicBezTo>
                  <a:cubicBezTo>
                    <a:pt x="8451" y="12371"/>
                    <a:pt x="9454" y="14317"/>
                    <a:pt x="10487" y="16444"/>
                  </a:cubicBezTo>
                  <a:cubicBezTo>
                    <a:pt x="11521" y="18572"/>
                    <a:pt x="12645" y="20852"/>
                    <a:pt x="13709" y="23283"/>
                  </a:cubicBezTo>
                  <a:cubicBezTo>
                    <a:pt x="14834" y="25806"/>
                    <a:pt x="15837" y="28420"/>
                    <a:pt x="16688" y="31065"/>
                  </a:cubicBezTo>
                  <a:cubicBezTo>
                    <a:pt x="17144" y="32463"/>
                    <a:pt x="17478" y="33861"/>
                    <a:pt x="17873" y="35320"/>
                  </a:cubicBezTo>
                  <a:cubicBezTo>
                    <a:pt x="18238" y="36779"/>
                    <a:pt x="18603" y="38268"/>
                    <a:pt x="18967" y="39758"/>
                  </a:cubicBezTo>
                  <a:cubicBezTo>
                    <a:pt x="20426" y="45351"/>
                    <a:pt x="21582" y="51035"/>
                    <a:pt x="22402" y="56779"/>
                  </a:cubicBezTo>
                  <a:cubicBezTo>
                    <a:pt x="23071" y="62068"/>
                    <a:pt x="22919" y="59940"/>
                    <a:pt x="22676" y="64013"/>
                  </a:cubicBezTo>
                  <a:lnTo>
                    <a:pt x="22919" y="63983"/>
                  </a:lnTo>
                  <a:cubicBezTo>
                    <a:pt x="23162" y="59940"/>
                    <a:pt x="23344" y="62038"/>
                    <a:pt x="22676" y="56719"/>
                  </a:cubicBezTo>
                  <a:cubicBezTo>
                    <a:pt x="21885" y="50974"/>
                    <a:pt x="20730" y="45290"/>
                    <a:pt x="19302" y="39697"/>
                  </a:cubicBezTo>
                  <a:cubicBezTo>
                    <a:pt x="18907" y="38177"/>
                    <a:pt x="18542" y="36718"/>
                    <a:pt x="18177" y="35259"/>
                  </a:cubicBezTo>
                  <a:cubicBezTo>
                    <a:pt x="17812" y="33800"/>
                    <a:pt x="17448" y="32372"/>
                    <a:pt x="16992" y="30973"/>
                  </a:cubicBezTo>
                  <a:cubicBezTo>
                    <a:pt x="16141" y="28329"/>
                    <a:pt x="15138" y="25715"/>
                    <a:pt x="13983" y="23162"/>
                  </a:cubicBezTo>
                  <a:cubicBezTo>
                    <a:pt x="12919" y="20730"/>
                    <a:pt x="11794" y="18451"/>
                    <a:pt x="10730" y="16323"/>
                  </a:cubicBezTo>
                  <a:cubicBezTo>
                    <a:pt x="9697" y="14195"/>
                    <a:pt x="8663" y="12250"/>
                    <a:pt x="7630" y="10517"/>
                  </a:cubicBezTo>
                  <a:cubicBezTo>
                    <a:pt x="6049" y="7751"/>
                    <a:pt x="4256" y="5137"/>
                    <a:pt x="2280" y="2645"/>
                  </a:cubicBezTo>
                  <a:cubicBezTo>
                    <a:pt x="1551" y="1794"/>
                    <a:pt x="1004" y="1125"/>
                    <a:pt x="608" y="669"/>
                  </a:cubicBezTo>
                  <a:lnTo>
                    <a:pt x="153" y="183"/>
                  </a:lnTo>
                  <a:cubicBezTo>
                    <a:pt x="92" y="122"/>
                    <a:pt x="61" y="61"/>
                    <a:pt x="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5"/>
            <p:cNvSpPr/>
            <p:nvPr/>
          </p:nvSpPr>
          <p:spPr>
            <a:xfrm>
              <a:off x="4026043" y="6341574"/>
              <a:ext cx="189385" cy="635826"/>
            </a:xfrm>
            <a:custGeom>
              <a:rect b="b" l="l" r="r" t="t"/>
              <a:pathLst>
                <a:path extrusionOk="0" h="17965" w="5351">
                  <a:moveTo>
                    <a:pt x="5351" y="0"/>
                  </a:moveTo>
                  <a:lnTo>
                    <a:pt x="5351" y="0"/>
                  </a:lnTo>
                  <a:cubicBezTo>
                    <a:pt x="5229" y="213"/>
                    <a:pt x="5107" y="456"/>
                    <a:pt x="5016" y="669"/>
                  </a:cubicBezTo>
                  <a:cubicBezTo>
                    <a:pt x="4834" y="1125"/>
                    <a:pt x="4591" y="1763"/>
                    <a:pt x="4287" y="2554"/>
                  </a:cubicBezTo>
                  <a:cubicBezTo>
                    <a:pt x="3709" y="4165"/>
                    <a:pt x="3041" y="6414"/>
                    <a:pt x="2372" y="8906"/>
                  </a:cubicBezTo>
                  <a:cubicBezTo>
                    <a:pt x="1703" y="11429"/>
                    <a:pt x="1126" y="13618"/>
                    <a:pt x="670" y="15320"/>
                  </a:cubicBezTo>
                  <a:lnTo>
                    <a:pt x="153" y="17265"/>
                  </a:lnTo>
                  <a:cubicBezTo>
                    <a:pt x="62" y="17478"/>
                    <a:pt x="1" y="17721"/>
                    <a:pt x="1" y="17964"/>
                  </a:cubicBezTo>
                  <a:cubicBezTo>
                    <a:pt x="92" y="17751"/>
                    <a:pt x="183" y="17508"/>
                    <a:pt x="275" y="17265"/>
                  </a:cubicBezTo>
                  <a:cubicBezTo>
                    <a:pt x="427" y="16839"/>
                    <a:pt x="639" y="16171"/>
                    <a:pt x="882" y="15380"/>
                  </a:cubicBezTo>
                  <a:cubicBezTo>
                    <a:pt x="1399" y="13770"/>
                    <a:pt x="2007" y="11490"/>
                    <a:pt x="2676" y="8997"/>
                  </a:cubicBezTo>
                  <a:cubicBezTo>
                    <a:pt x="3344" y="6475"/>
                    <a:pt x="3983" y="4225"/>
                    <a:pt x="4500" y="2614"/>
                  </a:cubicBezTo>
                  <a:cubicBezTo>
                    <a:pt x="4773" y="1824"/>
                    <a:pt x="4986" y="1155"/>
                    <a:pt x="5138" y="730"/>
                  </a:cubicBezTo>
                  <a:cubicBezTo>
                    <a:pt x="5229" y="487"/>
                    <a:pt x="5290" y="243"/>
                    <a:pt x="535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5"/>
            <p:cNvSpPr/>
            <p:nvPr/>
          </p:nvSpPr>
          <p:spPr>
            <a:xfrm>
              <a:off x="3288074" y="6714859"/>
              <a:ext cx="736943" cy="262542"/>
            </a:xfrm>
            <a:custGeom>
              <a:rect b="b" l="l" r="r" t="t"/>
              <a:pathLst>
                <a:path extrusionOk="0" h="7418" w="20822">
                  <a:moveTo>
                    <a:pt x="1" y="1"/>
                  </a:moveTo>
                  <a:lnTo>
                    <a:pt x="1" y="1"/>
                  </a:lnTo>
                  <a:cubicBezTo>
                    <a:pt x="274" y="92"/>
                    <a:pt x="578" y="183"/>
                    <a:pt x="852" y="244"/>
                  </a:cubicBezTo>
                  <a:cubicBezTo>
                    <a:pt x="1399" y="365"/>
                    <a:pt x="2189" y="578"/>
                    <a:pt x="3131" y="852"/>
                  </a:cubicBezTo>
                  <a:cubicBezTo>
                    <a:pt x="5046" y="1368"/>
                    <a:pt x="7691" y="2189"/>
                    <a:pt x="10578" y="3223"/>
                  </a:cubicBezTo>
                  <a:cubicBezTo>
                    <a:pt x="13466" y="4256"/>
                    <a:pt x="16019" y="5289"/>
                    <a:pt x="17843" y="6110"/>
                  </a:cubicBezTo>
                  <a:cubicBezTo>
                    <a:pt x="18785" y="6505"/>
                    <a:pt x="19515" y="6840"/>
                    <a:pt x="20031" y="7083"/>
                  </a:cubicBezTo>
                  <a:cubicBezTo>
                    <a:pt x="20274" y="7235"/>
                    <a:pt x="20548" y="7326"/>
                    <a:pt x="20822" y="7417"/>
                  </a:cubicBezTo>
                  <a:cubicBezTo>
                    <a:pt x="20578" y="7265"/>
                    <a:pt x="20335" y="7113"/>
                    <a:pt x="20062" y="6992"/>
                  </a:cubicBezTo>
                  <a:cubicBezTo>
                    <a:pt x="19575" y="6718"/>
                    <a:pt x="18846" y="6323"/>
                    <a:pt x="17934" y="5897"/>
                  </a:cubicBezTo>
                  <a:cubicBezTo>
                    <a:pt x="16110" y="5046"/>
                    <a:pt x="13557" y="3952"/>
                    <a:pt x="10669" y="2919"/>
                  </a:cubicBezTo>
                  <a:cubicBezTo>
                    <a:pt x="8207" y="2037"/>
                    <a:pt x="5715" y="1277"/>
                    <a:pt x="3192" y="639"/>
                  </a:cubicBezTo>
                  <a:cubicBezTo>
                    <a:pt x="2219" y="396"/>
                    <a:pt x="1399" y="244"/>
                    <a:pt x="852" y="122"/>
                  </a:cubicBezTo>
                  <a:cubicBezTo>
                    <a:pt x="578" y="61"/>
                    <a:pt x="304" y="31"/>
                    <a:pt x="1"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5"/>
            <p:cNvSpPr/>
            <p:nvPr/>
          </p:nvSpPr>
          <p:spPr>
            <a:xfrm>
              <a:off x="4221834" y="6964446"/>
              <a:ext cx="536869" cy="910118"/>
            </a:xfrm>
            <a:custGeom>
              <a:rect b="b" l="l" r="r" t="t"/>
              <a:pathLst>
                <a:path extrusionOk="0" h="25715" w="15169">
                  <a:moveTo>
                    <a:pt x="15168" y="0"/>
                  </a:moveTo>
                  <a:lnTo>
                    <a:pt x="15168" y="0"/>
                  </a:lnTo>
                  <a:cubicBezTo>
                    <a:pt x="15168" y="0"/>
                    <a:pt x="15108" y="92"/>
                    <a:pt x="14986" y="244"/>
                  </a:cubicBezTo>
                  <a:cubicBezTo>
                    <a:pt x="14864" y="395"/>
                    <a:pt x="14682" y="669"/>
                    <a:pt x="14500" y="973"/>
                  </a:cubicBezTo>
                  <a:cubicBezTo>
                    <a:pt x="14074" y="1581"/>
                    <a:pt x="13497" y="2523"/>
                    <a:pt x="12767" y="3648"/>
                  </a:cubicBezTo>
                  <a:cubicBezTo>
                    <a:pt x="11339" y="5927"/>
                    <a:pt x="9484" y="9180"/>
                    <a:pt x="7448" y="12766"/>
                  </a:cubicBezTo>
                  <a:cubicBezTo>
                    <a:pt x="5442" y="16353"/>
                    <a:pt x="3588" y="19605"/>
                    <a:pt x="2220" y="21916"/>
                  </a:cubicBezTo>
                  <a:cubicBezTo>
                    <a:pt x="1551" y="23071"/>
                    <a:pt x="1004" y="23982"/>
                    <a:pt x="579" y="24682"/>
                  </a:cubicBezTo>
                  <a:cubicBezTo>
                    <a:pt x="396" y="24955"/>
                    <a:pt x="275" y="25229"/>
                    <a:pt x="153" y="25441"/>
                  </a:cubicBezTo>
                  <a:cubicBezTo>
                    <a:pt x="92" y="25533"/>
                    <a:pt x="31" y="25624"/>
                    <a:pt x="1" y="25715"/>
                  </a:cubicBezTo>
                  <a:cubicBezTo>
                    <a:pt x="92" y="25654"/>
                    <a:pt x="153" y="25563"/>
                    <a:pt x="183" y="25472"/>
                  </a:cubicBezTo>
                  <a:lnTo>
                    <a:pt x="700" y="24742"/>
                  </a:lnTo>
                  <a:cubicBezTo>
                    <a:pt x="1126" y="24134"/>
                    <a:pt x="1703" y="23223"/>
                    <a:pt x="2402" y="22068"/>
                  </a:cubicBezTo>
                  <a:cubicBezTo>
                    <a:pt x="3831" y="19788"/>
                    <a:pt x="5715" y="16536"/>
                    <a:pt x="7721" y="12949"/>
                  </a:cubicBezTo>
                  <a:cubicBezTo>
                    <a:pt x="9758" y="9362"/>
                    <a:pt x="11582" y="6110"/>
                    <a:pt x="12950" y="3800"/>
                  </a:cubicBezTo>
                  <a:lnTo>
                    <a:pt x="14591" y="1034"/>
                  </a:lnTo>
                  <a:lnTo>
                    <a:pt x="15047" y="274"/>
                  </a:lnTo>
                  <a:cubicBezTo>
                    <a:pt x="15108" y="183"/>
                    <a:pt x="15138" y="92"/>
                    <a:pt x="15168"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5"/>
            <p:cNvSpPr/>
            <p:nvPr/>
          </p:nvSpPr>
          <p:spPr>
            <a:xfrm>
              <a:off x="3264397" y="7388307"/>
              <a:ext cx="957473" cy="486258"/>
            </a:xfrm>
            <a:custGeom>
              <a:rect b="b" l="l" r="r" t="t"/>
              <a:pathLst>
                <a:path extrusionOk="0" h="13739" w="27053">
                  <a:moveTo>
                    <a:pt x="1" y="0"/>
                  </a:moveTo>
                  <a:lnTo>
                    <a:pt x="1" y="0"/>
                  </a:lnTo>
                  <a:cubicBezTo>
                    <a:pt x="92" y="61"/>
                    <a:pt x="183" y="122"/>
                    <a:pt x="274" y="152"/>
                  </a:cubicBezTo>
                  <a:lnTo>
                    <a:pt x="1034" y="578"/>
                  </a:lnTo>
                  <a:lnTo>
                    <a:pt x="3952" y="2067"/>
                  </a:lnTo>
                  <a:cubicBezTo>
                    <a:pt x="6384" y="3313"/>
                    <a:pt x="9758" y="5076"/>
                    <a:pt x="13436" y="7022"/>
                  </a:cubicBezTo>
                  <a:cubicBezTo>
                    <a:pt x="17144" y="8937"/>
                    <a:pt x="20518" y="10699"/>
                    <a:pt x="23010" y="11885"/>
                  </a:cubicBezTo>
                  <a:cubicBezTo>
                    <a:pt x="24226" y="12493"/>
                    <a:pt x="25229" y="12949"/>
                    <a:pt x="25928" y="13283"/>
                  </a:cubicBezTo>
                  <a:lnTo>
                    <a:pt x="26749" y="13617"/>
                  </a:lnTo>
                  <a:cubicBezTo>
                    <a:pt x="26840" y="13678"/>
                    <a:pt x="26931" y="13709"/>
                    <a:pt x="27053" y="13739"/>
                  </a:cubicBezTo>
                  <a:cubicBezTo>
                    <a:pt x="27053" y="13739"/>
                    <a:pt x="26962" y="13678"/>
                    <a:pt x="26779" y="13587"/>
                  </a:cubicBezTo>
                  <a:lnTo>
                    <a:pt x="26020" y="13161"/>
                  </a:lnTo>
                  <a:lnTo>
                    <a:pt x="23132" y="11703"/>
                  </a:lnTo>
                  <a:cubicBezTo>
                    <a:pt x="20670" y="10456"/>
                    <a:pt x="17326" y="8693"/>
                    <a:pt x="13618" y="6718"/>
                  </a:cubicBezTo>
                  <a:cubicBezTo>
                    <a:pt x="9940" y="4772"/>
                    <a:pt x="6536" y="3040"/>
                    <a:pt x="4074" y="1854"/>
                  </a:cubicBezTo>
                  <a:cubicBezTo>
                    <a:pt x="2828" y="1246"/>
                    <a:pt x="1825" y="790"/>
                    <a:pt x="1125" y="456"/>
                  </a:cubicBezTo>
                  <a:lnTo>
                    <a:pt x="335" y="122"/>
                  </a:lnTo>
                  <a:cubicBezTo>
                    <a:pt x="214" y="61"/>
                    <a:pt x="122" y="31"/>
                    <a:pt x="1" y="0"/>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5"/>
            <p:cNvSpPr/>
            <p:nvPr/>
          </p:nvSpPr>
          <p:spPr>
            <a:xfrm>
              <a:off x="4002401" y="6360650"/>
              <a:ext cx="930575" cy="1788241"/>
            </a:xfrm>
            <a:custGeom>
              <a:rect b="b" l="l" r="r" t="t"/>
              <a:pathLst>
                <a:path extrusionOk="0" h="50526" w="26293">
                  <a:moveTo>
                    <a:pt x="19392" y="1"/>
                  </a:moveTo>
                  <a:cubicBezTo>
                    <a:pt x="18616" y="1"/>
                    <a:pt x="16692" y="529"/>
                    <a:pt x="15806" y="5510"/>
                  </a:cubicBezTo>
                  <a:cubicBezTo>
                    <a:pt x="14681" y="11863"/>
                    <a:pt x="14590" y="15328"/>
                    <a:pt x="14590" y="15328"/>
                  </a:cubicBezTo>
                  <a:cubicBezTo>
                    <a:pt x="14590" y="15328"/>
                    <a:pt x="14309" y="16324"/>
                    <a:pt x="13618" y="16324"/>
                  </a:cubicBezTo>
                  <a:cubicBezTo>
                    <a:pt x="13490" y="16324"/>
                    <a:pt x="13348" y="16290"/>
                    <a:pt x="13192" y="16209"/>
                  </a:cubicBezTo>
                  <a:cubicBezTo>
                    <a:pt x="12344" y="15785"/>
                    <a:pt x="11065" y="14480"/>
                    <a:pt x="9928" y="14480"/>
                  </a:cubicBezTo>
                  <a:cubicBezTo>
                    <a:pt x="9680" y="14480"/>
                    <a:pt x="9439" y="14542"/>
                    <a:pt x="9210" y="14689"/>
                  </a:cubicBezTo>
                  <a:cubicBezTo>
                    <a:pt x="7934" y="15510"/>
                    <a:pt x="7964" y="17182"/>
                    <a:pt x="8906" y="19401"/>
                  </a:cubicBezTo>
                  <a:cubicBezTo>
                    <a:pt x="9879" y="21589"/>
                    <a:pt x="11824" y="26513"/>
                    <a:pt x="11976" y="26939"/>
                  </a:cubicBezTo>
                  <a:cubicBezTo>
                    <a:pt x="12136" y="27312"/>
                    <a:pt x="12109" y="27919"/>
                    <a:pt x="11587" y="27919"/>
                  </a:cubicBezTo>
                  <a:cubicBezTo>
                    <a:pt x="11514" y="27919"/>
                    <a:pt x="11431" y="27907"/>
                    <a:pt x="11338" y="27881"/>
                  </a:cubicBezTo>
                  <a:cubicBezTo>
                    <a:pt x="10796" y="27708"/>
                    <a:pt x="8219" y="26193"/>
                    <a:pt x="6341" y="26193"/>
                  </a:cubicBezTo>
                  <a:cubicBezTo>
                    <a:pt x="5583" y="26193"/>
                    <a:pt x="4940" y="26439"/>
                    <a:pt x="4590" y="27121"/>
                  </a:cubicBezTo>
                  <a:cubicBezTo>
                    <a:pt x="3344" y="29462"/>
                    <a:pt x="7052" y="35146"/>
                    <a:pt x="7417" y="35784"/>
                  </a:cubicBezTo>
                  <a:cubicBezTo>
                    <a:pt x="7812" y="36422"/>
                    <a:pt x="7782" y="36726"/>
                    <a:pt x="7508" y="37000"/>
                  </a:cubicBezTo>
                  <a:cubicBezTo>
                    <a:pt x="7477" y="37034"/>
                    <a:pt x="7431" y="37050"/>
                    <a:pt x="7371" y="37050"/>
                  </a:cubicBezTo>
                  <a:cubicBezTo>
                    <a:pt x="6895" y="37050"/>
                    <a:pt x="5558" y="36064"/>
                    <a:pt x="4316" y="35389"/>
                  </a:cubicBezTo>
                  <a:cubicBezTo>
                    <a:pt x="3520" y="34956"/>
                    <a:pt x="2615" y="34563"/>
                    <a:pt x="1871" y="34563"/>
                  </a:cubicBezTo>
                  <a:cubicBezTo>
                    <a:pt x="1309" y="34563"/>
                    <a:pt x="839" y="34787"/>
                    <a:pt x="578" y="35389"/>
                  </a:cubicBezTo>
                  <a:cubicBezTo>
                    <a:pt x="0" y="36817"/>
                    <a:pt x="1125" y="41590"/>
                    <a:pt x="7903" y="47821"/>
                  </a:cubicBezTo>
                  <a:lnTo>
                    <a:pt x="11216" y="50526"/>
                  </a:lnTo>
                  <a:lnTo>
                    <a:pt x="15229" y="49067"/>
                  </a:lnTo>
                  <a:cubicBezTo>
                    <a:pt x="23679" y="45359"/>
                    <a:pt x="26293" y="41225"/>
                    <a:pt x="26201" y="39705"/>
                  </a:cubicBezTo>
                  <a:cubicBezTo>
                    <a:pt x="26117" y="38629"/>
                    <a:pt x="25197" y="38314"/>
                    <a:pt x="24124" y="38314"/>
                  </a:cubicBezTo>
                  <a:cubicBezTo>
                    <a:pt x="23651" y="38314"/>
                    <a:pt x="23149" y="38375"/>
                    <a:pt x="22675" y="38459"/>
                  </a:cubicBezTo>
                  <a:cubicBezTo>
                    <a:pt x="21433" y="38674"/>
                    <a:pt x="20059" y="39077"/>
                    <a:pt x="19439" y="39077"/>
                  </a:cubicBezTo>
                  <a:cubicBezTo>
                    <a:pt x="19271" y="39077"/>
                    <a:pt x="19158" y="39047"/>
                    <a:pt x="19119" y="38976"/>
                  </a:cubicBezTo>
                  <a:cubicBezTo>
                    <a:pt x="18967" y="38611"/>
                    <a:pt x="19028" y="38276"/>
                    <a:pt x="19605" y="37821"/>
                  </a:cubicBezTo>
                  <a:cubicBezTo>
                    <a:pt x="20183" y="37365"/>
                    <a:pt x="25502" y="33170"/>
                    <a:pt x="25107" y="30556"/>
                  </a:cubicBezTo>
                  <a:cubicBezTo>
                    <a:pt x="24896" y="29158"/>
                    <a:pt x="23242" y="28838"/>
                    <a:pt x="21628" y="28838"/>
                  </a:cubicBezTo>
                  <a:cubicBezTo>
                    <a:pt x="20263" y="28838"/>
                    <a:pt x="18927" y="29067"/>
                    <a:pt x="18515" y="29067"/>
                  </a:cubicBezTo>
                  <a:cubicBezTo>
                    <a:pt x="18502" y="29067"/>
                    <a:pt x="18491" y="29067"/>
                    <a:pt x="18481" y="29067"/>
                  </a:cubicBezTo>
                  <a:cubicBezTo>
                    <a:pt x="17691" y="29067"/>
                    <a:pt x="17873" y="28368"/>
                    <a:pt x="18177" y="28003"/>
                  </a:cubicBezTo>
                  <a:cubicBezTo>
                    <a:pt x="18481" y="27638"/>
                    <a:pt x="21885" y="23626"/>
                    <a:pt x="23527" y="21863"/>
                  </a:cubicBezTo>
                  <a:cubicBezTo>
                    <a:pt x="25168" y="20100"/>
                    <a:pt x="25685" y="18459"/>
                    <a:pt x="24803" y="17304"/>
                  </a:cubicBezTo>
                  <a:cubicBezTo>
                    <a:pt x="24500" y="16920"/>
                    <a:pt x="24054" y="16788"/>
                    <a:pt x="23551" y="16788"/>
                  </a:cubicBezTo>
                  <a:cubicBezTo>
                    <a:pt x="22539" y="16788"/>
                    <a:pt x="21299" y="17324"/>
                    <a:pt x="20548" y="17425"/>
                  </a:cubicBezTo>
                  <a:cubicBezTo>
                    <a:pt x="20491" y="17433"/>
                    <a:pt x="20437" y="17436"/>
                    <a:pt x="20386" y="17436"/>
                  </a:cubicBezTo>
                  <a:cubicBezTo>
                    <a:pt x="19429" y="17436"/>
                    <a:pt x="19484" y="16148"/>
                    <a:pt x="19484" y="16148"/>
                  </a:cubicBezTo>
                  <a:cubicBezTo>
                    <a:pt x="19484" y="16148"/>
                    <a:pt x="20548" y="12835"/>
                    <a:pt x="21551" y="6483"/>
                  </a:cubicBezTo>
                  <a:cubicBezTo>
                    <a:pt x="22554" y="130"/>
                    <a:pt x="19697" y="8"/>
                    <a:pt x="19697" y="8"/>
                  </a:cubicBezTo>
                  <a:lnTo>
                    <a:pt x="19697" y="8"/>
                  </a:lnTo>
                  <a:lnTo>
                    <a:pt x="19727" y="39"/>
                  </a:lnTo>
                  <a:cubicBezTo>
                    <a:pt x="19727" y="39"/>
                    <a:pt x="19601" y="1"/>
                    <a:pt x="1939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5"/>
            <p:cNvSpPr/>
            <p:nvPr/>
          </p:nvSpPr>
          <p:spPr>
            <a:xfrm>
              <a:off x="4399363" y="6562105"/>
              <a:ext cx="267886" cy="1586787"/>
            </a:xfrm>
            <a:custGeom>
              <a:rect b="b" l="l" r="r" t="t"/>
              <a:pathLst>
                <a:path extrusionOk="0" h="44834" w="7569">
                  <a:moveTo>
                    <a:pt x="7569" y="0"/>
                  </a:moveTo>
                  <a:cubicBezTo>
                    <a:pt x="7569" y="31"/>
                    <a:pt x="7538" y="61"/>
                    <a:pt x="7538" y="122"/>
                  </a:cubicBezTo>
                  <a:cubicBezTo>
                    <a:pt x="7538" y="183"/>
                    <a:pt x="7508" y="304"/>
                    <a:pt x="7478" y="456"/>
                  </a:cubicBezTo>
                  <a:cubicBezTo>
                    <a:pt x="7417" y="760"/>
                    <a:pt x="7326" y="1186"/>
                    <a:pt x="7234" y="1763"/>
                  </a:cubicBezTo>
                  <a:cubicBezTo>
                    <a:pt x="7022" y="2888"/>
                    <a:pt x="6748" y="4529"/>
                    <a:pt x="6353" y="6535"/>
                  </a:cubicBezTo>
                  <a:cubicBezTo>
                    <a:pt x="5654" y="10608"/>
                    <a:pt x="4712" y="16201"/>
                    <a:pt x="3709" y="22402"/>
                  </a:cubicBezTo>
                  <a:cubicBezTo>
                    <a:pt x="2705" y="28603"/>
                    <a:pt x="1763" y="34195"/>
                    <a:pt x="1095" y="38268"/>
                  </a:cubicBezTo>
                  <a:lnTo>
                    <a:pt x="274" y="43071"/>
                  </a:lnTo>
                  <a:cubicBezTo>
                    <a:pt x="183" y="43618"/>
                    <a:pt x="122" y="44074"/>
                    <a:pt x="61" y="44378"/>
                  </a:cubicBezTo>
                  <a:cubicBezTo>
                    <a:pt x="31" y="44500"/>
                    <a:pt x="0" y="44621"/>
                    <a:pt x="0" y="44712"/>
                  </a:cubicBezTo>
                  <a:cubicBezTo>
                    <a:pt x="0" y="44743"/>
                    <a:pt x="0" y="44773"/>
                    <a:pt x="0" y="44834"/>
                  </a:cubicBezTo>
                  <a:cubicBezTo>
                    <a:pt x="31" y="44773"/>
                    <a:pt x="31" y="44743"/>
                    <a:pt x="31" y="44712"/>
                  </a:cubicBezTo>
                  <a:cubicBezTo>
                    <a:pt x="61" y="44621"/>
                    <a:pt x="91" y="44530"/>
                    <a:pt x="122" y="44378"/>
                  </a:cubicBezTo>
                  <a:cubicBezTo>
                    <a:pt x="183" y="44074"/>
                    <a:pt x="243" y="43618"/>
                    <a:pt x="365" y="43071"/>
                  </a:cubicBezTo>
                  <a:cubicBezTo>
                    <a:pt x="547" y="41916"/>
                    <a:pt x="851" y="40305"/>
                    <a:pt x="1216" y="38268"/>
                  </a:cubicBezTo>
                  <a:cubicBezTo>
                    <a:pt x="1915" y="34226"/>
                    <a:pt x="2857" y="28603"/>
                    <a:pt x="3891" y="22432"/>
                  </a:cubicBezTo>
                  <a:cubicBezTo>
                    <a:pt x="4894" y="16232"/>
                    <a:pt x="5836" y="10639"/>
                    <a:pt x="6505" y="6566"/>
                  </a:cubicBezTo>
                  <a:lnTo>
                    <a:pt x="7326" y="1763"/>
                  </a:lnTo>
                  <a:cubicBezTo>
                    <a:pt x="7417" y="1216"/>
                    <a:pt x="7478" y="760"/>
                    <a:pt x="7538" y="456"/>
                  </a:cubicBezTo>
                  <a:cubicBezTo>
                    <a:pt x="7538" y="304"/>
                    <a:pt x="7569" y="183"/>
                    <a:pt x="7569" y="122"/>
                  </a:cubicBezTo>
                  <a:lnTo>
                    <a:pt x="7569"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5"/>
            <p:cNvSpPr/>
            <p:nvPr/>
          </p:nvSpPr>
          <p:spPr>
            <a:xfrm>
              <a:off x="4278852" y="7420585"/>
              <a:ext cx="222725" cy="175370"/>
            </a:xfrm>
            <a:custGeom>
              <a:rect b="b" l="l" r="r" t="t"/>
              <a:pathLst>
                <a:path extrusionOk="0" h="4955" w="6293">
                  <a:moveTo>
                    <a:pt x="1" y="0"/>
                  </a:moveTo>
                  <a:cubicBezTo>
                    <a:pt x="62" y="91"/>
                    <a:pt x="123" y="182"/>
                    <a:pt x="214" y="243"/>
                  </a:cubicBezTo>
                  <a:cubicBezTo>
                    <a:pt x="366" y="395"/>
                    <a:pt x="578" y="608"/>
                    <a:pt x="852" y="851"/>
                  </a:cubicBezTo>
                  <a:cubicBezTo>
                    <a:pt x="1369" y="1337"/>
                    <a:pt x="2129" y="1976"/>
                    <a:pt x="3010" y="2675"/>
                  </a:cubicBezTo>
                  <a:cubicBezTo>
                    <a:pt x="3861" y="3374"/>
                    <a:pt x="4682" y="3951"/>
                    <a:pt x="5290" y="4347"/>
                  </a:cubicBezTo>
                  <a:cubicBezTo>
                    <a:pt x="5594" y="4559"/>
                    <a:pt x="5837" y="4711"/>
                    <a:pt x="6019" y="4803"/>
                  </a:cubicBezTo>
                  <a:cubicBezTo>
                    <a:pt x="6080" y="4863"/>
                    <a:pt x="6171" y="4924"/>
                    <a:pt x="6293" y="4955"/>
                  </a:cubicBezTo>
                  <a:cubicBezTo>
                    <a:pt x="5989" y="4711"/>
                    <a:pt x="5685" y="4468"/>
                    <a:pt x="5351" y="4255"/>
                  </a:cubicBezTo>
                  <a:cubicBezTo>
                    <a:pt x="4773" y="3830"/>
                    <a:pt x="3952" y="3222"/>
                    <a:pt x="3101" y="2553"/>
                  </a:cubicBezTo>
                  <a:cubicBezTo>
                    <a:pt x="2250" y="1854"/>
                    <a:pt x="1460" y="1216"/>
                    <a:pt x="913" y="760"/>
                  </a:cubicBezTo>
                  <a:cubicBezTo>
                    <a:pt x="639" y="486"/>
                    <a:pt x="335" y="243"/>
                    <a:pt x="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5"/>
            <p:cNvSpPr/>
            <p:nvPr/>
          </p:nvSpPr>
          <p:spPr>
            <a:xfrm>
              <a:off x="4500480" y="7485106"/>
              <a:ext cx="239926" cy="106531"/>
            </a:xfrm>
            <a:custGeom>
              <a:rect b="b" l="l" r="r" t="t"/>
              <a:pathLst>
                <a:path extrusionOk="0" h="3010" w="6779">
                  <a:moveTo>
                    <a:pt x="6779" y="1"/>
                  </a:moveTo>
                  <a:lnTo>
                    <a:pt x="6779" y="1"/>
                  </a:lnTo>
                  <a:cubicBezTo>
                    <a:pt x="6414" y="92"/>
                    <a:pt x="6080" y="214"/>
                    <a:pt x="5745" y="366"/>
                  </a:cubicBezTo>
                  <a:cubicBezTo>
                    <a:pt x="5137" y="639"/>
                    <a:pt x="4286" y="1004"/>
                    <a:pt x="3344" y="1429"/>
                  </a:cubicBezTo>
                  <a:cubicBezTo>
                    <a:pt x="2432" y="1855"/>
                    <a:pt x="1581" y="2220"/>
                    <a:pt x="973" y="2524"/>
                  </a:cubicBezTo>
                  <a:cubicBezTo>
                    <a:pt x="639" y="2645"/>
                    <a:pt x="304" y="2828"/>
                    <a:pt x="0" y="3010"/>
                  </a:cubicBezTo>
                  <a:cubicBezTo>
                    <a:pt x="365" y="2919"/>
                    <a:pt x="700" y="2767"/>
                    <a:pt x="1034" y="2615"/>
                  </a:cubicBezTo>
                  <a:cubicBezTo>
                    <a:pt x="1642" y="2372"/>
                    <a:pt x="2493" y="2007"/>
                    <a:pt x="3435" y="1581"/>
                  </a:cubicBezTo>
                  <a:cubicBezTo>
                    <a:pt x="4347" y="1156"/>
                    <a:pt x="5198" y="791"/>
                    <a:pt x="5806" y="487"/>
                  </a:cubicBezTo>
                  <a:cubicBezTo>
                    <a:pt x="6140" y="335"/>
                    <a:pt x="6444" y="183"/>
                    <a:pt x="677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5"/>
            <p:cNvSpPr/>
            <p:nvPr/>
          </p:nvSpPr>
          <p:spPr>
            <a:xfrm>
              <a:off x="4435924" y="7833651"/>
              <a:ext cx="307702" cy="134527"/>
            </a:xfrm>
            <a:custGeom>
              <a:rect b="b" l="l" r="r" t="t"/>
              <a:pathLst>
                <a:path extrusionOk="0" h="3801" w="8694">
                  <a:moveTo>
                    <a:pt x="8694" y="1"/>
                  </a:moveTo>
                  <a:lnTo>
                    <a:pt x="8694" y="1"/>
                  </a:lnTo>
                  <a:cubicBezTo>
                    <a:pt x="8572" y="31"/>
                    <a:pt x="8451" y="62"/>
                    <a:pt x="8360" y="123"/>
                  </a:cubicBezTo>
                  <a:lnTo>
                    <a:pt x="7417" y="518"/>
                  </a:lnTo>
                  <a:cubicBezTo>
                    <a:pt x="6597" y="852"/>
                    <a:pt x="5533" y="1308"/>
                    <a:pt x="4317" y="1825"/>
                  </a:cubicBezTo>
                  <a:cubicBezTo>
                    <a:pt x="3131" y="2341"/>
                    <a:pt x="2037" y="2828"/>
                    <a:pt x="1247" y="3193"/>
                  </a:cubicBezTo>
                  <a:lnTo>
                    <a:pt x="335" y="3618"/>
                  </a:lnTo>
                  <a:cubicBezTo>
                    <a:pt x="213" y="3679"/>
                    <a:pt x="122" y="3740"/>
                    <a:pt x="1" y="3800"/>
                  </a:cubicBezTo>
                  <a:cubicBezTo>
                    <a:pt x="122" y="3770"/>
                    <a:pt x="244" y="3740"/>
                    <a:pt x="365" y="3679"/>
                  </a:cubicBezTo>
                  <a:lnTo>
                    <a:pt x="1308" y="3314"/>
                  </a:lnTo>
                  <a:cubicBezTo>
                    <a:pt x="2128" y="2980"/>
                    <a:pt x="3192" y="2493"/>
                    <a:pt x="4408" y="1977"/>
                  </a:cubicBezTo>
                  <a:cubicBezTo>
                    <a:pt x="5594" y="1460"/>
                    <a:pt x="6688" y="974"/>
                    <a:pt x="7448" y="609"/>
                  </a:cubicBezTo>
                  <a:lnTo>
                    <a:pt x="8390" y="183"/>
                  </a:lnTo>
                  <a:cubicBezTo>
                    <a:pt x="8481" y="153"/>
                    <a:pt x="8603" y="92"/>
                    <a:pt x="869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5"/>
            <p:cNvSpPr/>
            <p:nvPr/>
          </p:nvSpPr>
          <p:spPr>
            <a:xfrm>
              <a:off x="4165914" y="7733632"/>
              <a:ext cx="276522" cy="229166"/>
            </a:xfrm>
            <a:custGeom>
              <a:rect b="b" l="l" r="r" t="t"/>
              <a:pathLst>
                <a:path extrusionOk="0" h="6475" w="7813">
                  <a:moveTo>
                    <a:pt x="0" y="0"/>
                  </a:moveTo>
                  <a:cubicBezTo>
                    <a:pt x="92" y="91"/>
                    <a:pt x="183" y="183"/>
                    <a:pt x="274" y="274"/>
                  </a:cubicBezTo>
                  <a:cubicBezTo>
                    <a:pt x="456" y="456"/>
                    <a:pt x="730" y="730"/>
                    <a:pt x="1064" y="1034"/>
                  </a:cubicBezTo>
                  <a:cubicBezTo>
                    <a:pt x="1733" y="1672"/>
                    <a:pt x="2675" y="2523"/>
                    <a:pt x="3769" y="3435"/>
                  </a:cubicBezTo>
                  <a:cubicBezTo>
                    <a:pt x="4833" y="4316"/>
                    <a:pt x="5836" y="5107"/>
                    <a:pt x="6596" y="5623"/>
                  </a:cubicBezTo>
                  <a:cubicBezTo>
                    <a:pt x="6961" y="5897"/>
                    <a:pt x="7265" y="6140"/>
                    <a:pt x="7478" y="6262"/>
                  </a:cubicBezTo>
                  <a:cubicBezTo>
                    <a:pt x="7599" y="6353"/>
                    <a:pt x="7691" y="6414"/>
                    <a:pt x="7812" y="6474"/>
                  </a:cubicBezTo>
                  <a:cubicBezTo>
                    <a:pt x="7721" y="6383"/>
                    <a:pt x="7630" y="6292"/>
                    <a:pt x="7508" y="6231"/>
                  </a:cubicBezTo>
                  <a:lnTo>
                    <a:pt x="6657" y="5532"/>
                  </a:lnTo>
                  <a:cubicBezTo>
                    <a:pt x="5928" y="4985"/>
                    <a:pt x="4955" y="4195"/>
                    <a:pt x="3861" y="3283"/>
                  </a:cubicBezTo>
                  <a:cubicBezTo>
                    <a:pt x="2797" y="2401"/>
                    <a:pt x="1824" y="1581"/>
                    <a:pt x="1155" y="973"/>
                  </a:cubicBezTo>
                  <a:lnTo>
                    <a:pt x="335" y="243"/>
                  </a:lnTo>
                  <a:cubicBezTo>
                    <a:pt x="213" y="152"/>
                    <a:pt x="122" y="61"/>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45"/>
          <p:cNvGrpSpPr/>
          <p:nvPr/>
        </p:nvGrpSpPr>
        <p:grpSpPr>
          <a:xfrm>
            <a:off x="311688" y="4278168"/>
            <a:ext cx="668104" cy="895218"/>
            <a:chOff x="122038" y="7256930"/>
            <a:chExt cx="668104" cy="895218"/>
          </a:xfrm>
        </p:grpSpPr>
        <p:sp>
          <p:nvSpPr>
            <p:cNvPr id="647" name="Google Shape;647;p45"/>
            <p:cNvSpPr/>
            <p:nvPr/>
          </p:nvSpPr>
          <p:spPr>
            <a:xfrm>
              <a:off x="522256" y="7780173"/>
              <a:ext cx="267886" cy="162204"/>
            </a:xfrm>
            <a:custGeom>
              <a:rect b="b" l="l" r="r" t="t"/>
              <a:pathLst>
                <a:path extrusionOk="0" h="4583" w="7569">
                  <a:moveTo>
                    <a:pt x="4002" y="1"/>
                  </a:moveTo>
                  <a:cubicBezTo>
                    <a:pt x="3122" y="1"/>
                    <a:pt x="2254" y="184"/>
                    <a:pt x="1459" y="539"/>
                  </a:cubicBezTo>
                  <a:cubicBezTo>
                    <a:pt x="760" y="904"/>
                    <a:pt x="304" y="1542"/>
                    <a:pt x="152" y="2302"/>
                  </a:cubicBezTo>
                  <a:cubicBezTo>
                    <a:pt x="0" y="2849"/>
                    <a:pt x="61" y="3427"/>
                    <a:pt x="335" y="3913"/>
                  </a:cubicBezTo>
                  <a:cubicBezTo>
                    <a:pt x="536" y="4342"/>
                    <a:pt x="968" y="4582"/>
                    <a:pt x="1439" y="4582"/>
                  </a:cubicBezTo>
                  <a:cubicBezTo>
                    <a:pt x="1536" y="4582"/>
                    <a:pt x="1634" y="4572"/>
                    <a:pt x="1733" y="4552"/>
                  </a:cubicBezTo>
                  <a:cubicBezTo>
                    <a:pt x="2249" y="4400"/>
                    <a:pt x="2553" y="3822"/>
                    <a:pt x="3009" y="3488"/>
                  </a:cubicBezTo>
                  <a:cubicBezTo>
                    <a:pt x="3474" y="3130"/>
                    <a:pt x="4044" y="3056"/>
                    <a:pt x="4639" y="3056"/>
                  </a:cubicBezTo>
                  <a:cubicBezTo>
                    <a:pt x="5055" y="3056"/>
                    <a:pt x="5484" y="3093"/>
                    <a:pt x="5897" y="3093"/>
                  </a:cubicBezTo>
                  <a:cubicBezTo>
                    <a:pt x="5937" y="3096"/>
                    <a:pt x="5978" y="3097"/>
                    <a:pt x="6019" y="3097"/>
                  </a:cubicBezTo>
                  <a:cubicBezTo>
                    <a:pt x="6378" y="3097"/>
                    <a:pt x="6752" y="2980"/>
                    <a:pt x="7052" y="2789"/>
                  </a:cubicBezTo>
                  <a:cubicBezTo>
                    <a:pt x="7569" y="2333"/>
                    <a:pt x="7508" y="1451"/>
                    <a:pt x="7022" y="934"/>
                  </a:cubicBezTo>
                  <a:cubicBezTo>
                    <a:pt x="6535" y="479"/>
                    <a:pt x="5867" y="175"/>
                    <a:pt x="5198" y="114"/>
                  </a:cubicBezTo>
                  <a:cubicBezTo>
                    <a:pt x="4800" y="38"/>
                    <a:pt x="4400" y="1"/>
                    <a:pt x="4002"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5"/>
            <p:cNvSpPr/>
            <p:nvPr/>
          </p:nvSpPr>
          <p:spPr>
            <a:xfrm>
              <a:off x="457701" y="7256930"/>
              <a:ext cx="196888" cy="387442"/>
            </a:xfrm>
            <a:custGeom>
              <a:rect b="b" l="l" r="r" t="t"/>
              <a:pathLst>
                <a:path extrusionOk="0" h="10947" w="5563">
                  <a:moveTo>
                    <a:pt x="3124" y="1"/>
                  </a:moveTo>
                  <a:cubicBezTo>
                    <a:pt x="3014" y="1"/>
                    <a:pt x="2905" y="12"/>
                    <a:pt x="2797" y="34"/>
                  </a:cubicBezTo>
                  <a:cubicBezTo>
                    <a:pt x="2098" y="217"/>
                    <a:pt x="1672" y="885"/>
                    <a:pt x="1368" y="1524"/>
                  </a:cubicBezTo>
                  <a:cubicBezTo>
                    <a:pt x="487" y="3378"/>
                    <a:pt x="0" y="5445"/>
                    <a:pt x="0" y="7512"/>
                  </a:cubicBezTo>
                  <a:cubicBezTo>
                    <a:pt x="0" y="8484"/>
                    <a:pt x="122" y="9487"/>
                    <a:pt x="669" y="10308"/>
                  </a:cubicBezTo>
                  <a:cubicBezTo>
                    <a:pt x="990" y="10768"/>
                    <a:pt x="1445" y="10947"/>
                    <a:pt x="1902" y="10947"/>
                  </a:cubicBezTo>
                  <a:cubicBezTo>
                    <a:pt x="2442" y="10947"/>
                    <a:pt x="2984" y="10698"/>
                    <a:pt x="3314" y="10369"/>
                  </a:cubicBezTo>
                  <a:cubicBezTo>
                    <a:pt x="3952" y="9761"/>
                    <a:pt x="4225" y="8879"/>
                    <a:pt x="4469" y="8028"/>
                  </a:cubicBezTo>
                  <a:cubicBezTo>
                    <a:pt x="5016" y="6144"/>
                    <a:pt x="5563" y="4107"/>
                    <a:pt x="5168" y="2162"/>
                  </a:cubicBezTo>
                  <a:cubicBezTo>
                    <a:pt x="5046" y="1585"/>
                    <a:pt x="4803" y="1037"/>
                    <a:pt x="4408" y="581"/>
                  </a:cubicBezTo>
                  <a:cubicBezTo>
                    <a:pt x="4086" y="211"/>
                    <a:pt x="3604" y="1"/>
                    <a:pt x="3124"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5"/>
            <p:cNvSpPr/>
            <p:nvPr/>
          </p:nvSpPr>
          <p:spPr>
            <a:xfrm>
              <a:off x="122038" y="7369797"/>
              <a:ext cx="324939" cy="320550"/>
            </a:xfrm>
            <a:custGeom>
              <a:rect b="b" l="l" r="r" t="t"/>
              <a:pathLst>
                <a:path extrusionOk="0" h="9057" w="9181">
                  <a:moveTo>
                    <a:pt x="1929" y="1"/>
                  </a:moveTo>
                  <a:cubicBezTo>
                    <a:pt x="1863" y="1"/>
                    <a:pt x="1798" y="3"/>
                    <a:pt x="1734" y="6"/>
                  </a:cubicBezTo>
                  <a:cubicBezTo>
                    <a:pt x="1156" y="37"/>
                    <a:pt x="670" y="341"/>
                    <a:pt x="396" y="827"/>
                  </a:cubicBezTo>
                  <a:cubicBezTo>
                    <a:pt x="1" y="1526"/>
                    <a:pt x="396" y="2377"/>
                    <a:pt x="761" y="3107"/>
                  </a:cubicBezTo>
                  <a:cubicBezTo>
                    <a:pt x="1430" y="4323"/>
                    <a:pt x="2220" y="5508"/>
                    <a:pt x="3071" y="6633"/>
                  </a:cubicBezTo>
                  <a:cubicBezTo>
                    <a:pt x="3770" y="7514"/>
                    <a:pt x="4560" y="8396"/>
                    <a:pt x="5624" y="8791"/>
                  </a:cubicBezTo>
                  <a:cubicBezTo>
                    <a:pt x="6057" y="8964"/>
                    <a:pt x="6494" y="9056"/>
                    <a:pt x="6900" y="9056"/>
                  </a:cubicBezTo>
                  <a:cubicBezTo>
                    <a:pt x="7492" y="9056"/>
                    <a:pt x="8017" y="8859"/>
                    <a:pt x="8360" y="8426"/>
                  </a:cubicBezTo>
                  <a:lnTo>
                    <a:pt x="8360" y="8426"/>
                  </a:lnTo>
                  <a:lnTo>
                    <a:pt x="8238" y="8548"/>
                  </a:lnTo>
                  <a:cubicBezTo>
                    <a:pt x="8968" y="7605"/>
                    <a:pt x="9180" y="6359"/>
                    <a:pt x="8816" y="5204"/>
                  </a:cubicBezTo>
                  <a:cubicBezTo>
                    <a:pt x="8421" y="4110"/>
                    <a:pt x="7752" y="3107"/>
                    <a:pt x="6840" y="2347"/>
                  </a:cubicBezTo>
                  <a:cubicBezTo>
                    <a:pt x="5807" y="1435"/>
                    <a:pt x="4591" y="736"/>
                    <a:pt x="3314" y="280"/>
                  </a:cubicBezTo>
                  <a:cubicBezTo>
                    <a:pt x="2862" y="94"/>
                    <a:pt x="2387" y="1"/>
                    <a:pt x="1929"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5"/>
            <p:cNvSpPr/>
            <p:nvPr/>
          </p:nvSpPr>
          <p:spPr>
            <a:xfrm>
              <a:off x="478122" y="7828554"/>
              <a:ext cx="185067" cy="323594"/>
            </a:xfrm>
            <a:custGeom>
              <a:rect b="b" l="l" r="r" t="t"/>
              <a:pathLst>
                <a:path extrusionOk="0" h="9143" w="5229">
                  <a:moveTo>
                    <a:pt x="5001" y="1"/>
                  </a:moveTo>
                  <a:cubicBezTo>
                    <a:pt x="4925" y="1"/>
                    <a:pt x="4849" y="8"/>
                    <a:pt x="4773" y="23"/>
                  </a:cubicBezTo>
                  <a:cubicBezTo>
                    <a:pt x="4348" y="54"/>
                    <a:pt x="3952" y="145"/>
                    <a:pt x="3557" y="327"/>
                  </a:cubicBezTo>
                  <a:cubicBezTo>
                    <a:pt x="3010" y="601"/>
                    <a:pt x="2493" y="996"/>
                    <a:pt x="2098" y="1482"/>
                  </a:cubicBezTo>
                  <a:cubicBezTo>
                    <a:pt x="1642" y="2060"/>
                    <a:pt x="1247" y="2729"/>
                    <a:pt x="974" y="3428"/>
                  </a:cubicBezTo>
                  <a:cubicBezTo>
                    <a:pt x="700" y="4127"/>
                    <a:pt x="487" y="4856"/>
                    <a:pt x="335" y="5616"/>
                  </a:cubicBezTo>
                  <a:cubicBezTo>
                    <a:pt x="214" y="6224"/>
                    <a:pt x="123" y="6832"/>
                    <a:pt x="92" y="7440"/>
                  </a:cubicBezTo>
                  <a:cubicBezTo>
                    <a:pt x="31" y="7957"/>
                    <a:pt x="31" y="8382"/>
                    <a:pt x="31" y="8686"/>
                  </a:cubicBezTo>
                  <a:cubicBezTo>
                    <a:pt x="1" y="8838"/>
                    <a:pt x="31" y="8990"/>
                    <a:pt x="31" y="9142"/>
                  </a:cubicBezTo>
                  <a:cubicBezTo>
                    <a:pt x="62" y="8990"/>
                    <a:pt x="92" y="8838"/>
                    <a:pt x="92" y="8686"/>
                  </a:cubicBezTo>
                  <a:cubicBezTo>
                    <a:pt x="123" y="8352"/>
                    <a:pt x="183" y="7957"/>
                    <a:pt x="214" y="7440"/>
                  </a:cubicBezTo>
                  <a:cubicBezTo>
                    <a:pt x="274" y="6832"/>
                    <a:pt x="366" y="6254"/>
                    <a:pt x="487" y="5647"/>
                  </a:cubicBezTo>
                  <a:cubicBezTo>
                    <a:pt x="670" y="4917"/>
                    <a:pt x="882" y="4218"/>
                    <a:pt x="1156" y="3519"/>
                  </a:cubicBezTo>
                  <a:cubicBezTo>
                    <a:pt x="1430" y="2820"/>
                    <a:pt x="1794" y="2181"/>
                    <a:pt x="2250" y="1574"/>
                  </a:cubicBezTo>
                  <a:cubicBezTo>
                    <a:pt x="2615" y="1118"/>
                    <a:pt x="3071" y="722"/>
                    <a:pt x="3618" y="449"/>
                  </a:cubicBezTo>
                  <a:cubicBezTo>
                    <a:pt x="3983" y="267"/>
                    <a:pt x="4378" y="145"/>
                    <a:pt x="4773" y="84"/>
                  </a:cubicBezTo>
                  <a:cubicBezTo>
                    <a:pt x="4925" y="84"/>
                    <a:pt x="5077" y="54"/>
                    <a:pt x="5229" y="23"/>
                  </a:cubicBezTo>
                  <a:cubicBezTo>
                    <a:pt x="5153" y="8"/>
                    <a:pt x="5077" y="1"/>
                    <a:pt x="500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5"/>
            <p:cNvSpPr/>
            <p:nvPr/>
          </p:nvSpPr>
          <p:spPr>
            <a:xfrm>
              <a:off x="479219" y="7397969"/>
              <a:ext cx="83951" cy="720804"/>
            </a:xfrm>
            <a:custGeom>
              <a:rect b="b" l="l" r="r" t="t"/>
              <a:pathLst>
                <a:path extrusionOk="0" h="20366" w="2372">
                  <a:moveTo>
                    <a:pt x="2371" y="1"/>
                  </a:moveTo>
                  <a:cubicBezTo>
                    <a:pt x="2371" y="62"/>
                    <a:pt x="2341" y="122"/>
                    <a:pt x="2310" y="183"/>
                  </a:cubicBezTo>
                  <a:cubicBezTo>
                    <a:pt x="2280" y="335"/>
                    <a:pt x="2219" y="517"/>
                    <a:pt x="2128" y="761"/>
                  </a:cubicBezTo>
                  <a:cubicBezTo>
                    <a:pt x="2067" y="1004"/>
                    <a:pt x="1976" y="1308"/>
                    <a:pt x="1885" y="1673"/>
                  </a:cubicBezTo>
                  <a:cubicBezTo>
                    <a:pt x="1794" y="2037"/>
                    <a:pt x="1702" y="2432"/>
                    <a:pt x="1611" y="2888"/>
                  </a:cubicBezTo>
                  <a:cubicBezTo>
                    <a:pt x="1095" y="5290"/>
                    <a:pt x="730" y="7660"/>
                    <a:pt x="456" y="10092"/>
                  </a:cubicBezTo>
                  <a:cubicBezTo>
                    <a:pt x="152" y="12919"/>
                    <a:pt x="0" y="15472"/>
                    <a:pt x="0" y="17326"/>
                  </a:cubicBezTo>
                  <a:cubicBezTo>
                    <a:pt x="0" y="18269"/>
                    <a:pt x="0" y="19028"/>
                    <a:pt x="31" y="19545"/>
                  </a:cubicBezTo>
                  <a:cubicBezTo>
                    <a:pt x="31" y="19788"/>
                    <a:pt x="61" y="20001"/>
                    <a:pt x="61" y="20153"/>
                  </a:cubicBezTo>
                  <a:cubicBezTo>
                    <a:pt x="61" y="20214"/>
                    <a:pt x="92" y="20275"/>
                    <a:pt x="92" y="20366"/>
                  </a:cubicBezTo>
                  <a:cubicBezTo>
                    <a:pt x="92" y="20275"/>
                    <a:pt x="92" y="20214"/>
                    <a:pt x="92" y="20153"/>
                  </a:cubicBezTo>
                  <a:lnTo>
                    <a:pt x="92" y="19545"/>
                  </a:lnTo>
                  <a:cubicBezTo>
                    <a:pt x="92" y="19028"/>
                    <a:pt x="92" y="18269"/>
                    <a:pt x="122" y="17326"/>
                  </a:cubicBezTo>
                  <a:cubicBezTo>
                    <a:pt x="152" y="15503"/>
                    <a:pt x="335" y="13496"/>
                    <a:pt x="639" y="10670"/>
                  </a:cubicBezTo>
                  <a:cubicBezTo>
                    <a:pt x="912" y="7995"/>
                    <a:pt x="1307" y="4925"/>
                    <a:pt x="1733" y="2919"/>
                  </a:cubicBezTo>
                  <a:cubicBezTo>
                    <a:pt x="1824" y="2463"/>
                    <a:pt x="1915" y="2068"/>
                    <a:pt x="2006" y="1703"/>
                  </a:cubicBezTo>
                  <a:cubicBezTo>
                    <a:pt x="2067" y="1338"/>
                    <a:pt x="2128" y="1034"/>
                    <a:pt x="2219" y="791"/>
                  </a:cubicBezTo>
                  <a:cubicBezTo>
                    <a:pt x="2280" y="517"/>
                    <a:pt x="2310" y="366"/>
                    <a:pt x="2341" y="214"/>
                  </a:cubicBezTo>
                  <a:cubicBezTo>
                    <a:pt x="2371" y="122"/>
                    <a:pt x="2371" y="62"/>
                    <a:pt x="237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5"/>
            <p:cNvSpPr/>
            <p:nvPr/>
          </p:nvSpPr>
          <p:spPr>
            <a:xfrm>
              <a:off x="247929" y="7451766"/>
              <a:ext cx="235608" cy="490575"/>
            </a:xfrm>
            <a:custGeom>
              <a:rect b="b" l="l" r="r" t="t"/>
              <a:pathLst>
                <a:path extrusionOk="0" h="13861" w="6657">
                  <a:moveTo>
                    <a:pt x="0" y="1"/>
                  </a:moveTo>
                  <a:lnTo>
                    <a:pt x="0" y="1"/>
                  </a:lnTo>
                  <a:cubicBezTo>
                    <a:pt x="608" y="456"/>
                    <a:pt x="1186" y="973"/>
                    <a:pt x="1733" y="1520"/>
                  </a:cubicBezTo>
                  <a:cubicBezTo>
                    <a:pt x="2979" y="2919"/>
                    <a:pt x="3982" y="4499"/>
                    <a:pt x="4681" y="6232"/>
                  </a:cubicBezTo>
                  <a:cubicBezTo>
                    <a:pt x="5107" y="7174"/>
                    <a:pt x="5441" y="8147"/>
                    <a:pt x="5715" y="9119"/>
                  </a:cubicBezTo>
                  <a:cubicBezTo>
                    <a:pt x="5988" y="10031"/>
                    <a:pt x="6171" y="10882"/>
                    <a:pt x="6323" y="11581"/>
                  </a:cubicBezTo>
                  <a:cubicBezTo>
                    <a:pt x="6444" y="12280"/>
                    <a:pt x="6505" y="12858"/>
                    <a:pt x="6566" y="13253"/>
                  </a:cubicBezTo>
                  <a:cubicBezTo>
                    <a:pt x="6566" y="13466"/>
                    <a:pt x="6596" y="13679"/>
                    <a:pt x="6657" y="13861"/>
                  </a:cubicBezTo>
                  <a:cubicBezTo>
                    <a:pt x="6657" y="13679"/>
                    <a:pt x="6657" y="13466"/>
                    <a:pt x="6657" y="13253"/>
                  </a:cubicBezTo>
                  <a:cubicBezTo>
                    <a:pt x="6627" y="12858"/>
                    <a:pt x="6566" y="12280"/>
                    <a:pt x="6444" y="11551"/>
                  </a:cubicBezTo>
                  <a:cubicBezTo>
                    <a:pt x="6323" y="10730"/>
                    <a:pt x="6140" y="9879"/>
                    <a:pt x="5897" y="9089"/>
                  </a:cubicBezTo>
                  <a:cubicBezTo>
                    <a:pt x="5623" y="8086"/>
                    <a:pt x="5289" y="7113"/>
                    <a:pt x="4864" y="6171"/>
                  </a:cubicBezTo>
                  <a:cubicBezTo>
                    <a:pt x="4134" y="4408"/>
                    <a:pt x="3131" y="2827"/>
                    <a:pt x="1824" y="1429"/>
                  </a:cubicBezTo>
                  <a:cubicBezTo>
                    <a:pt x="1611" y="1216"/>
                    <a:pt x="1368" y="973"/>
                    <a:pt x="1125" y="791"/>
                  </a:cubicBezTo>
                  <a:cubicBezTo>
                    <a:pt x="1003" y="700"/>
                    <a:pt x="912" y="608"/>
                    <a:pt x="821" y="517"/>
                  </a:cubicBezTo>
                  <a:lnTo>
                    <a:pt x="547" y="335"/>
                  </a:lnTo>
                  <a:cubicBezTo>
                    <a:pt x="365" y="213"/>
                    <a:pt x="183" y="92"/>
                    <a:pt x="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3" name="Google Shape;653;p45"/>
          <p:cNvSpPr txBox="1"/>
          <p:nvPr/>
        </p:nvSpPr>
        <p:spPr>
          <a:xfrm>
            <a:off x="979800" y="4278175"/>
            <a:ext cx="6117300" cy="6108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SzPts val="1000"/>
              <a:buFont typeface="Raleway"/>
              <a:buChar char="-"/>
            </a:pPr>
            <a:r>
              <a:rPr lang="en" sz="1000" u="sng">
                <a:solidFill>
                  <a:schemeClr val="hlink"/>
                </a:solidFill>
                <a:latin typeface="Raleway"/>
                <a:ea typeface="Raleway"/>
                <a:cs typeface="Raleway"/>
                <a:sym typeface="Raleway"/>
                <a:hlinkClick r:id="rId3"/>
              </a:rPr>
              <a:t>https://www.eurofins.com/medical-device/testing/chemicalphysical-analysis/particulate-matter/</a:t>
            </a:r>
            <a:endParaRPr sz="1000">
              <a:solidFill>
                <a:schemeClr val="dk2"/>
              </a:solidFill>
              <a:latin typeface="Raleway"/>
              <a:ea typeface="Raleway"/>
              <a:cs typeface="Raleway"/>
              <a:sym typeface="Raleway"/>
            </a:endParaRPr>
          </a:p>
          <a:p>
            <a:pPr indent="-292100" lvl="0" marL="457200" rtl="0" algn="l">
              <a:spcBef>
                <a:spcPts val="0"/>
              </a:spcBef>
              <a:spcAft>
                <a:spcPts val="0"/>
              </a:spcAft>
              <a:buClr>
                <a:schemeClr val="dk2"/>
              </a:buClr>
              <a:buSzPts val="1000"/>
              <a:buFont typeface="Raleway"/>
              <a:buChar char="-"/>
            </a:pPr>
            <a:r>
              <a:rPr lang="en" sz="1000">
                <a:solidFill>
                  <a:schemeClr val="dk2"/>
                </a:solidFill>
                <a:latin typeface="Raleway"/>
                <a:ea typeface="Raleway"/>
                <a:cs typeface="Raleway"/>
                <a:sym typeface="Raleway"/>
              </a:rPr>
              <a:t>USP 788</a:t>
            </a:r>
            <a:endParaRPr sz="1000">
              <a:solidFill>
                <a:schemeClr val="dk2"/>
              </a:solidFill>
              <a:latin typeface="Raleway"/>
              <a:ea typeface="Raleway"/>
              <a:cs typeface="Raleway"/>
              <a:sym typeface="Raleway"/>
            </a:endParaRPr>
          </a:p>
        </p:txBody>
      </p:sp>
      <p:pic>
        <p:nvPicPr>
          <p:cNvPr id="654" name="Google Shape;654;p45"/>
          <p:cNvPicPr preferRelativeResize="0"/>
          <p:nvPr/>
        </p:nvPicPr>
        <p:blipFill rotWithShape="1">
          <a:blip r:embed="rId4">
            <a:alphaModFix/>
          </a:blip>
          <a:srcRect b="0" l="0" r="901" t="0"/>
          <a:stretch/>
        </p:blipFill>
        <p:spPr>
          <a:xfrm>
            <a:off x="2680400" y="1162475"/>
            <a:ext cx="4040549" cy="2970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46"/>
          <p:cNvSpPr/>
          <p:nvPr/>
        </p:nvSpPr>
        <p:spPr>
          <a:xfrm>
            <a:off x="4853063" y="1236350"/>
            <a:ext cx="3143100" cy="314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6"/>
          <p:cNvSpPr/>
          <p:nvPr/>
        </p:nvSpPr>
        <p:spPr>
          <a:xfrm>
            <a:off x="1147838" y="1236350"/>
            <a:ext cx="3143100" cy="314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USP &lt;788&gt;: Particulate Matter in Injections</a:t>
            </a:r>
            <a:endParaRPr/>
          </a:p>
        </p:txBody>
      </p:sp>
      <p:sp>
        <p:nvSpPr>
          <p:cNvPr id="662" name="Google Shape;662;p46"/>
          <p:cNvSpPr txBox="1"/>
          <p:nvPr>
            <p:ph idx="1" type="subTitle"/>
          </p:nvPr>
        </p:nvSpPr>
        <p:spPr>
          <a:xfrm>
            <a:off x="1459725" y="2545078"/>
            <a:ext cx="2519400" cy="131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principle of light blockage enables the automatic determination of particle size and number</a:t>
            </a:r>
            <a:endParaRPr/>
          </a:p>
        </p:txBody>
      </p:sp>
      <p:sp>
        <p:nvSpPr>
          <p:cNvPr id="663" name="Google Shape;663;p46"/>
          <p:cNvSpPr txBox="1"/>
          <p:nvPr>
            <p:ph idx="3" type="subTitle"/>
          </p:nvPr>
        </p:nvSpPr>
        <p:spPr>
          <a:xfrm>
            <a:off x="1438125" y="1381125"/>
            <a:ext cx="2562600" cy="47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 1</a:t>
            </a:r>
            <a:r>
              <a:rPr lang="en"/>
              <a:t>:</a:t>
            </a:r>
            <a:r>
              <a:rPr lang="en"/>
              <a:t> Light Obscuration Particle Count Test</a:t>
            </a:r>
            <a:endParaRPr/>
          </a:p>
        </p:txBody>
      </p:sp>
      <p:sp>
        <p:nvSpPr>
          <p:cNvPr id="664" name="Google Shape;664;p46"/>
          <p:cNvSpPr txBox="1"/>
          <p:nvPr>
            <p:ph idx="2" type="subTitle"/>
          </p:nvPr>
        </p:nvSpPr>
        <p:spPr>
          <a:xfrm>
            <a:off x="5164925" y="2545078"/>
            <a:ext cx="2519400" cy="131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Manual particle counting and sizing via microscope inspection of a dry membrane filter</a:t>
            </a:r>
            <a:endParaRPr/>
          </a:p>
        </p:txBody>
      </p:sp>
      <p:sp>
        <p:nvSpPr>
          <p:cNvPr id="665" name="Google Shape;665;p46"/>
          <p:cNvSpPr txBox="1"/>
          <p:nvPr>
            <p:ph idx="4" type="subTitle"/>
          </p:nvPr>
        </p:nvSpPr>
        <p:spPr>
          <a:xfrm>
            <a:off x="5285063" y="1236350"/>
            <a:ext cx="2279100" cy="47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 2: Microscopic Particle Count Test</a:t>
            </a:r>
            <a:endParaRPr/>
          </a:p>
        </p:txBody>
      </p:sp>
      <p:sp>
        <p:nvSpPr>
          <p:cNvPr id="666" name="Google Shape;666;p46"/>
          <p:cNvSpPr/>
          <p:nvPr/>
        </p:nvSpPr>
        <p:spPr>
          <a:xfrm>
            <a:off x="5189825" y="4098999"/>
            <a:ext cx="185861" cy="185490"/>
          </a:xfrm>
          <a:custGeom>
            <a:rect b="b" l="l" r="r" t="t"/>
            <a:pathLst>
              <a:path extrusionOk="0" h="13740" w="13770">
                <a:moveTo>
                  <a:pt x="6870" y="0"/>
                </a:moveTo>
                <a:cubicBezTo>
                  <a:pt x="3101" y="0"/>
                  <a:pt x="1" y="3070"/>
                  <a:pt x="1" y="6870"/>
                </a:cubicBezTo>
                <a:cubicBezTo>
                  <a:pt x="1" y="10669"/>
                  <a:pt x="3101" y="13739"/>
                  <a:pt x="6870" y="13739"/>
                </a:cubicBezTo>
                <a:cubicBezTo>
                  <a:pt x="10670" y="13739"/>
                  <a:pt x="13770" y="10669"/>
                  <a:pt x="13770" y="6870"/>
                </a:cubicBezTo>
                <a:cubicBezTo>
                  <a:pt x="13770" y="3070"/>
                  <a:pt x="10670" y="0"/>
                  <a:pt x="6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7" name="Google Shape;667;p46"/>
          <p:cNvCxnSpPr>
            <a:stCxn id="659" idx="2"/>
            <a:endCxn id="660" idx="6"/>
          </p:cNvCxnSpPr>
          <p:nvPr/>
        </p:nvCxnSpPr>
        <p:spPr>
          <a:xfrm rot="10800000">
            <a:off x="4290863" y="2808050"/>
            <a:ext cx="562200" cy="0"/>
          </a:xfrm>
          <a:prstGeom prst="straightConnector1">
            <a:avLst/>
          </a:prstGeom>
          <a:noFill/>
          <a:ln cap="flat" cmpd="sng" w="19050">
            <a:solidFill>
              <a:schemeClr val="accent3"/>
            </a:solidFill>
            <a:prstDash val="solid"/>
            <a:round/>
            <a:headEnd len="med" w="med" type="none"/>
            <a:tailEnd len="med" w="med" type="none"/>
          </a:ln>
        </p:spPr>
      </p:cxnSp>
      <p:sp>
        <p:nvSpPr>
          <p:cNvPr id="668" name="Google Shape;668;p46"/>
          <p:cNvSpPr/>
          <p:nvPr/>
        </p:nvSpPr>
        <p:spPr>
          <a:xfrm>
            <a:off x="936875" y="1417825"/>
            <a:ext cx="473100" cy="473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6"/>
          <p:cNvSpPr/>
          <p:nvPr/>
        </p:nvSpPr>
        <p:spPr>
          <a:xfrm>
            <a:off x="3979125" y="1511025"/>
            <a:ext cx="213300" cy="213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6"/>
          <p:cNvSpPr/>
          <p:nvPr/>
        </p:nvSpPr>
        <p:spPr>
          <a:xfrm>
            <a:off x="7996175" y="3359550"/>
            <a:ext cx="97800" cy="9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6"/>
          <p:cNvSpPr/>
          <p:nvPr/>
        </p:nvSpPr>
        <p:spPr>
          <a:xfrm>
            <a:off x="8044700" y="2958275"/>
            <a:ext cx="272100" cy="272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7"/>
          <p:cNvSpPr txBox="1"/>
          <p:nvPr>
            <p:ph type="title"/>
          </p:nvPr>
        </p:nvSpPr>
        <p:spPr>
          <a:xfrm>
            <a:off x="114625" y="509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Improving the Microscopic Particle Count Test</a:t>
            </a:r>
            <a:endParaRPr/>
          </a:p>
        </p:txBody>
      </p:sp>
      <p:sp>
        <p:nvSpPr>
          <p:cNvPr id="677" name="Google Shape;677;p47"/>
          <p:cNvSpPr txBox="1"/>
          <p:nvPr>
            <p:ph idx="1" type="subTitle"/>
          </p:nvPr>
        </p:nvSpPr>
        <p:spPr>
          <a:xfrm>
            <a:off x="4901000" y="1113900"/>
            <a:ext cx="3625200" cy="17442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Technicians count the particles manually </a:t>
            </a:r>
            <a:endParaRPr/>
          </a:p>
        </p:txBody>
      </p:sp>
      <p:sp>
        <p:nvSpPr>
          <p:cNvPr id="678" name="Google Shape;678;p47"/>
          <p:cNvSpPr txBox="1"/>
          <p:nvPr>
            <p:ph idx="2" type="subTitle"/>
          </p:nvPr>
        </p:nvSpPr>
        <p:spPr>
          <a:xfrm>
            <a:off x="4969400" y="2750275"/>
            <a:ext cx="3488400" cy="17442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Microscope equipped </a:t>
            </a:r>
            <a:r>
              <a:rPr lang="en"/>
              <a:t>with high-resolution camera to capture detailed images of filter surface</a:t>
            </a:r>
            <a:endParaRPr/>
          </a:p>
          <a:p>
            <a:pPr indent="-406400" lvl="0" marL="457200" rtl="0" algn="l">
              <a:spcBef>
                <a:spcPts val="0"/>
              </a:spcBef>
              <a:spcAft>
                <a:spcPts val="0"/>
              </a:spcAft>
              <a:buSzPts val="2800"/>
              <a:buChar char="-"/>
            </a:pPr>
            <a:r>
              <a:rPr lang="en"/>
              <a:t> </a:t>
            </a:r>
            <a:r>
              <a:rPr lang="en"/>
              <a:t>Automated</a:t>
            </a:r>
            <a:r>
              <a:rPr lang="en"/>
              <a:t> system utilize image analysis software to detect, count, and categorize particle  based on size and shape</a:t>
            </a:r>
            <a:endParaRPr/>
          </a:p>
        </p:txBody>
      </p:sp>
      <p:sp>
        <p:nvSpPr>
          <p:cNvPr id="679" name="Google Shape;679;p47"/>
          <p:cNvSpPr txBox="1"/>
          <p:nvPr>
            <p:ph idx="3" type="subTitle"/>
          </p:nvPr>
        </p:nvSpPr>
        <p:spPr>
          <a:xfrm>
            <a:off x="5148505" y="623600"/>
            <a:ext cx="313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Dry </a:t>
            </a:r>
            <a:r>
              <a:rPr lang="en"/>
              <a:t>visual filter analysis</a:t>
            </a:r>
            <a:endParaRPr/>
          </a:p>
        </p:txBody>
      </p:sp>
      <p:sp>
        <p:nvSpPr>
          <p:cNvPr id="680" name="Google Shape;680;p47"/>
          <p:cNvSpPr txBox="1"/>
          <p:nvPr>
            <p:ph idx="4" type="subTitle"/>
          </p:nvPr>
        </p:nvSpPr>
        <p:spPr>
          <a:xfrm>
            <a:off x="5058075" y="2098175"/>
            <a:ext cx="3130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Automated visual inspection</a:t>
            </a:r>
            <a:endParaRPr/>
          </a:p>
        </p:txBody>
      </p:sp>
      <p:pic>
        <p:nvPicPr>
          <p:cNvPr id="681" name="Google Shape;681;p47"/>
          <p:cNvPicPr preferRelativeResize="0"/>
          <p:nvPr/>
        </p:nvPicPr>
        <p:blipFill>
          <a:blip r:embed="rId3">
            <a:alphaModFix/>
          </a:blip>
          <a:stretch>
            <a:fillRect/>
          </a:stretch>
        </p:blipFill>
        <p:spPr>
          <a:xfrm>
            <a:off x="114625" y="751700"/>
            <a:ext cx="4943450" cy="3958938"/>
          </a:xfrm>
          <a:prstGeom prst="rect">
            <a:avLst/>
          </a:prstGeom>
          <a:noFill/>
          <a:ln>
            <a:noFill/>
          </a:ln>
        </p:spPr>
      </p:pic>
      <p:sp>
        <p:nvSpPr>
          <p:cNvPr id="682" name="Google Shape;682;p47"/>
          <p:cNvSpPr txBox="1"/>
          <p:nvPr/>
        </p:nvSpPr>
        <p:spPr>
          <a:xfrm>
            <a:off x="0" y="4710650"/>
            <a:ext cx="688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uFill>
                  <a:noFill/>
                </a:uFill>
                <a:latin typeface="Raleway"/>
                <a:ea typeface="Raleway"/>
                <a:cs typeface="Raleway"/>
                <a:sym typeface="Raleway"/>
                <a:hlinkClick r:id="rId4">
                  <a:extLst>
                    <a:ext uri="{A12FA001-AC4F-418D-AE19-62706E023703}">
                      <ahyp:hlinkClr val="tx"/>
                    </a:ext>
                  </a:extLst>
                </a:hlinkClick>
              </a:rPr>
              <a:t>https://www.uspnf.com/sites/default/files/usp_pdf/EN/USPNF/revisionGeneralChapter788.pdf</a:t>
            </a:r>
            <a:endParaRPr sz="1000">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8"/>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MATLAB Workflow</a:t>
            </a:r>
            <a:endParaRPr/>
          </a:p>
        </p:txBody>
      </p:sp>
      <p:pic>
        <p:nvPicPr>
          <p:cNvPr id="688" name="Google Shape;688;p48"/>
          <p:cNvPicPr preferRelativeResize="0"/>
          <p:nvPr/>
        </p:nvPicPr>
        <p:blipFill>
          <a:blip r:embed="rId3">
            <a:alphaModFix/>
          </a:blip>
          <a:stretch>
            <a:fillRect/>
          </a:stretch>
        </p:blipFill>
        <p:spPr>
          <a:xfrm>
            <a:off x="733750" y="572700"/>
            <a:ext cx="7238415" cy="426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9"/>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Light Obscuration</a:t>
            </a:r>
            <a:r>
              <a:rPr lang="en"/>
              <a:t> Particulate Counting</a:t>
            </a:r>
            <a:endParaRPr/>
          </a:p>
        </p:txBody>
      </p:sp>
      <p:sp>
        <p:nvSpPr>
          <p:cNvPr id="694" name="Google Shape;694;p49"/>
          <p:cNvSpPr txBox="1"/>
          <p:nvPr>
            <p:ph idx="1" type="subTitle"/>
          </p:nvPr>
        </p:nvSpPr>
        <p:spPr>
          <a:xfrm>
            <a:off x="46300" y="749875"/>
            <a:ext cx="8778300" cy="13185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Particles suspended in liquid sample create “shadows” when passing between laser and detector</a:t>
            </a:r>
            <a:endParaRPr/>
          </a:p>
          <a:p>
            <a:pPr indent="-406400" lvl="0" marL="457200" rtl="0" algn="l">
              <a:spcBef>
                <a:spcPts val="0"/>
              </a:spcBef>
              <a:spcAft>
                <a:spcPts val="0"/>
              </a:spcAft>
              <a:buSzPts val="2800"/>
              <a:buChar char="-"/>
            </a:pPr>
            <a:r>
              <a:rPr lang="en"/>
              <a:t>Measures light intensity reduction</a:t>
            </a:r>
            <a:endParaRPr/>
          </a:p>
          <a:p>
            <a:pPr indent="-406400" lvl="0" marL="457200" rtl="0" algn="l">
              <a:spcBef>
                <a:spcPts val="0"/>
              </a:spcBef>
              <a:spcAft>
                <a:spcPts val="0"/>
              </a:spcAft>
              <a:buSzPts val="2800"/>
              <a:buChar char="-"/>
            </a:pPr>
            <a:r>
              <a:rPr lang="en"/>
              <a:t>Easily to automate and calibrate</a:t>
            </a:r>
            <a:endParaRPr/>
          </a:p>
        </p:txBody>
      </p:sp>
      <p:sp>
        <p:nvSpPr>
          <p:cNvPr id="695" name="Google Shape;695;p49"/>
          <p:cNvSpPr txBox="1"/>
          <p:nvPr>
            <p:ph idx="3" type="subTitle"/>
          </p:nvPr>
        </p:nvSpPr>
        <p:spPr>
          <a:xfrm>
            <a:off x="0" y="517100"/>
            <a:ext cx="6168300" cy="47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Single Particle Optical Sensing (SPOS)</a:t>
            </a:r>
            <a:endParaRPr/>
          </a:p>
        </p:txBody>
      </p:sp>
      <p:pic>
        <p:nvPicPr>
          <p:cNvPr id="696" name="Google Shape;696;p49"/>
          <p:cNvPicPr preferRelativeResize="0"/>
          <p:nvPr/>
        </p:nvPicPr>
        <p:blipFill>
          <a:blip r:embed="rId3">
            <a:alphaModFix/>
          </a:blip>
          <a:stretch>
            <a:fillRect/>
          </a:stretch>
        </p:blipFill>
        <p:spPr>
          <a:xfrm>
            <a:off x="93575" y="2677700"/>
            <a:ext cx="3283200" cy="1973200"/>
          </a:xfrm>
          <a:prstGeom prst="rect">
            <a:avLst/>
          </a:prstGeom>
          <a:noFill/>
          <a:ln>
            <a:noFill/>
          </a:ln>
        </p:spPr>
      </p:pic>
      <p:pic>
        <p:nvPicPr>
          <p:cNvPr id="697" name="Google Shape;697;p49"/>
          <p:cNvPicPr preferRelativeResize="0"/>
          <p:nvPr/>
        </p:nvPicPr>
        <p:blipFill>
          <a:blip r:embed="rId4">
            <a:alphaModFix/>
          </a:blip>
          <a:stretch>
            <a:fillRect/>
          </a:stretch>
        </p:blipFill>
        <p:spPr>
          <a:xfrm>
            <a:off x="3488125" y="1263825"/>
            <a:ext cx="5550501" cy="3465650"/>
          </a:xfrm>
          <a:prstGeom prst="rect">
            <a:avLst/>
          </a:prstGeom>
          <a:noFill/>
          <a:ln>
            <a:noFill/>
          </a:ln>
        </p:spPr>
      </p:pic>
      <p:sp>
        <p:nvSpPr>
          <p:cNvPr id="698" name="Google Shape;698;p49"/>
          <p:cNvSpPr txBox="1"/>
          <p:nvPr/>
        </p:nvSpPr>
        <p:spPr>
          <a:xfrm>
            <a:off x="0" y="4650900"/>
            <a:ext cx="852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uFill>
                  <a:noFill/>
                </a:uFill>
                <a:latin typeface="Raleway"/>
                <a:ea typeface="Raleway"/>
                <a:cs typeface="Raleway"/>
                <a:sym typeface="Raleway"/>
                <a:hlinkClick r:id="rId5">
                  <a:extLst>
                    <a:ext uri="{A12FA001-AC4F-418D-AE19-62706E023703}">
                      <ahyp:hlinkClr val="tx"/>
                    </a:ext>
                  </a:extLst>
                </a:hlinkClick>
              </a:rPr>
              <a:t>https://www.beckman.com/resources/industry-standards/usp-787/light-obscuration-optical-method-for-particle-detection</a:t>
            </a:r>
            <a:endParaRPr sz="1000">
              <a:latin typeface="Raleway"/>
              <a:ea typeface="Raleway"/>
              <a:cs typeface="Raleway"/>
              <a:sym typeface="Raleway"/>
            </a:endParaRPr>
          </a:p>
          <a:p>
            <a:pPr indent="0" lvl="0" marL="0" rtl="0" algn="l">
              <a:spcBef>
                <a:spcPts val="0"/>
              </a:spcBef>
              <a:spcAft>
                <a:spcPts val="0"/>
              </a:spcAft>
              <a:buNone/>
            </a:pPr>
            <a:r>
              <a:rPr lang="en" sz="1000">
                <a:solidFill>
                  <a:schemeClr val="dk1"/>
                </a:solidFill>
                <a:uFill>
                  <a:noFill/>
                </a:uFill>
                <a:latin typeface="Raleway"/>
                <a:ea typeface="Raleway"/>
                <a:cs typeface="Raleway"/>
                <a:sym typeface="Raleway"/>
                <a:hlinkClick r:id="rId6">
                  <a:extLst>
                    <a:ext uri="{A12FA001-AC4F-418D-AE19-62706E023703}">
                      <ahyp:hlinkClr val="tx"/>
                    </a:ext>
                  </a:extLst>
                </a:hlinkClick>
              </a:rPr>
              <a:t>https://www.bettersizeinstruments.com/learn/bettersize-wiki/measure-the-particle-size-with-the-optical-particle-counter/</a:t>
            </a:r>
            <a:endParaRPr sz="1000">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50"/>
          <p:cNvSpPr txBox="1"/>
          <p:nvPr>
            <p:ph type="title"/>
          </p:nvPr>
        </p:nvSpPr>
        <p:spPr>
          <a:xfrm>
            <a:off x="-12" y="12"/>
            <a:ext cx="3114300" cy="86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Process Flowchart</a:t>
            </a:r>
            <a:endParaRPr/>
          </a:p>
        </p:txBody>
      </p:sp>
      <p:pic>
        <p:nvPicPr>
          <p:cNvPr id="704" name="Google Shape;704;p50"/>
          <p:cNvPicPr preferRelativeResize="0"/>
          <p:nvPr/>
        </p:nvPicPr>
        <p:blipFill>
          <a:blip r:embed="rId3">
            <a:alphaModFix/>
          </a:blip>
          <a:stretch>
            <a:fillRect/>
          </a:stretch>
        </p:blipFill>
        <p:spPr>
          <a:xfrm>
            <a:off x="2157925" y="159225"/>
            <a:ext cx="6750799" cy="5063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team</a:t>
            </a:r>
            <a:endParaRPr/>
          </a:p>
        </p:txBody>
      </p:sp>
      <p:sp>
        <p:nvSpPr>
          <p:cNvPr id="710" name="Google Shape;710;p51"/>
          <p:cNvSpPr/>
          <p:nvPr/>
        </p:nvSpPr>
        <p:spPr>
          <a:xfrm>
            <a:off x="66925" y="1492226"/>
            <a:ext cx="1272900" cy="1351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1"/>
          <p:cNvSpPr/>
          <p:nvPr/>
        </p:nvSpPr>
        <p:spPr>
          <a:xfrm>
            <a:off x="3049842" y="1492226"/>
            <a:ext cx="1272900" cy="1351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2" name="Google Shape;712;p51"/>
          <p:cNvGrpSpPr/>
          <p:nvPr/>
        </p:nvGrpSpPr>
        <p:grpSpPr>
          <a:xfrm>
            <a:off x="3241769" y="1652939"/>
            <a:ext cx="888409" cy="1190811"/>
            <a:chOff x="4487425" y="2194375"/>
            <a:chExt cx="1563550" cy="1973175"/>
          </a:xfrm>
        </p:grpSpPr>
        <p:sp>
          <p:nvSpPr>
            <p:cNvPr id="713" name="Google Shape;713;p51"/>
            <p:cNvSpPr/>
            <p:nvPr/>
          </p:nvSpPr>
          <p:spPr>
            <a:xfrm>
              <a:off x="4802025" y="2243875"/>
              <a:ext cx="286500" cy="575050"/>
            </a:xfrm>
            <a:custGeom>
              <a:rect b="b" l="l" r="r" t="t"/>
              <a:pathLst>
                <a:path extrusionOk="0" h="23002" w="11460">
                  <a:moveTo>
                    <a:pt x="7836" y="1"/>
                  </a:moveTo>
                  <a:cubicBezTo>
                    <a:pt x="7205" y="1"/>
                    <a:pt x="6583" y="312"/>
                    <a:pt x="6419" y="910"/>
                  </a:cubicBezTo>
                  <a:lnTo>
                    <a:pt x="6419" y="910"/>
                  </a:lnTo>
                  <a:lnTo>
                    <a:pt x="6536" y="471"/>
                  </a:lnTo>
                  <a:lnTo>
                    <a:pt x="6536" y="471"/>
                  </a:lnTo>
                  <a:cubicBezTo>
                    <a:pt x="4682" y="897"/>
                    <a:pt x="3496" y="2781"/>
                    <a:pt x="3101" y="4635"/>
                  </a:cubicBezTo>
                  <a:cubicBezTo>
                    <a:pt x="2706" y="6520"/>
                    <a:pt x="2888" y="8435"/>
                    <a:pt x="2706" y="10350"/>
                  </a:cubicBezTo>
                  <a:cubicBezTo>
                    <a:pt x="2554" y="12234"/>
                    <a:pt x="1885" y="14271"/>
                    <a:pt x="274" y="15274"/>
                  </a:cubicBezTo>
                  <a:lnTo>
                    <a:pt x="1855" y="15760"/>
                  </a:lnTo>
                  <a:cubicBezTo>
                    <a:pt x="1551" y="16733"/>
                    <a:pt x="882" y="17584"/>
                    <a:pt x="1" y="18131"/>
                  </a:cubicBezTo>
                  <a:cubicBezTo>
                    <a:pt x="609" y="18617"/>
                    <a:pt x="1368" y="18891"/>
                    <a:pt x="2159" y="18891"/>
                  </a:cubicBezTo>
                  <a:cubicBezTo>
                    <a:pt x="1247" y="19134"/>
                    <a:pt x="973" y="20471"/>
                    <a:pt x="1490" y="21292"/>
                  </a:cubicBezTo>
                  <a:cubicBezTo>
                    <a:pt x="2007" y="22113"/>
                    <a:pt x="3010" y="22478"/>
                    <a:pt x="3922" y="22721"/>
                  </a:cubicBezTo>
                  <a:cubicBezTo>
                    <a:pt x="4541" y="22910"/>
                    <a:pt x="5190" y="23002"/>
                    <a:pt x="5840" y="23002"/>
                  </a:cubicBezTo>
                  <a:cubicBezTo>
                    <a:pt x="6338" y="23002"/>
                    <a:pt x="6838" y="22948"/>
                    <a:pt x="7326" y="22842"/>
                  </a:cubicBezTo>
                  <a:cubicBezTo>
                    <a:pt x="8846" y="22356"/>
                    <a:pt x="10001" y="21019"/>
                    <a:pt x="10609" y="19529"/>
                  </a:cubicBezTo>
                  <a:cubicBezTo>
                    <a:pt x="11186" y="18009"/>
                    <a:pt x="11308" y="16398"/>
                    <a:pt x="11369" y="14788"/>
                  </a:cubicBezTo>
                  <a:cubicBezTo>
                    <a:pt x="11460" y="10745"/>
                    <a:pt x="11247" y="6702"/>
                    <a:pt x="10214" y="2812"/>
                  </a:cubicBezTo>
                  <a:cubicBezTo>
                    <a:pt x="9970" y="1869"/>
                    <a:pt x="9636" y="866"/>
                    <a:pt x="8815" y="289"/>
                  </a:cubicBezTo>
                  <a:cubicBezTo>
                    <a:pt x="8536" y="96"/>
                    <a:pt x="8185" y="1"/>
                    <a:pt x="7836"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51"/>
            <p:cNvSpPr/>
            <p:nvPr/>
          </p:nvSpPr>
          <p:spPr>
            <a:xfrm>
              <a:off x="4487425" y="2991300"/>
              <a:ext cx="1563550" cy="1176250"/>
            </a:xfrm>
            <a:custGeom>
              <a:rect b="b" l="l" r="r" t="t"/>
              <a:pathLst>
                <a:path extrusionOk="0" h="47050" w="62542">
                  <a:moveTo>
                    <a:pt x="30754" y="1"/>
                  </a:moveTo>
                  <a:cubicBezTo>
                    <a:pt x="25253" y="1"/>
                    <a:pt x="19810" y="973"/>
                    <a:pt x="14196" y="2915"/>
                  </a:cubicBezTo>
                  <a:cubicBezTo>
                    <a:pt x="13800" y="3037"/>
                    <a:pt x="13466" y="3158"/>
                    <a:pt x="13132" y="3310"/>
                  </a:cubicBezTo>
                  <a:lnTo>
                    <a:pt x="13101" y="3310"/>
                  </a:lnTo>
                  <a:cubicBezTo>
                    <a:pt x="4682" y="6623"/>
                    <a:pt x="3800" y="15499"/>
                    <a:pt x="3800" y="15499"/>
                  </a:cubicBezTo>
                  <a:lnTo>
                    <a:pt x="244" y="37110"/>
                  </a:lnTo>
                  <a:cubicBezTo>
                    <a:pt x="214" y="37262"/>
                    <a:pt x="183" y="37444"/>
                    <a:pt x="153" y="37627"/>
                  </a:cubicBezTo>
                  <a:lnTo>
                    <a:pt x="122" y="37809"/>
                  </a:lnTo>
                  <a:cubicBezTo>
                    <a:pt x="1" y="39876"/>
                    <a:pt x="1156" y="41821"/>
                    <a:pt x="3010" y="42703"/>
                  </a:cubicBezTo>
                  <a:cubicBezTo>
                    <a:pt x="5337" y="43774"/>
                    <a:pt x="7610" y="44221"/>
                    <a:pt x="9788" y="44221"/>
                  </a:cubicBezTo>
                  <a:cubicBezTo>
                    <a:pt x="12249" y="44221"/>
                    <a:pt x="14589" y="43650"/>
                    <a:pt x="16749" y="42764"/>
                  </a:cubicBezTo>
                  <a:lnTo>
                    <a:pt x="16749" y="42764"/>
                  </a:lnTo>
                  <a:lnTo>
                    <a:pt x="13800" y="47049"/>
                  </a:lnTo>
                  <a:lnTo>
                    <a:pt x="48907" y="47049"/>
                  </a:lnTo>
                  <a:lnTo>
                    <a:pt x="46597" y="41396"/>
                  </a:lnTo>
                  <a:lnTo>
                    <a:pt x="47357" y="37961"/>
                  </a:lnTo>
                  <a:lnTo>
                    <a:pt x="52798" y="44496"/>
                  </a:lnTo>
                  <a:cubicBezTo>
                    <a:pt x="53436" y="45287"/>
                    <a:pt x="54318" y="45864"/>
                    <a:pt x="55291" y="46138"/>
                  </a:cubicBezTo>
                  <a:cubicBezTo>
                    <a:pt x="55525" y="46165"/>
                    <a:pt x="55752" y="46178"/>
                    <a:pt x="55971" y="46178"/>
                  </a:cubicBezTo>
                  <a:cubicBezTo>
                    <a:pt x="61654" y="46178"/>
                    <a:pt x="62541" y="37333"/>
                    <a:pt x="61400" y="32095"/>
                  </a:cubicBezTo>
                  <a:lnTo>
                    <a:pt x="61127" y="28660"/>
                  </a:lnTo>
                  <a:cubicBezTo>
                    <a:pt x="60671" y="26958"/>
                    <a:pt x="58117" y="17505"/>
                    <a:pt x="55807" y="11335"/>
                  </a:cubicBezTo>
                  <a:cubicBezTo>
                    <a:pt x="53254" y="4465"/>
                    <a:pt x="47996" y="3037"/>
                    <a:pt x="47996" y="3037"/>
                  </a:cubicBezTo>
                  <a:cubicBezTo>
                    <a:pt x="42027" y="1011"/>
                    <a:pt x="36360" y="1"/>
                    <a:pt x="3075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51"/>
            <p:cNvSpPr/>
            <p:nvPr/>
          </p:nvSpPr>
          <p:spPr>
            <a:xfrm>
              <a:off x="4984400" y="2982475"/>
              <a:ext cx="474950" cy="732975"/>
            </a:xfrm>
            <a:custGeom>
              <a:rect b="b" l="l" r="r" t="t"/>
              <a:pathLst>
                <a:path extrusionOk="0" h="29319" w="18998">
                  <a:moveTo>
                    <a:pt x="11964" y="1"/>
                  </a:moveTo>
                  <a:cubicBezTo>
                    <a:pt x="5973" y="1"/>
                    <a:pt x="1" y="1596"/>
                    <a:pt x="1" y="1596"/>
                  </a:cubicBezTo>
                  <a:cubicBezTo>
                    <a:pt x="1" y="1596"/>
                    <a:pt x="9362" y="29104"/>
                    <a:pt x="11338" y="29317"/>
                  </a:cubicBezTo>
                  <a:cubicBezTo>
                    <a:pt x="11347" y="29318"/>
                    <a:pt x="11355" y="29319"/>
                    <a:pt x="11364" y="29319"/>
                  </a:cubicBezTo>
                  <a:cubicBezTo>
                    <a:pt x="13392" y="29319"/>
                    <a:pt x="18998" y="1049"/>
                    <a:pt x="18998" y="1049"/>
                  </a:cubicBezTo>
                  <a:cubicBezTo>
                    <a:pt x="16932" y="275"/>
                    <a:pt x="14447" y="1"/>
                    <a:pt x="11964"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1"/>
            <p:cNvSpPr/>
            <p:nvPr/>
          </p:nvSpPr>
          <p:spPr>
            <a:xfrm>
              <a:off x="4904625" y="2274150"/>
              <a:ext cx="461275" cy="930650"/>
            </a:xfrm>
            <a:custGeom>
              <a:rect b="b" l="l" r="r" t="t"/>
              <a:pathLst>
                <a:path extrusionOk="0" h="37226" w="18451">
                  <a:moveTo>
                    <a:pt x="6793" y="0"/>
                  </a:moveTo>
                  <a:cubicBezTo>
                    <a:pt x="4776" y="0"/>
                    <a:pt x="2739" y="384"/>
                    <a:pt x="790" y="1175"/>
                  </a:cubicBezTo>
                  <a:cubicBezTo>
                    <a:pt x="790" y="1175"/>
                    <a:pt x="0" y="13333"/>
                    <a:pt x="881" y="18561"/>
                  </a:cubicBezTo>
                  <a:cubicBezTo>
                    <a:pt x="1793" y="24093"/>
                    <a:pt x="6018" y="24762"/>
                    <a:pt x="6018" y="24762"/>
                  </a:cubicBezTo>
                  <a:cubicBezTo>
                    <a:pt x="6018" y="24762"/>
                    <a:pt x="6110" y="28197"/>
                    <a:pt x="6140" y="31480"/>
                  </a:cubicBezTo>
                  <a:cubicBezTo>
                    <a:pt x="6170" y="34641"/>
                    <a:pt x="8876" y="37194"/>
                    <a:pt x="12249" y="37224"/>
                  </a:cubicBezTo>
                  <a:cubicBezTo>
                    <a:pt x="12290" y="37225"/>
                    <a:pt x="12331" y="37225"/>
                    <a:pt x="12371" y="37225"/>
                  </a:cubicBezTo>
                  <a:cubicBezTo>
                    <a:pt x="15628" y="37225"/>
                    <a:pt x="18237" y="34815"/>
                    <a:pt x="18237" y="31753"/>
                  </a:cubicBezTo>
                  <a:lnTo>
                    <a:pt x="18450" y="5096"/>
                  </a:lnTo>
                  <a:cubicBezTo>
                    <a:pt x="15379" y="1776"/>
                    <a:pt x="11133" y="0"/>
                    <a:pt x="6793"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51"/>
            <p:cNvSpPr/>
            <p:nvPr/>
          </p:nvSpPr>
          <p:spPr>
            <a:xfrm>
              <a:off x="4959325" y="2517000"/>
              <a:ext cx="35750" cy="34325"/>
            </a:xfrm>
            <a:custGeom>
              <a:rect b="b" l="l" r="r" t="t"/>
              <a:pathLst>
                <a:path extrusionOk="0" h="1373" w="1430">
                  <a:moveTo>
                    <a:pt x="680" y="0"/>
                  </a:moveTo>
                  <a:cubicBezTo>
                    <a:pt x="335" y="0"/>
                    <a:pt x="29" y="293"/>
                    <a:pt x="1" y="641"/>
                  </a:cubicBezTo>
                  <a:cubicBezTo>
                    <a:pt x="1" y="1036"/>
                    <a:pt x="304" y="1340"/>
                    <a:pt x="700" y="1370"/>
                  </a:cubicBezTo>
                  <a:cubicBezTo>
                    <a:pt x="717" y="1371"/>
                    <a:pt x="733" y="1372"/>
                    <a:pt x="750" y="1372"/>
                  </a:cubicBezTo>
                  <a:cubicBezTo>
                    <a:pt x="1095" y="1372"/>
                    <a:pt x="1400" y="1080"/>
                    <a:pt x="1429" y="732"/>
                  </a:cubicBezTo>
                  <a:cubicBezTo>
                    <a:pt x="1429" y="337"/>
                    <a:pt x="1125" y="33"/>
                    <a:pt x="730" y="2"/>
                  </a:cubicBezTo>
                  <a:cubicBezTo>
                    <a:pt x="713" y="1"/>
                    <a:pt x="696" y="0"/>
                    <a:pt x="68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51"/>
            <p:cNvSpPr/>
            <p:nvPr/>
          </p:nvSpPr>
          <p:spPr>
            <a:xfrm>
              <a:off x="4935000" y="2501850"/>
              <a:ext cx="72975" cy="19350"/>
            </a:xfrm>
            <a:custGeom>
              <a:rect b="b" l="l" r="r" t="t"/>
              <a:pathLst>
                <a:path extrusionOk="0" h="774" w="2919">
                  <a:moveTo>
                    <a:pt x="1399" y="0"/>
                  </a:moveTo>
                  <a:cubicBezTo>
                    <a:pt x="1004" y="31"/>
                    <a:pt x="609" y="152"/>
                    <a:pt x="305" y="396"/>
                  </a:cubicBezTo>
                  <a:cubicBezTo>
                    <a:pt x="92" y="547"/>
                    <a:pt x="1" y="730"/>
                    <a:pt x="62" y="760"/>
                  </a:cubicBezTo>
                  <a:cubicBezTo>
                    <a:pt x="71" y="770"/>
                    <a:pt x="85" y="774"/>
                    <a:pt x="103" y="774"/>
                  </a:cubicBezTo>
                  <a:cubicBezTo>
                    <a:pt x="262" y="774"/>
                    <a:pt x="748" y="456"/>
                    <a:pt x="1429" y="456"/>
                  </a:cubicBezTo>
                  <a:cubicBezTo>
                    <a:pt x="2105" y="456"/>
                    <a:pt x="2636" y="745"/>
                    <a:pt x="2789" y="745"/>
                  </a:cubicBezTo>
                  <a:cubicBezTo>
                    <a:pt x="2808" y="745"/>
                    <a:pt x="2821" y="740"/>
                    <a:pt x="2828" y="730"/>
                  </a:cubicBezTo>
                  <a:cubicBezTo>
                    <a:pt x="2919" y="639"/>
                    <a:pt x="2797" y="517"/>
                    <a:pt x="2554" y="335"/>
                  </a:cubicBezTo>
                  <a:cubicBezTo>
                    <a:pt x="2220" y="122"/>
                    <a:pt x="1794" y="0"/>
                    <a:pt x="13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1"/>
            <p:cNvSpPr/>
            <p:nvPr/>
          </p:nvSpPr>
          <p:spPr>
            <a:xfrm>
              <a:off x="5151575" y="2526175"/>
              <a:ext cx="35750" cy="34250"/>
            </a:xfrm>
            <a:custGeom>
              <a:rect b="b" l="l" r="r" t="t"/>
              <a:pathLst>
                <a:path extrusionOk="0" h="1370" w="1430">
                  <a:moveTo>
                    <a:pt x="730" y="0"/>
                  </a:moveTo>
                  <a:cubicBezTo>
                    <a:pt x="365" y="0"/>
                    <a:pt x="31" y="274"/>
                    <a:pt x="31" y="669"/>
                  </a:cubicBezTo>
                  <a:cubicBezTo>
                    <a:pt x="1" y="1033"/>
                    <a:pt x="305" y="1337"/>
                    <a:pt x="700" y="1368"/>
                  </a:cubicBezTo>
                  <a:cubicBezTo>
                    <a:pt x="717" y="1369"/>
                    <a:pt x="733" y="1370"/>
                    <a:pt x="750" y="1370"/>
                  </a:cubicBezTo>
                  <a:cubicBezTo>
                    <a:pt x="1095" y="1370"/>
                    <a:pt x="1400" y="1077"/>
                    <a:pt x="1429" y="730"/>
                  </a:cubicBezTo>
                  <a:cubicBezTo>
                    <a:pt x="1429" y="334"/>
                    <a:pt x="1125" y="30"/>
                    <a:pt x="73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1"/>
            <p:cNvSpPr/>
            <p:nvPr/>
          </p:nvSpPr>
          <p:spPr>
            <a:xfrm>
              <a:off x="5134100" y="2507800"/>
              <a:ext cx="72225" cy="18725"/>
            </a:xfrm>
            <a:custGeom>
              <a:rect b="b" l="l" r="r" t="t"/>
              <a:pathLst>
                <a:path extrusionOk="0" h="749" w="2889">
                  <a:moveTo>
                    <a:pt x="1496" y="1"/>
                  </a:moveTo>
                  <a:cubicBezTo>
                    <a:pt x="1454" y="1"/>
                    <a:pt x="1411" y="2"/>
                    <a:pt x="1368" y="6"/>
                  </a:cubicBezTo>
                  <a:cubicBezTo>
                    <a:pt x="973" y="6"/>
                    <a:pt x="608" y="127"/>
                    <a:pt x="274" y="370"/>
                  </a:cubicBezTo>
                  <a:cubicBezTo>
                    <a:pt x="61" y="553"/>
                    <a:pt x="1" y="705"/>
                    <a:pt x="31" y="735"/>
                  </a:cubicBezTo>
                  <a:cubicBezTo>
                    <a:pt x="40" y="744"/>
                    <a:pt x="54" y="749"/>
                    <a:pt x="73" y="749"/>
                  </a:cubicBezTo>
                  <a:cubicBezTo>
                    <a:pt x="232" y="749"/>
                    <a:pt x="717" y="431"/>
                    <a:pt x="1399" y="431"/>
                  </a:cubicBezTo>
                  <a:cubicBezTo>
                    <a:pt x="2057" y="431"/>
                    <a:pt x="2579" y="728"/>
                    <a:pt x="2766" y="728"/>
                  </a:cubicBezTo>
                  <a:cubicBezTo>
                    <a:pt x="2794" y="728"/>
                    <a:pt x="2815" y="721"/>
                    <a:pt x="2827" y="705"/>
                  </a:cubicBezTo>
                  <a:cubicBezTo>
                    <a:pt x="2888" y="613"/>
                    <a:pt x="2767" y="522"/>
                    <a:pt x="2523" y="340"/>
                  </a:cubicBezTo>
                  <a:cubicBezTo>
                    <a:pt x="2223" y="121"/>
                    <a:pt x="1873" y="1"/>
                    <a:pt x="149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1"/>
            <p:cNvSpPr/>
            <p:nvPr/>
          </p:nvSpPr>
          <p:spPr>
            <a:xfrm>
              <a:off x="5017825" y="2509425"/>
              <a:ext cx="58550" cy="159425"/>
            </a:xfrm>
            <a:custGeom>
              <a:rect b="b" l="l" r="r" t="t"/>
              <a:pathLst>
                <a:path extrusionOk="0" h="6377" w="2342">
                  <a:moveTo>
                    <a:pt x="2248" y="1"/>
                  </a:moveTo>
                  <a:cubicBezTo>
                    <a:pt x="2147" y="1"/>
                    <a:pt x="1453" y="1662"/>
                    <a:pt x="700" y="3770"/>
                  </a:cubicBezTo>
                  <a:cubicBezTo>
                    <a:pt x="487" y="4287"/>
                    <a:pt x="305" y="4773"/>
                    <a:pt x="153" y="5260"/>
                  </a:cubicBezTo>
                  <a:cubicBezTo>
                    <a:pt x="31" y="5503"/>
                    <a:pt x="1" y="5746"/>
                    <a:pt x="62" y="6020"/>
                  </a:cubicBezTo>
                  <a:cubicBezTo>
                    <a:pt x="92" y="6141"/>
                    <a:pt x="214" y="6263"/>
                    <a:pt x="366" y="6293"/>
                  </a:cubicBezTo>
                  <a:cubicBezTo>
                    <a:pt x="487" y="6324"/>
                    <a:pt x="578" y="6354"/>
                    <a:pt x="700" y="6354"/>
                  </a:cubicBezTo>
                  <a:cubicBezTo>
                    <a:pt x="913" y="6369"/>
                    <a:pt x="1126" y="6377"/>
                    <a:pt x="1335" y="6377"/>
                  </a:cubicBezTo>
                  <a:cubicBezTo>
                    <a:pt x="1544" y="6377"/>
                    <a:pt x="1749" y="6369"/>
                    <a:pt x="1946" y="6354"/>
                  </a:cubicBezTo>
                  <a:cubicBezTo>
                    <a:pt x="1551" y="6202"/>
                    <a:pt x="1126" y="6141"/>
                    <a:pt x="730" y="6141"/>
                  </a:cubicBezTo>
                  <a:cubicBezTo>
                    <a:pt x="518" y="6141"/>
                    <a:pt x="335" y="6080"/>
                    <a:pt x="305" y="5928"/>
                  </a:cubicBezTo>
                  <a:cubicBezTo>
                    <a:pt x="275" y="5746"/>
                    <a:pt x="335" y="5533"/>
                    <a:pt x="427" y="5351"/>
                  </a:cubicBezTo>
                  <a:lnTo>
                    <a:pt x="1004" y="3862"/>
                  </a:lnTo>
                  <a:cubicBezTo>
                    <a:pt x="1794" y="1764"/>
                    <a:pt x="2341" y="32"/>
                    <a:pt x="2250" y="1"/>
                  </a:cubicBezTo>
                  <a:cubicBezTo>
                    <a:pt x="2249" y="1"/>
                    <a:pt x="2249" y="1"/>
                    <a:pt x="22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1"/>
            <p:cNvSpPr/>
            <p:nvPr/>
          </p:nvSpPr>
          <p:spPr>
            <a:xfrm>
              <a:off x="5055075" y="2842275"/>
              <a:ext cx="183925" cy="83925"/>
            </a:xfrm>
            <a:custGeom>
              <a:rect b="b" l="l" r="r" t="t"/>
              <a:pathLst>
                <a:path extrusionOk="0" h="3357" w="7357">
                  <a:moveTo>
                    <a:pt x="7356" y="1"/>
                  </a:moveTo>
                  <a:lnTo>
                    <a:pt x="7356" y="1"/>
                  </a:lnTo>
                  <a:cubicBezTo>
                    <a:pt x="5137" y="1338"/>
                    <a:pt x="2584" y="2037"/>
                    <a:pt x="0" y="2037"/>
                  </a:cubicBezTo>
                  <a:lnTo>
                    <a:pt x="61" y="3314"/>
                  </a:lnTo>
                  <a:cubicBezTo>
                    <a:pt x="394" y="3343"/>
                    <a:pt x="713" y="3357"/>
                    <a:pt x="1019" y="3357"/>
                  </a:cubicBezTo>
                  <a:cubicBezTo>
                    <a:pt x="5799" y="3357"/>
                    <a:pt x="7356" y="1"/>
                    <a:pt x="7356"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51"/>
            <p:cNvSpPr/>
            <p:nvPr/>
          </p:nvSpPr>
          <p:spPr>
            <a:xfrm>
              <a:off x="5072550" y="2700675"/>
              <a:ext cx="60825" cy="41875"/>
            </a:xfrm>
            <a:custGeom>
              <a:rect b="b" l="l" r="r" t="t"/>
              <a:pathLst>
                <a:path extrusionOk="0" h="1675" w="2433">
                  <a:moveTo>
                    <a:pt x="1152" y="1"/>
                  </a:moveTo>
                  <a:cubicBezTo>
                    <a:pt x="750" y="1"/>
                    <a:pt x="361" y="205"/>
                    <a:pt x="92" y="528"/>
                  </a:cubicBezTo>
                  <a:lnTo>
                    <a:pt x="61" y="558"/>
                  </a:lnTo>
                  <a:cubicBezTo>
                    <a:pt x="0" y="619"/>
                    <a:pt x="0" y="741"/>
                    <a:pt x="61" y="832"/>
                  </a:cubicBezTo>
                  <a:cubicBezTo>
                    <a:pt x="122" y="923"/>
                    <a:pt x="213" y="984"/>
                    <a:pt x="274" y="1044"/>
                  </a:cubicBezTo>
                  <a:cubicBezTo>
                    <a:pt x="578" y="1318"/>
                    <a:pt x="912" y="1500"/>
                    <a:pt x="1247" y="1622"/>
                  </a:cubicBezTo>
                  <a:cubicBezTo>
                    <a:pt x="1353" y="1657"/>
                    <a:pt x="1462" y="1675"/>
                    <a:pt x="1569" y="1675"/>
                  </a:cubicBezTo>
                  <a:cubicBezTo>
                    <a:pt x="1829" y="1675"/>
                    <a:pt x="2078" y="1573"/>
                    <a:pt x="2250" y="1379"/>
                  </a:cubicBezTo>
                  <a:cubicBezTo>
                    <a:pt x="2432" y="1075"/>
                    <a:pt x="2402" y="710"/>
                    <a:pt x="2189" y="467"/>
                  </a:cubicBezTo>
                  <a:cubicBezTo>
                    <a:pt x="1976" y="193"/>
                    <a:pt x="1672" y="41"/>
                    <a:pt x="1307" y="11"/>
                  </a:cubicBezTo>
                  <a:cubicBezTo>
                    <a:pt x="1256" y="4"/>
                    <a:pt x="1204" y="1"/>
                    <a:pt x="1152"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51"/>
            <p:cNvSpPr/>
            <p:nvPr/>
          </p:nvSpPr>
          <p:spPr>
            <a:xfrm>
              <a:off x="5062675" y="2680425"/>
              <a:ext cx="63850" cy="55500"/>
            </a:xfrm>
            <a:custGeom>
              <a:rect b="b" l="l" r="r" t="t"/>
              <a:pathLst>
                <a:path extrusionOk="0" h="2220" w="2554">
                  <a:moveTo>
                    <a:pt x="2402" y="0"/>
                  </a:moveTo>
                  <a:cubicBezTo>
                    <a:pt x="2280" y="0"/>
                    <a:pt x="2280" y="821"/>
                    <a:pt x="1581" y="1429"/>
                  </a:cubicBezTo>
                  <a:cubicBezTo>
                    <a:pt x="882" y="2006"/>
                    <a:pt x="0" y="1915"/>
                    <a:pt x="0" y="2037"/>
                  </a:cubicBezTo>
                  <a:cubicBezTo>
                    <a:pt x="0" y="2098"/>
                    <a:pt x="183" y="2189"/>
                    <a:pt x="547" y="2219"/>
                  </a:cubicBezTo>
                  <a:cubicBezTo>
                    <a:pt x="1034" y="2219"/>
                    <a:pt x="1520" y="2037"/>
                    <a:pt x="1885" y="1733"/>
                  </a:cubicBezTo>
                  <a:cubicBezTo>
                    <a:pt x="2250" y="1429"/>
                    <a:pt x="2462" y="1003"/>
                    <a:pt x="2523" y="547"/>
                  </a:cubicBezTo>
                  <a:cubicBezTo>
                    <a:pt x="2554" y="213"/>
                    <a:pt x="2462" y="0"/>
                    <a:pt x="240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1"/>
            <p:cNvSpPr/>
            <p:nvPr/>
          </p:nvSpPr>
          <p:spPr>
            <a:xfrm>
              <a:off x="4899300" y="2194375"/>
              <a:ext cx="392875" cy="279225"/>
            </a:xfrm>
            <a:custGeom>
              <a:rect b="b" l="l" r="r" t="t"/>
              <a:pathLst>
                <a:path extrusionOk="0" h="11169" w="15715">
                  <a:moveTo>
                    <a:pt x="8649" y="1"/>
                  </a:moveTo>
                  <a:cubicBezTo>
                    <a:pt x="8329" y="1"/>
                    <a:pt x="8009" y="8"/>
                    <a:pt x="7690" y="20"/>
                  </a:cubicBezTo>
                  <a:cubicBezTo>
                    <a:pt x="5715" y="111"/>
                    <a:pt x="3587" y="415"/>
                    <a:pt x="2158" y="1600"/>
                  </a:cubicBezTo>
                  <a:cubicBezTo>
                    <a:pt x="1064" y="2512"/>
                    <a:pt x="365" y="3789"/>
                    <a:pt x="213" y="5187"/>
                  </a:cubicBezTo>
                  <a:cubicBezTo>
                    <a:pt x="0" y="6859"/>
                    <a:pt x="0" y="8530"/>
                    <a:pt x="152" y="10172"/>
                  </a:cubicBezTo>
                  <a:cubicBezTo>
                    <a:pt x="152" y="10506"/>
                    <a:pt x="304" y="10840"/>
                    <a:pt x="578" y="11053"/>
                  </a:cubicBezTo>
                  <a:cubicBezTo>
                    <a:pt x="753" y="11119"/>
                    <a:pt x="944" y="11169"/>
                    <a:pt x="1140" y="11169"/>
                  </a:cubicBezTo>
                  <a:cubicBezTo>
                    <a:pt x="1215" y="11169"/>
                    <a:pt x="1292" y="11161"/>
                    <a:pt x="1368" y="11144"/>
                  </a:cubicBezTo>
                  <a:cubicBezTo>
                    <a:pt x="3648" y="10992"/>
                    <a:pt x="6110" y="9229"/>
                    <a:pt x="7812" y="7892"/>
                  </a:cubicBezTo>
                  <a:lnTo>
                    <a:pt x="7812" y="7892"/>
                  </a:lnTo>
                  <a:cubicBezTo>
                    <a:pt x="7386" y="8500"/>
                    <a:pt x="5046" y="9989"/>
                    <a:pt x="4620" y="10567"/>
                  </a:cubicBezTo>
                  <a:cubicBezTo>
                    <a:pt x="8420" y="9837"/>
                    <a:pt x="13709" y="6767"/>
                    <a:pt x="15684" y="3849"/>
                  </a:cubicBezTo>
                  <a:lnTo>
                    <a:pt x="15715" y="3758"/>
                  </a:lnTo>
                  <a:cubicBezTo>
                    <a:pt x="15472" y="2330"/>
                    <a:pt x="14134" y="1175"/>
                    <a:pt x="12614" y="597"/>
                  </a:cubicBezTo>
                  <a:cubicBezTo>
                    <a:pt x="11360" y="130"/>
                    <a:pt x="10006" y="1"/>
                    <a:pt x="8649"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1"/>
            <p:cNvSpPr/>
            <p:nvPr/>
          </p:nvSpPr>
          <p:spPr>
            <a:xfrm>
              <a:off x="5213900" y="2227325"/>
              <a:ext cx="274675" cy="637025"/>
            </a:xfrm>
            <a:custGeom>
              <a:rect b="b" l="l" r="r" t="t"/>
              <a:pathLst>
                <a:path extrusionOk="0" h="25481" w="10987">
                  <a:moveTo>
                    <a:pt x="2568" y="1"/>
                  </a:moveTo>
                  <a:cubicBezTo>
                    <a:pt x="2159" y="1"/>
                    <a:pt x="1729" y="23"/>
                    <a:pt x="1277" y="69"/>
                  </a:cubicBezTo>
                  <a:lnTo>
                    <a:pt x="1824" y="2835"/>
                  </a:lnTo>
                  <a:cubicBezTo>
                    <a:pt x="1824" y="2835"/>
                    <a:pt x="0" y="9249"/>
                    <a:pt x="4195" y="13565"/>
                  </a:cubicBezTo>
                  <a:cubicBezTo>
                    <a:pt x="4195" y="13565"/>
                    <a:pt x="3009" y="22562"/>
                    <a:pt x="5927" y="25480"/>
                  </a:cubicBezTo>
                  <a:cubicBezTo>
                    <a:pt x="5927" y="25480"/>
                    <a:pt x="9088" y="18945"/>
                    <a:pt x="9605" y="15875"/>
                  </a:cubicBezTo>
                  <a:cubicBezTo>
                    <a:pt x="9848" y="14659"/>
                    <a:pt x="10031" y="13413"/>
                    <a:pt x="10091" y="12167"/>
                  </a:cubicBezTo>
                  <a:cubicBezTo>
                    <a:pt x="10207" y="9471"/>
                    <a:pt x="10987" y="1"/>
                    <a:pt x="2568"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1"/>
            <p:cNvSpPr/>
            <p:nvPr/>
          </p:nvSpPr>
          <p:spPr>
            <a:xfrm>
              <a:off x="5311150" y="2552450"/>
              <a:ext cx="88175" cy="134600"/>
            </a:xfrm>
            <a:custGeom>
              <a:rect b="b" l="l" r="r" t="t"/>
              <a:pathLst>
                <a:path extrusionOk="0" h="5384" w="3527">
                  <a:moveTo>
                    <a:pt x="911" y="1"/>
                  </a:moveTo>
                  <a:cubicBezTo>
                    <a:pt x="669" y="1"/>
                    <a:pt x="426" y="25"/>
                    <a:pt x="183" y="74"/>
                  </a:cubicBezTo>
                  <a:lnTo>
                    <a:pt x="1" y="5119"/>
                  </a:lnTo>
                  <a:cubicBezTo>
                    <a:pt x="235" y="5295"/>
                    <a:pt x="507" y="5383"/>
                    <a:pt x="785" y="5383"/>
                  </a:cubicBezTo>
                  <a:cubicBezTo>
                    <a:pt x="939" y="5383"/>
                    <a:pt x="1095" y="5356"/>
                    <a:pt x="1247" y="5302"/>
                  </a:cubicBezTo>
                  <a:cubicBezTo>
                    <a:pt x="1642" y="5150"/>
                    <a:pt x="2007" y="4907"/>
                    <a:pt x="2311" y="4603"/>
                  </a:cubicBezTo>
                  <a:cubicBezTo>
                    <a:pt x="2736" y="4177"/>
                    <a:pt x="3071" y="3660"/>
                    <a:pt x="3314" y="3113"/>
                  </a:cubicBezTo>
                  <a:cubicBezTo>
                    <a:pt x="3527" y="2536"/>
                    <a:pt x="3496" y="1897"/>
                    <a:pt x="3283" y="1350"/>
                  </a:cubicBezTo>
                  <a:cubicBezTo>
                    <a:pt x="3010" y="803"/>
                    <a:pt x="2554" y="378"/>
                    <a:pt x="1976" y="165"/>
                  </a:cubicBezTo>
                  <a:cubicBezTo>
                    <a:pt x="1630" y="55"/>
                    <a:pt x="1272" y="1"/>
                    <a:pt x="911"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1"/>
            <p:cNvSpPr/>
            <p:nvPr/>
          </p:nvSpPr>
          <p:spPr>
            <a:xfrm>
              <a:off x="5323325" y="2572525"/>
              <a:ext cx="44075" cy="77700"/>
            </a:xfrm>
            <a:custGeom>
              <a:rect b="b" l="l" r="r" t="t"/>
              <a:pathLst>
                <a:path extrusionOk="0" h="3108" w="1763">
                  <a:moveTo>
                    <a:pt x="730" y="0"/>
                  </a:moveTo>
                  <a:cubicBezTo>
                    <a:pt x="152" y="0"/>
                    <a:pt x="0" y="395"/>
                    <a:pt x="61" y="395"/>
                  </a:cubicBezTo>
                  <a:cubicBezTo>
                    <a:pt x="108" y="395"/>
                    <a:pt x="226" y="305"/>
                    <a:pt x="445" y="305"/>
                  </a:cubicBezTo>
                  <a:cubicBezTo>
                    <a:pt x="510" y="305"/>
                    <a:pt x="585" y="313"/>
                    <a:pt x="669" y="335"/>
                  </a:cubicBezTo>
                  <a:cubicBezTo>
                    <a:pt x="1125" y="486"/>
                    <a:pt x="1398" y="973"/>
                    <a:pt x="1307" y="1459"/>
                  </a:cubicBezTo>
                  <a:cubicBezTo>
                    <a:pt x="1246" y="2067"/>
                    <a:pt x="1003" y="2614"/>
                    <a:pt x="699" y="2766"/>
                  </a:cubicBezTo>
                  <a:cubicBezTo>
                    <a:pt x="563" y="2828"/>
                    <a:pt x="438" y="2844"/>
                    <a:pt x="334" y="2844"/>
                  </a:cubicBezTo>
                  <a:cubicBezTo>
                    <a:pt x="213" y="2844"/>
                    <a:pt x="123" y="2822"/>
                    <a:pt x="82" y="2822"/>
                  </a:cubicBezTo>
                  <a:cubicBezTo>
                    <a:pt x="72" y="2822"/>
                    <a:pt x="64" y="2823"/>
                    <a:pt x="61" y="2827"/>
                  </a:cubicBezTo>
                  <a:cubicBezTo>
                    <a:pt x="10" y="2852"/>
                    <a:pt x="169" y="3107"/>
                    <a:pt x="536" y="3107"/>
                  </a:cubicBezTo>
                  <a:cubicBezTo>
                    <a:pt x="612" y="3107"/>
                    <a:pt x="697" y="3096"/>
                    <a:pt x="790" y="3070"/>
                  </a:cubicBezTo>
                  <a:cubicBezTo>
                    <a:pt x="1064" y="2979"/>
                    <a:pt x="1307" y="2766"/>
                    <a:pt x="1459" y="2493"/>
                  </a:cubicBezTo>
                  <a:cubicBezTo>
                    <a:pt x="1611" y="2189"/>
                    <a:pt x="1702" y="1854"/>
                    <a:pt x="1733" y="1490"/>
                  </a:cubicBezTo>
                  <a:cubicBezTo>
                    <a:pt x="1763" y="1125"/>
                    <a:pt x="1672" y="760"/>
                    <a:pt x="1489" y="456"/>
                  </a:cubicBezTo>
                  <a:cubicBezTo>
                    <a:pt x="1307" y="213"/>
                    <a:pt x="1034" y="31"/>
                    <a:pt x="73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1"/>
            <p:cNvSpPr/>
            <p:nvPr/>
          </p:nvSpPr>
          <p:spPr>
            <a:xfrm>
              <a:off x="4830900" y="3474500"/>
              <a:ext cx="4575" cy="250025"/>
            </a:xfrm>
            <a:custGeom>
              <a:rect b="b" l="l" r="r" t="t"/>
              <a:pathLst>
                <a:path extrusionOk="0" h="10001" w="183">
                  <a:moveTo>
                    <a:pt x="92" y="1"/>
                  </a:moveTo>
                  <a:cubicBezTo>
                    <a:pt x="31" y="1"/>
                    <a:pt x="1" y="2250"/>
                    <a:pt x="1" y="5016"/>
                  </a:cubicBezTo>
                  <a:cubicBezTo>
                    <a:pt x="1" y="7782"/>
                    <a:pt x="31" y="10001"/>
                    <a:pt x="92" y="10001"/>
                  </a:cubicBezTo>
                  <a:cubicBezTo>
                    <a:pt x="153" y="10001"/>
                    <a:pt x="183" y="7782"/>
                    <a:pt x="183" y="5016"/>
                  </a:cubicBezTo>
                  <a:cubicBezTo>
                    <a:pt x="183" y="2250"/>
                    <a:pt x="153" y="1"/>
                    <a:pt x="9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1"/>
            <p:cNvSpPr/>
            <p:nvPr/>
          </p:nvSpPr>
          <p:spPr>
            <a:xfrm>
              <a:off x="5045950" y="3468125"/>
              <a:ext cx="240975" cy="361275"/>
            </a:xfrm>
            <a:custGeom>
              <a:rect b="b" l="l" r="r" t="t"/>
              <a:pathLst>
                <a:path extrusionOk="0" h="14451" w="9639">
                  <a:moveTo>
                    <a:pt x="7020" y="0"/>
                  </a:moveTo>
                  <a:cubicBezTo>
                    <a:pt x="6319" y="0"/>
                    <a:pt x="5745" y="73"/>
                    <a:pt x="5745" y="73"/>
                  </a:cubicBezTo>
                  <a:cubicBezTo>
                    <a:pt x="5745" y="73"/>
                    <a:pt x="821" y="134"/>
                    <a:pt x="517" y="1198"/>
                  </a:cubicBezTo>
                  <a:cubicBezTo>
                    <a:pt x="1" y="3022"/>
                    <a:pt x="912" y="12931"/>
                    <a:pt x="912" y="12931"/>
                  </a:cubicBezTo>
                  <a:lnTo>
                    <a:pt x="5472" y="14450"/>
                  </a:lnTo>
                  <a:cubicBezTo>
                    <a:pt x="5472" y="14450"/>
                    <a:pt x="7660" y="13964"/>
                    <a:pt x="6627" y="9739"/>
                  </a:cubicBezTo>
                  <a:cubicBezTo>
                    <a:pt x="5989" y="7095"/>
                    <a:pt x="4955" y="4541"/>
                    <a:pt x="3648" y="2171"/>
                  </a:cubicBezTo>
                  <a:lnTo>
                    <a:pt x="3648" y="2171"/>
                  </a:lnTo>
                  <a:cubicBezTo>
                    <a:pt x="3648" y="2171"/>
                    <a:pt x="3855" y="2176"/>
                    <a:pt x="4190" y="2176"/>
                  </a:cubicBezTo>
                  <a:cubicBezTo>
                    <a:pt x="5666" y="2176"/>
                    <a:pt x="9638" y="2075"/>
                    <a:pt x="9514" y="985"/>
                  </a:cubicBezTo>
                  <a:cubicBezTo>
                    <a:pt x="9405" y="165"/>
                    <a:pt x="8070" y="0"/>
                    <a:pt x="702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1"/>
            <p:cNvSpPr/>
            <p:nvPr/>
          </p:nvSpPr>
          <p:spPr>
            <a:xfrm>
              <a:off x="5140950" y="3538525"/>
              <a:ext cx="152625" cy="44675"/>
            </a:xfrm>
            <a:custGeom>
              <a:rect b="b" l="l" r="r" t="t"/>
              <a:pathLst>
                <a:path extrusionOk="0" h="1787" w="6105">
                  <a:moveTo>
                    <a:pt x="3331" y="0"/>
                  </a:moveTo>
                  <a:cubicBezTo>
                    <a:pt x="1801" y="0"/>
                    <a:pt x="141" y="144"/>
                    <a:pt x="0" y="175"/>
                  </a:cubicBezTo>
                  <a:lnTo>
                    <a:pt x="0" y="1786"/>
                  </a:lnTo>
                  <a:cubicBezTo>
                    <a:pt x="0" y="1786"/>
                    <a:pt x="5532" y="1543"/>
                    <a:pt x="5927" y="601"/>
                  </a:cubicBezTo>
                  <a:cubicBezTo>
                    <a:pt x="6104" y="128"/>
                    <a:pt x="4776" y="0"/>
                    <a:pt x="3331"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1"/>
            <p:cNvSpPr/>
            <p:nvPr/>
          </p:nvSpPr>
          <p:spPr>
            <a:xfrm>
              <a:off x="5098375" y="3178150"/>
              <a:ext cx="526650" cy="660375"/>
            </a:xfrm>
            <a:custGeom>
              <a:rect b="b" l="l" r="r" t="t"/>
              <a:pathLst>
                <a:path extrusionOk="0" h="26415" w="21066">
                  <a:moveTo>
                    <a:pt x="21065" y="0"/>
                  </a:moveTo>
                  <a:lnTo>
                    <a:pt x="1" y="3070"/>
                  </a:lnTo>
                  <a:lnTo>
                    <a:pt x="670" y="26414"/>
                  </a:lnTo>
                  <a:lnTo>
                    <a:pt x="17570" y="26049"/>
                  </a:lnTo>
                  <a:lnTo>
                    <a:pt x="20336" y="18815"/>
                  </a:lnTo>
                  <a:lnTo>
                    <a:pt x="21065"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1"/>
            <p:cNvSpPr/>
            <p:nvPr/>
          </p:nvSpPr>
          <p:spPr>
            <a:xfrm>
              <a:off x="4542900" y="3635600"/>
              <a:ext cx="506125" cy="250025"/>
            </a:xfrm>
            <a:custGeom>
              <a:rect b="b" l="l" r="r" t="t"/>
              <a:pathLst>
                <a:path extrusionOk="0" h="10001" w="20245">
                  <a:moveTo>
                    <a:pt x="20244" y="1"/>
                  </a:moveTo>
                  <a:lnTo>
                    <a:pt x="20244" y="1"/>
                  </a:lnTo>
                  <a:cubicBezTo>
                    <a:pt x="20183" y="31"/>
                    <a:pt x="20092" y="61"/>
                    <a:pt x="20031" y="92"/>
                  </a:cubicBezTo>
                  <a:cubicBezTo>
                    <a:pt x="20123" y="92"/>
                    <a:pt x="20183" y="31"/>
                    <a:pt x="20244" y="1"/>
                  </a:cubicBezTo>
                  <a:close/>
                  <a:moveTo>
                    <a:pt x="20031" y="92"/>
                  </a:moveTo>
                  <a:lnTo>
                    <a:pt x="19424" y="335"/>
                  </a:lnTo>
                  <a:lnTo>
                    <a:pt x="17144" y="1247"/>
                  </a:lnTo>
                  <a:lnTo>
                    <a:pt x="9666" y="4286"/>
                  </a:lnTo>
                  <a:lnTo>
                    <a:pt x="5563" y="5989"/>
                  </a:lnTo>
                  <a:cubicBezTo>
                    <a:pt x="4408" y="6444"/>
                    <a:pt x="3314" y="6961"/>
                    <a:pt x="2280" y="7569"/>
                  </a:cubicBezTo>
                  <a:cubicBezTo>
                    <a:pt x="1551" y="7964"/>
                    <a:pt x="943" y="8542"/>
                    <a:pt x="457" y="9210"/>
                  </a:cubicBezTo>
                  <a:cubicBezTo>
                    <a:pt x="305" y="9393"/>
                    <a:pt x="183" y="9575"/>
                    <a:pt x="92" y="9788"/>
                  </a:cubicBezTo>
                  <a:cubicBezTo>
                    <a:pt x="61" y="9849"/>
                    <a:pt x="31" y="9910"/>
                    <a:pt x="1" y="10001"/>
                  </a:cubicBezTo>
                  <a:cubicBezTo>
                    <a:pt x="31" y="10001"/>
                    <a:pt x="153" y="9697"/>
                    <a:pt x="517" y="9241"/>
                  </a:cubicBezTo>
                  <a:cubicBezTo>
                    <a:pt x="1004" y="8603"/>
                    <a:pt x="1642" y="8055"/>
                    <a:pt x="2341" y="7660"/>
                  </a:cubicBezTo>
                  <a:cubicBezTo>
                    <a:pt x="3405" y="7083"/>
                    <a:pt x="4499" y="6566"/>
                    <a:pt x="5624" y="6140"/>
                  </a:cubicBezTo>
                  <a:lnTo>
                    <a:pt x="9727" y="4438"/>
                  </a:lnTo>
                  <a:lnTo>
                    <a:pt x="17174" y="1338"/>
                  </a:lnTo>
                  <a:lnTo>
                    <a:pt x="19424" y="396"/>
                  </a:lnTo>
                  <a:lnTo>
                    <a:pt x="20031" y="92"/>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1"/>
            <p:cNvSpPr/>
            <p:nvPr/>
          </p:nvSpPr>
          <p:spPr>
            <a:xfrm>
              <a:off x="4906900" y="3820250"/>
              <a:ext cx="281925" cy="240150"/>
            </a:xfrm>
            <a:custGeom>
              <a:rect b="b" l="l" r="r" t="t"/>
              <a:pathLst>
                <a:path extrusionOk="0" h="9606" w="11277">
                  <a:moveTo>
                    <a:pt x="11277" y="1"/>
                  </a:moveTo>
                  <a:cubicBezTo>
                    <a:pt x="11125" y="122"/>
                    <a:pt x="10973" y="244"/>
                    <a:pt x="10851" y="396"/>
                  </a:cubicBezTo>
                  <a:cubicBezTo>
                    <a:pt x="10578" y="639"/>
                    <a:pt x="10183" y="1034"/>
                    <a:pt x="9696" y="1490"/>
                  </a:cubicBezTo>
                  <a:cubicBezTo>
                    <a:pt x="8754" y="2432"/>
                    <a:pt x="7356" y="3679"/>
                    <a:pt x="5806" y="4986"/>
                  </a:cubicBezTo>
                  <a:cubicBezTo>
                    <a:pt x="4225" y="6293"/>
                    <a:pt x="2766" y="7448"/>
                    <a:pt x="1702" y="8268"/>
                  </a:cubicBezTo>
                  <a:lnTo>
                    <a:pt x="426" y="9211"/>
                  </a:lnTo>
                  <a:cubicBezTo>
                    <a:pt x="274" y="9332"/>
                    <a:pt x="122" y="9454"/>
                    <a:pt x="0" y="9606"/>
                  </a:cubicBezTo>
                  <a:cubicBezTo>
                    <a:pt x="152" y="9515"/>
                    <a:pt x="335" y="9423"/>
                    <a:pt x="487" y="9302"/>
                  </a:cubicBezTo>
                  <a:cubicBezTo>
                    <a:pt x="790" y="9089"/>
                    <a:pt x="1246" y="8755"/>
                    <a:pt x="1794" y="8390"/>
                  </a:cubicBezTo>
                  <a:cubicBezTo>
                    <a:pt x="2888" y="7600"/>
                    <a:pt x="4347" y="6445"/>
                    <a:pt x="5927" y="5138"/>
                  </a:cubicBezTo>
                  <a:cubicBezTo>
                    <a:pt x="7478" y="3831"/>
                    <a:pt x="8845" y="2554"/>
                    <a:pt x="9818" y="1612"/>
                  </a:cubicBezTo>
                  <a:cubicBezTo>
                    <a:pt x="10274" y="1125"/>
                    <a:pt x="10639" y="730"/>
                    <a:pt x="10882" y="457"/>
                  </a:cubicBezTo>
                  <a:cubicBezTo>
                    <a:pt x="11034" y="305"/>
                    <a:pt x="11155" y="153"/>
                    <a:pt x="1127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1"/>
            <p:cNvSpPr/>
            <p:nvPr/>
          </p:nvSpPr>
          <p:spPr>
            <a:xfrm>
              <a:off x="5550525" y="3801250"/>
              <a:ext cx="275850" cy="319975"/>
            </a:xfrm>
            <a:custGeom>
              <a:rect b="b" l="l" r="r" t="t"/>
              <a:pathLst>
                <a:path extrusionOk="0" h="12799" w="11034">
                  <a:moveTo>
                    <a:pt x="62" y="1"/>
                  </a:moveTo>
                  <a:cubicBezTo>
                    <a:pt x="62" y="1"/>
                    <a:pt x="61" y="1"/>
                    <a:pt x="61" y="1"/>
                  </a:cubicBezTo>
                  <a:cubicBezTo>
                    <a:pt x="0" y="31"/>
                    <a:pt x="2432" y="2919"/>
                    <a:pt x="5441" y="6475"/>
                  </a:cubicBezTo>
                  <a:cubicBezTo>
                    <a:pt x="8419" y="9964"/>
                    <a:pt x="10891" y="12798"/>
                    <a:pt x="10971" y="12798"/>
                  </a:cubicBezTo>
                  <a:cubicBezTo>
                    <a:pt x="10972" y="12798"/>
                    <a:pt x="10973" y="12798"/>
                    <a:pt x="10973" y="12797"/>
                  </a:cubicBezTo>
                  <a:cubicBezTo>
                    <a:pt x="11034" y="12767"/>
                    <a:pt x="8602" y="9879"/>
                    <a:pt x="5593" y="6323"/>
                  </a:cubicBezTo>
                  <a:cubicBezTo>
                    <a:pt x="2600" y="2816"/>
                    <a:pt x="118" y="1"/>
                    <a:pt x="6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1"/>
            <p:cNvSpPr/>
            <p:nvPr/>
          </p:nvSpPr>
          <p:spPr>
            <a:xfrm>
              <a:off x="5625000" y="3594575"/>
              <a:ext cx="319175" cy="184675"/>
            </a:xfrm>
            <a:custGeom>
              <a:rect b="b" l="l" r="r" t="t"/>
              <a:pathLst>
                <a:path extrusionOk="0" h="7387" w="12767">
                  <a:moveTo>
                    <a:pt x="0" y="0"/>
                  </a:moveTo>
                  <a:cubicBezTo>
                    <a:pt x="122" y="122"/>
                    <a:pt x="274" y="274"/>
                    <a:pt x="426" y="365"/>
                  </a:cubicBezTo>
                  <a:cubicBezTo>
                    <a:pt x="730" y="608"/>
                    <a:pt x="1155" y="942"/>
                    <a:pt x="1702" y="1338"/>
                  </a:cubicBezTo>
                  <a:cubicBezTo>
                    <a:pt x="2797" y="2128"/>
                    <a:pt x="4347" y="3161"/>
                    <a:pt x="6110" y="4164"/>
                  </a:cubicBezTo>
                  <a:cubicBezTo>
                    <a:pt x="7873" y="5198"/>
                    <a:pt x="9544" y="6019"/>
                    <a:pt x="10760" y="6566"/>
                  </a:cubicBezTo>
                  <a:cubicBezTo>
                    <a:pt x="11368" y="6839"/>
                    <a:pt x="11885" y="7052"/>
                    <a:pt x="12219" y="7204"/>
                  </a:cubicBezTo>
                  <a:cubicBezTo>
                    <a:pt x="12402" y="7265"/>
                    <a:pt x="12584" y="7326"/>
                    <a:pt x="12766" y="7386"/>
                  </a:cubicBezTo>
                  <a:cubicBezTo>
                    <a:pt x="12614" y="7295"/>
                    <a:pt x="12432" y="7204"/>
                    <a:pt x="12250" y="7113"/>
                  </a:cubicBezTo>
                  <a:lnTo>
                    <a:pt x="10821" y="6444"/>
                  </a:lnTo>
                  <a:cubicBezTo>
                    <a:pt x="9636" y="5867"/>
                    <a:pt x="7964" y="5015"/>
                    <a:pt x="6201" y="4012"/>
                  </a:cubicBezTo>
                  <a:cubicBezTo>
                    <a:pt x="4438" y="2979"/>
                    <a:pt x="2888" y="1976"/>
                    <a:pt x="1793" y="1216"/>
                  </a:cubicBezTo>
                  <a:cubicBezTo>
                    <a:pt x="1246" y="851"/>
                    <a:pt x="821" y="547"/>
                    <a:pt x="486" y="304"/>
                  </a:cubicBezTo>
                  <a:cubicBezTo>
                    <a:pt x="334" y="183"/>
                    <a:pt x="183" y="91"/>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51"/>
            <p:cNvSpPr/>
            <p:nvPr/>
          </p:nvSpPr>
          <p:spPr>
            <a:xfrm>
              <a:off x="5696425" y="3450950"/>
              <a:ext cx="31175" cy="224950"/>
            </a:xfrm>
            <a:custGeom>
              <a:rect b="b" l="l" r="r" t="t"/>
              <a:pathLst>
                <a:path extrusionOk="0" h="8998" w="1247">
                  <a:moveTo>
                    <a:pt x="61" y="0"/>
                  </a:moveTo>
                  <a:lnTo>
                    <a:pt x="61" y="0"/>
                  </a:lnTo>
                  <a:cubicBezTo>
                    <a:pt x="0" y="0"/>
                    <a:pt x="213" y="2037"/>
                    <a:pt x="517" y="4529"/>
                  </a:cubicBezTo>
                  <a:cubicBezTo>
                    <a:pt x="821" y="6991"/>
                    <a:pt x="1125" y="8998"/>
                    <a:pt x="1186" y="8998"/>
                  </a:cubicBezTo>
                  <a:cubicBezTo>
                    <a:pt x="1247" y="8998"/>
                    <a:pt x="1034" y="6961"/>
                    <a:pt x="699" y="4499"/>
                  </a:cubicBezTo>
                  <a:cubicBezTo>
                    <a:pt x="395" y="2007"/>
                    <a:pt x="92" y="0"/>
                    <a:pt x="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1"/>
            <p:cNvSpPr/>
            <p:nvPr/>
          </p:nvSpPr>
          <p:spPr>
            <a:xfrm>
              <a:off x="5304325" y="2642425"/>
              <a:ext cx="144400" cy="142125"/>
            </a:xfrm>
            <a:custGeom>
              <a:rect b="b" l="l" r="r" t="t"/>
              <a:pathLst>
                <a:path extrusionOk="0" h="5685" w="5776">
                  <a:moveTo>
                    <a:pt x="2553" y="1"/>
                  </a:moveTo>
                  <a:cubicBezTo>
                    <a:pt x="2553" y="1"/>
                    <a:pt x="2493" y="61"/>
                    <a:pt x="2371" y="244"/>
                  </a:cubicBezTo>
                  <a:lnTo>
                    <a:pt x="1854" y="852"/>
                  </a:lnTo>
                  <a:lnTo>
                    <a:pt x="61" y="3071"/>
                  </a:lnTo>
                  <a:lnTo>
                    <a:pt x="0" y="3131"/>
                  </a:lnTo>
                  <a:lnTo>
                    <a:pt x="61" y="3192"/>
                  </a:lnTo>
                  <a:cubicBezTo>
                    <a:pt x="912" y="3861"/>
                    <a:pt x="1885" y="4651"/>
                    <a:pt x="2918" y="5472"/>
                  </a:cubicBezTo>
                  <a:lnTo>
                    <a:pt x="3131" y="5624"/>
                  </a:lnTo>
                  <a:lnTo>
                    <a:pt x="3222" y="5685"/>
                  </a:lnTo>
                  <a:lnTo>
                    <a:pt x="3283" y="5593"/>
                  </a:lnTo>
                  <a:cubicBezTo>
                    <a:pt x="4195" y="4438"/>
                    <a:pt x="5015" y="3374"/>
                    <a:pt x="5715" y="2493"/>
                  </a:cubicBezTo>
                  <a:lnTo>
                    <a:pt x="5775" y="2432"/>
                  </a:lnTo>
                  <a:lnTo>
                    <a:pt x="5715" y="2371"/>
                  </a:lnTo>
                  <a:lnTo>
                    <a:pt x="3800" y="912"/>
                  </a:lnTo>
                  <a:lnTo>
                    <a:pt x="3283" y="517"/>
                  </a:lnTo>
                  <a:cubicBezTo>
                    <a:pt x="3161" y="426"/>
                    <a:pt x="3070" y="396"/>
                    <a:pt x="3070" y="396"/>
                  </a:cubicBezTo>
                  <a:lnTo>
                    <a:pt x="3070" y="396"/>
                  </a:lnTo>
                  <a:cubicBezTo>
                    <a:pt x="3131" y="456"/>
                    <a:pt x="3192" y="517"/>
                    <a:pt x="3252" y="578"/>
                  </a:cubicBezTo>
                  <a:lnTo>
                    <a:pt x="3769" y="1004"/>
                  </a:lnTo>
                  <a:lnTo>
                    <a:pt x="5565" y="2475"/>
                  </a:lnTo>
                  <a:lnTo>
                    <a:pt x="3211" y="5439"/>
                  </a:lnTo>
                  <a:lnTo>
                    <a:pt x="3211" y="5439"/>
                  </a:lnTo>
                  <a:lnTo>
                    <a:pt x="3040" y="5289"/>
                  </a:lnTo>
                  <a:lnTo>
                    <a:pt x="240" y="3086"/>
                  </a:lnTo>
                  <a:lnTo>
                    <a:pt x="1915" y="882"/>
                  </a:lnTo>
                  <a:lnTo>
                    <a:pt x="2401" y="244"/>
                  </a:lnTo>
                  <a:cubicBezTo>
                    <a:pt x="2462" y="183"/>
                    <a:pt x="2523" y="92"/>
                    <a:pt x="255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51"/>
            <p:cNvSpPr/>
            <p:nvPr/>
          </p:nvSpPr>
          <p:spPr>
            <a:xfrm>
              <a:off x="5213900" y="3438400"/>
              <a:ext cx="411125" cy="355275"/>
            </a:xfrm>
            <a:custGeom>
              <a:rect b="b" l="l" r="r" t="t"/>
              <a:pathLst>
                <a:path extrusionOk="0" h="14211" w="16445">
                  <a:moveTo>
                    <a:pt x="10441" y="1"/>
                  </a:moveTo>
                  <a:cubicBezTo>
                    <a:pt x="10175" y="1"/>
                    <a:pt x="9909" y="138"/>
                    <a:pt x="9757" y="411"/>
                  </a:cubicBezTo>
                  <a:cubicBezTo>
                    <a:pt x="9544" y="989"/>
                    <a:pt x="9939" y="2782"/>
                    <a:pt x="11216" y="4545"/>
                  </a:cubicBezTo>
                  <a:lnTo>
                    <a:pt x="11277" y="4606"/>
                  </a:lnTo>
                  <a:cubicBezTo>
                    <a:pt x="11836" y="5424"/>
                    <a:pt x="11478" y="5679"/>
                    <a:pt x="10808" y="5679"/>
                  </a:cubicBezTo>
                  <a:cubicBezTo>
                    <a:pt x="9985" y="5679"/>
                    <a:pt x="8692" y="5293"/>
                    <a:pt x="8055" y="5092"/>
                  </a:cubicBezTo>
                  <a:cubicBezTo>
                    <a:pt x="7025" y="4802"/>
                    <a:pt x="4021" y="4098"/>
                    <a:pt x="2992" y="4098"/>
                  </a:cubicBezTo>
                  <a:cubicBezTo>
                    <a:pt x="2837" y="4098"/>
                    <a:pt x="2727" y="4114"/>
                    <a:pt x="2675" y="4150"/>
                  </a:cubicBezTo>
                  <a:cubicBezTo>
                    <a:pt x="2097" y="4575"/>
                    <a:pt x="2462" y="5275"/>
                    <a:pt x="3678" y="5609"/>
                  </a:cubicBezTo>
                  <a:cubicBezTo>
                    <a:pt x="4894" y="5913"/>
                    <a:pt x="8450" y="7129"/>
                    <a:pt x="8268" y="7737"/>
                  </a:cubicBezTo>
                  <a:cubicBezTo>
                    <a:pt x="8236" y="7830"/>
                    <a:pt x="8078" y="7870"/>
                    <a:pt x="7830" y="7870"/>
                  </a:cubicBezTo>
                  <a:cubicBezTo>
                    <a:pt x="6392" y="7870"/>
                    <a:pt x="1945" y="6521"/>
                    <a:pt x="1945" y="6521"/>
                  </a:cubicBezTo>
                  <a:cubicBezTo>
                    <a:pt x="1945" y="6521"/>
                    <a:pt x="1462" y="6297"/>
                    <a:pt x="1038" y="6297"/>
                  </a:cubicBezTo>
                  <a:cubicBezTo>
                    <a:pt x="782" y="6297"/>
                    <a:pt x="548" y="6379"/>
                    <a:pt x="456" y="6642"/>
                  </a:cubicBezTo>
                  <a:cubicBezTo>
                    <a:pt x="0" y="7949"/>
                    <a:pt x="6626" y="9408"/>
                    <a:pt x="7265" y="9530"/>
                  </a:cubicBezTo>
                  <a:cubicBezTo>
                    <a:pt x="7684" y="9614"/>
                    <a:pt x="7563" y="10213"/>
                    <a:pt x="7162" y="10213"/>
                  </a:cubicBezTo>
                  <a:cubicBezTo>
                    <a:pt x="7127" y="10213"/>
                    <a:pt x="7091" y="10208"/>
                    <a:pt x="7052" y="10199"/>
                  </a:cubicBezTo>
                  <a:cubicBezTo>
                    <a:pt x="6693" y="10109"/>
                    <a:pt x="3576" y="9078"/>
                    <a:pt x="1768" y="9078"/>
                  </a:cubicBezTo>
                  <a:cubicBezTo>
                    <a:pt x="1123" y="9078"/>
                    <a:pt x="645" y="9209"/>
                    <a:pt x="517" y="9560"/>
                  </a:cubicBezTo>
                  <a:cubicBezTo>
                    <a:pt x="182" y="10563"/>
                    <a:pt x="5958" y="10807"/>
                    <a:pt x="6930" y="11840"/>
                  </a:cubicBezTo>
                  <a:cubicBezTo>
                    <a:pt x="7171" y="12104"/>
                    <a:pt x="7001" y="12192"/>
                    <a:pt x="6609" y="12192"/>
                  </a:cubicBezTo>
                  <a:cubicBezTo>
                    <a:pt x="5842" y="12192"/>
                    <a:pt x="4226" y="11857"/>
                    <a:pt x="3180" y="11857"/>
                  </a:cubicBezTo>
                  <a:cubicBezTo>
                    <a:pt x="2668" y="11857"/>
                    <a:pt x="2293" y="11937"/>
                    <a:pt x="2219" y="12174"/>
                  </a:cubicBezTo>
                  <a:cubicBezTo>
                    <a:pt x="2097" y="12539"/>
                    <a:pt x="2067" y="12843"/>
                    <a:pt x="5259" y="13360"/>
                  </a:cubicBezTo>
                  <a:cubicBezTo>
                    <a:pt x="7964" y="13816"/>
                    <a:pt x="10699" y="14089"/>
                    <a:pt x="13435" y="14211"/>
                  </a:cubicBezTo>
                  <a:lnTo>
                    <a:pt x="16444" y="6642"/>
                  </a:lnTo>
                  <a:cubicBezTo>
                    <a:pt x="15988" y="6338"/>
                    <a:pt x="14408" y="4667"/>
                    <a:pt x="13769" y="4211"/>
                  </a:cubicBezTo>
                  <a:cubicBezTo>
                    <a:pt x="13253" y="3816"/>
                    <a:pt x="12766" y="3329"/>
                    <a:pt x="12402" y="2782"/>
                  </a:cubicBezTo>
                  <a:cubicBezTo>
                    <a:pt x="11976" y="2174"/>
                    <a:pt x="11581" y="1536"/>
                    <a:pt x="11277" y="837"/>
                  </a:cubicBezTo>
                  <a:cubicBezTo>
                    <a:pt x="11277" y="806"/>
                    <a:pt x="11246" y="746"/>
                    <a:pt x="11246" y="685"/>
                  </a:cubicBezTo>
                  <a:cubicBezTo>
                    <a:pt x="11216" y="594"/>
                    <a:pt x="11186" y="502"/>
                    <a:pt x="11125" y="411"/>
                  </a:cubicBezTo>
                  <a:cubicBezTo>
                    <a:pt x="10973" y="138"/>
                    <a:pt x="10707" y="1"/>
                    <a:pt x="10441"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0" name="Google Shape;740;p51"/>
          <p:cNvSpPr txBox="1"/>
          <p:nvPr>
            <p:ph idx="1" type="subTitle"/>
          </p:nvPr>
        </p:nvSpPr>
        <p:spPr>
          <a:xfrm>
            <a:off x="66925" y="2897825"/>
            <a:ext cx="2897700" cy="216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 </a:t>
            </a:r>
            <a:r>
              <a:rPr lang="en"/>
              <a:t>Leading the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lang="en"/>
              <a:t>Ensuring deadlines are met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lang="en"/>
              <a:t>Keeping progress on track and on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lang="en"/>
              <a:t>Maintaining communication with engineering mentors</a:t>
            </a:r>
            <a:endParaRPr/>
          </a:p>
          <a:p>
            <a:pPr indent="0" lvl="0" marL="0" rtl="0" algn="l">
              <a:spcBef>
                <a:spcPts val="0"/>
              </a:spcBef>
              <a:spcAft>
                <a:spcPts val="0"/>
              </a:spcAft>
              <a:buNone/>
            </a:pPr>
            <a:r>
              <a:t/>
            </a:r>
            <a:endParaRPr/>
          </a:p>
        </p:txBody>
      </p:sp>
      <p:sp>
        <p:nvSpPr>
          <p:cNvPr id="741" name="Google Shape;741;p51"/>
          <p:cNvSpPr txBox="1"/>
          <p:nvPr>
            <p:ph idx="2" type="subTitle"/>
          </p:nvPr>
        </p:nvSpPr>
        <p:spPr>
          <a:xfrm>
            <a:off x="1463140" y="1679843"/>
            <a:ext cx="14634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Isaac </a:t>
            </a:r>
            <a:r>
              <a:rPr lang="en" sz="2000"/>
              <a:t>Hoyt</a:t>
            </a:r>
            <a:r>
              <a:rPr lang="en" sz="2000"/>
              <a:t>	</a:t>
            </a:r>
            <a:endParaRPr sz="2000"/>
          </a:p>
        </p:txBody>
      </p:sp>
      <p:sp>
        <p:nvSpPr>
          <p:cNvPr id="742" name="Google Shape;742;p51"/>
          <p:cNvSpPr txBox="1"/>
          <p:nvPr>
            <p:ph idx="3" type="subTitle"/>
          </p:nvPr>
        </p:nvSpPr>
        <p:spPr>
          <a:xfrm>
            <a:off x="3049875" y="2897825"/>
            <a:ext cx="3108600" cy="15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Developing test protocols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Verifying design choices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Ensuring design choices align with device intentions</a:t>
            </a:r>
            <a:endParaRPr/>
          </a:p>
          <a:p>
            <a:pPr indent="0" lvl="0" marL="0" rtl="0" algn="l">
              <a:spcBef>
                <a:spcPts val="0"/>
              </a:spcBef>
              <a:spcAft>
                <a:spcPts val="0"/>
              </a:spcAft>
              <a:buClr>
                <a:schemeClr val="dk1"/>
              </a:buClr>
              <a:buSzPts val="1100"/>
              <a:buFont typeface="Arial"/>
              <a:buNone/>
            </a:pPr>
            <a:r>
              <a:t/>
            </a:r>
            <a:endParaRPr/>
          </a:p>
        </p:txBody>
      </p:sp>
      <p:sp>
        <p:nvSpPr>
          <p:cNvPr id="743" name="Google Shape;743;p51"/>
          <p:cNvSpPr txBox="1"/>
          <p:nvPr>
            <p:ph idx="4" type="subTitle"/>
          </p:nvPr>
        </p:nvSpPr>
        <p:spPr>
          <a:xfrm>
            <a:off x="4445994" y="1679843"/>
            <a:ext cx="14634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Landon Stein</a:t>
            </a:r>
            <a:endParaRPr sz="1600"/>
          </a:p>
        </p:txBody>
      </p:sp>
      <p:sp>
        <p:nvSpPr>
          <p:cNvPr id="744" name="Google Shape;744;p51"/>
          <p:cNvSpPr/>
          <p:nvPr/>
        </p:nvSpPr>
        <p:spPr>
          <a:xfrm>
            <a:off x="6158543" y="1492215"/>
            <a:ext cx="1272900" cy="1351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5" name="Google Shape;745;p51"/>
          <p:cNvGrpSpPr/>
          <p:nvPr/>
        </p:nvGrpSpPr>
        <p:grpSpPr>
          <a:xfrm>
            <a:off x="6386769" y="1644719"/>
            <a:ext cx="830525" cy="1206920"/>
            <a:chOff x="3084675" y="2302575"/>
            <a:chExt cx="1636825" cy="2239600"/>
          </a:xfrm>
        </p:grpSpPr>
        <p:sp>
          <p:nvSpPr>
            <p:cNvPr id="746" name="Google Shape;746;p51"/>
            <p:cNvSpPr/>
            <p:nvPr/>
          </p:nvSpPr>
          <p:spPr>
            <a:xfrm>
              <a:off x="3178900" y="3619650"/>
              <a:ext cx="464325" cy="532700"/>
            </a:xfrm>
            <a:custGeom>
              <a:rect b="b" l="l" r="r" t="t"/>
              <a:pathLst>
                <a:path extrusionOk="0" h="21308" w="18573">
                  <a:moveTo>
                    <a:pt x="10305" y="0"/>
                  </a:moveTo>
                  <a:lnTo>
                    <a:pt x="0" y="6140"/>
                  </a:lnTo>
                  <a:lnTo>
                    <a:pt x="5928" y="21308"/>
                  </a:lnTo>
                  <a:lnTo>
                    <a:pt x="18572" y="21308"/>
                  </a:lnTo>
                  <a:lnTo>
                    <a:pt x="10305" y="0"/>
                  </a:lnTo>
                  <a:close/>
                </a:path>
              </a:pathLst>
            </a:custGeom>
            <a:solidFill>
              <a:srgbClr val="B788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1"/>
            <p:cNvSpPr/>
            <p:nvPr/>
          </p:nvSpPr>
          <p:spPr>
            <a:xfrm>
              <a:off x="3691825" y="2342275"/>
              <a:ext cx="699875" cy="987025"/>
            </a:xfrm>
            <a:custGeom>
              <a:rect b="b" l="l" r="r" t="t"/>
              <a:pathLst>
                <a:path extrusionOk="0" h="39481" w="27995">
                  <a:moveTo>
                    <a:pt x="7843" y="0"/>
                  </a:moveTo>
                  <a:cubicBezTo>
                    <a:pt x="5411" y="1490"/>
                    <a:pt x="3709" y="3982"/>
                    <a:pt x="2706" y="6657"/>
                  </a:cubicBezTo>
                  <a:cubicBezTo>
                    <a:pt x="1703" y="9332"/>
                    <a:pt x="1338" y="12189"/>
                    <a:pt x="1034" y="15016"/>
                  </a:cubicBezTo>
                  <a:cubicBezTo>
                    <a:pt x="244" y="22523"/>
                    <a:pt x="0" y="30062"/>
                    <a:pt x="244" y="37600"/>
                  </a:cubicBezTo>
                  <a:cubicBezTo>
                    <a:pt x="7665" y="38530"/>
                    <a:pt x="15126" y="39481"/>
                    <a:pt x="22595" y="39481"/>
                  </a:cubicBezTo>
                  <a:cubicBezTo>
                    <a:pt x="24395" y="39481"/>
                    <a:pt x="26195" y="39426"/>
                    <a:pt x="27995" y="39302"/>
                  </a:cubicBezTo>
                  <a:cubicBezTo>
                    <a:pt x="26384" y="28724"/>
                    <a:pt x="25350" y="18177"/>
                    <a:pt x="26658" y="7538"/>
                  </a:cubicBezTo>
                  <a:lnTo>
                    <a:pt x="7843"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1"/>
            <p:cNvSpPr/>
            <p:nvPr/>
          </p:nvSpPr>
          <p:spPr>
            <a:xfrm>
              <a:off x="3148500" y="3108525"/>
              <a:ext cx="1549450" cy="1433650"/>
            </a:xfrm>
            <a:custGeom>
              <a:rect b="b" l="l" r="r" t="t"/>
              <a:pathLst>
                <a:path extrusionOk="0" h="57346" w="61978">
                  <a:moveTo>
                    <a:pt x="31228" y="0"/>
                  </a:moveTo>
                  <a:cubicBezTo>
                    <a:pt x="25427" y="0"/>
                    <a:pt x="19571" y="1049"/>
                    <a:pt x="13405" y="3150"/>
                  </a:cubicBezTo>
                  <a:cubicBezTo>
                    <a:pt x="13405" y="3150"/>
                    <a:pt x="7964" y="4609"/>
                    <a:pt x="5320" y="11691"/>
                  </a:cubicBezTo>
                  <a:cubicBezTo>
                    <a:pt x="2675" y="18804"/>
                    <a:pt x="1" y="29230"/>
                    <a:pt x="1" y="29230"/>
                  </a:cubicBezTo>
                  <a:lnTo>
                    <a:pt x="12189" y="33546"/>
                  </a:lnTo>
                  <a:lnTo>
                    <a:pt x="12280" y="31479"/>
                  </a:lnTo>
                  <a:lnTo>
                    <a:pt x="14986" y="41813"/>
                  </a:lnTo>
                  <a:lnTo>
                    <a:pt x="9058" y="56829"/>
                  </a:lnTo>
                  <a:lnTo>
                    <a:pt x="29697" y="57345"/>
                  </a:lnTo>
                  <a:lnTo>
                    <a:pt x="50245" y="57194"/>
                  </a:lnTo>
                  <a:lnTo>
                    <a:pt x="43558" y="43637"/>
                  </a:lnTo>
                  <a:lnTo>
                    <a:pt x="46111" y="33728"/>
                  </a:lnTo>
                  <a:cubicBezTo>
                    <a:pt x="46415" y="35825"/>
                    <a:pt x="46658" y="37649"/>
                    <a:pt x="46658" y="37649"/>
                  </a:cubicBezTo>
                  <a:lnTo>
                    <a:pt x="61066" y="36889"/>
                  </a:lnTo>
                  <a:cubicBezTo>
                    <a:pt x="61582" y="36859"/>
                    <a:pt x="61977" y="36373"/>
                    <a:pt x="61917" y="35856"/>
                  </a:cubicBezTo>
                  <a:lnTo>
                    <a:pt x="59120" y="16038"/>
                  </a:lnTo>
                  <a:cubicBezTo>
                    <a:pt x="59120" y="16038"/>
                    <a:pt x="58208" y="6828"/>
                    <a:pt x="49515" y="3393"/>
                  </a:cubicBezTo>
                  <a:lnTo>
                    <a:pt x="49454" y="3393"/>
                  </a:lnTo>
                  <a:cubicBezTo>
                    <a:pt x="49120" y="3272"/>
                    <a:pt x="48755" y="3150"/>
                    <a:pt x="48391" y="3029"/>
                  </a:cubicBezTo>
                  <a:cubicBezTo>
                    <a:pt x="42563" y="1011"/>
                    <a:pt x="36922" y="0"/>
                    <a:pt x="31228"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1"/>
            <p:cNvSpPr/>
            <p:nvPr/>
          </p:nvSpPr>
          <p:spPr>
            <a:xfrm>
              <a:off x="3084675" y="3836225"/>
              <a:ext cx="1327550" cy="538300"/>
            </a:xfrm>
            <a:custGeom>
              <a:rect b="b" l="l" r="r" t="t"/>
              <a:pathLst>
                <a:path extrusionOk="0" h="21532" w="53102">
                  <a:moveTo>
                    <a:pt x="2554" y="0"/>
                  </a:moveTo>
                  <a:lnTo>
                    <a:pt x="1186" y="6444"/>
                  </a:lnTo>
                  <a:cubicBezTo>
                    <a:pt x="0" y="12006"/>
                    <a:pt x="4134" y="17721"/>
                    <a:pt x="9788" y="18359"/>
                  </a:cubicBezTo>
                  <a:lnTo>
                    <a:pt x="39849" y="21459"/>
                  </a:lnTo>
                  <a:cubicBezTo>
                    <a:pt x="40295" y="21508"/>
                    <a:pt x="40738" y="21532"/>
                    <a:pt x="41176" y="21532"/>
                  </a:cubicBezTo>
                  <a:cubicBezTo>
                    <a:pt x="47307" y="21532"/>
                    <a:pt x="52534" y="16879"/>
                    <a:pt x="53102" y="10638"/>
                  </a:cubicBezTo>
                  <a:lnTo>
                    <a:pt x="15198" y="7021"/>
                  </a:lnTo>
                  <a:lnTo>
                    <a:pt x="15441" y="3374"/>
                  </a:lnTo>
                  <a:lnTo>
                    <a:pt x="2554"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1"/>
            <p:cNvSpPr/>
            <p:nvPr/>
          </p:nvSpPr>
          <p:spPr>
            <a:xfrm>
              <a:off x="4083925" y="3835775"/>
              <a:ext cx="430900" cy="270975"/>
            </a:xfrm>
            <a:custGeom>
              <a:rect b="b" l="l" r="r" t="t"/>
              <a:pathLst>
                <a:path extrusionOk="0" h="10839" w="17236">
                  <a:moveTo>
                    <a:pt x="11455" y="0"/>
                  </a:moveTo>
                  <a:cubicBezTo>
                    <a:pt x="10351" y="0"/>
                    <a:pt x="9423" y="13"/>
                    <a:pt x="9089" y="48"/>
                  </a:cubicBezTo>
                  <a:cubicBezTo>
                    <a:pt x="8056" y="140"/>
                    <a:pt x="2524" y="6188"/>
                    <a:pt x="2524" y="6188"/>
                  </a:cubicBezTo>
                  <a:lnTo>
                    <a:pt x="183" y="6614"/>
                  </a:lnTo>
                  <a:lnTo>
                    <a:pt x="1" y="10839"/>
                  </a:lnTo>
                  <a:lnTo>
                    <a:pt x="5958" y="10839"/>
                  </a:lnTo>
                  <a:lnTo>
                    <a:pt x="10426" y="7283"/>
                  </a:lnTo>
                  <a:lnTo>
                    <a:pt x="14955" y="7708"/>
                  </a:lnTo>
                  <a:cubicBezTo>
                    <a:pt x="14973" y="7710"/>
                    <a:pt x="14990" y="7711"/>
                    <a:pt x="15007" y="7711"/>
                  </a:cubicBezTo>
                  <a:cubicBezTo>
                    <a:pt x="15293" y="7711"/>
                    <a:pt x="15565" y="7478"/>
                    <a:pt x="15594" y="7191"/>
                  </a:cubicBezTo>
                  <a:cubicBezTo>
                    <a:pt x="15654" y="6857"/>
                    <a:pt x="15442" y="6583"/>
                    <a:pt x="15138" y="6523"/>
                  </a:cubicBezTo>
                  <a:lnTo>
                    <a:pt x="10882" y="5611"/>
                  </a:lnTo>
                  <a:lnTo>
                    <a:pt x="10730" y="5216"/>
                  </a:lnTo>
                  <a:lnTo>
                    <a:pt x="10730" y="5216"/>
                  </a:lnTo>
                  <a:cubicBezTo>
                    <a:pt x="10731" y="5216"/>
                    <a:pt x="13580" y="5321"/>
                    <a:pt x="14794" y="5321"/>
                  </a:cubicBezTo>
                  <a:cubicBezTo>
                    <a:pt x="15036" y="5321"/>
                    <a:pt x="15214" y="5317"/>
                    <a:pt x="15290" y="5307"/>
                  </a:cubicBezTo>
                  <a:cubicBezTo>
                    <a:pt x="16627" y="5124"/>
                    <a:pt x="16354" y="4547"/>
                    <a:pt x="16354" y="4547"/>
                  </a:cubicBezTo>
                  <a:cubicBezTo>
                    <a:pt x="16354" y="4304"/>
                    <a:pt x="15715" y="4182"/>
                    <a:pt x="15472" y="4152"/>
                  </a:cubicBezTo>
                  <a:lnTo>
                    <a:pt x="10761" y="3483"/>
                  </a:lnTo>
                  <a:lnTo>
                    <a:pt x="10761" y="3179"/>
                  </a:lnTo>
                  <a:lnTo>
                    <a:pt x="15411" y="3027"/>
                  </a:lnTo>
                  <a:cubicBezTo>
                    <a:pt x="17235" y="2875"/>
                    <a:pt x="16870" y="1963"/>
                    <a:pt x="16293" y="1933"/>
                  </a:cubicBezTo>
                  <a:lnTo>
                    <a:pt x="10730" y="1842"/>
                  </a:lnTo>
                  <a:lnTo>
                    <a:pt x="10761" y="1386"/>
                  </a:lnTo>
                  <a:lnTo>
                    <a:pt x="16323" y="1173"/>
                  </a:lnTo>
                  <a:cubicBezTo>
                    <a:pt x="16627" y="1173"/>
                    <a:pt x="16870" y="930"/>
                    <a:pt x="16870" y="626"/>
                  </a:cubicBezTo>
                  <a:cubicBezTo>
                    <a:pt x="16870" y="292"/>
                    <a:pt x="16627" y="48"/>
                    <a:pt x="16293" y="48"/>
                  </a:cubicBezTo>
                  <a:cubicBezTo>
                    <a:pt x="15295" y="30"/>
                    <a:pt x="13165" y="0"/>
                    <a:pt x="11455"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51"/>
            <p:cNvSpPr/>
            <p:nvPr/>
          </p:nvSpPr>
          <p:spPr>
            <a:xfrm>
              <a:off x="3719175" y="3089425"/>
              <a:ext cx="491675" cy="768125"/>
            </a:xfrm>
            <a:custGeom>
              <a:rect b="b" l="l" r="r" t="t"/>
              <a:pathLst>
                <a:path extrusionOk="0" h="30725" w="19667">
                  <a:moveTo>
                    <a:pt x="6578" y="1"/>
                  </a:moveTo>
                  <a:cubicBezTo>
                    <a:pt x="4246" y="1"/>
                    <a:pt x="1943" y="268"/>
                    <a:pt x="1" y="996"/>
                  </a:cubicBezTo>
                  <a:cubicBezTo>
                    <a:pt x="1" y="996"/>
                    <a:pt x="5826" y="30724"/>
                    <a:pt x="7912" y="30724"/>
                  </a:cubicBezTo>
                  <a:cubicBezTo>
                    <a:pt x="7919" y="30724"/>
                    <a:pt x="7927" y="30724"/>
                    <a:pt x="7934" y="30723"/>
                  </a:cubicBezTo>
                  <a:cubicBezTo>
                    <a:pt x="9971" y="30510"/>
                    <a:pt x="19667" y="2030"/>
                    <a:pt x="19667" y="2030"/>
                  </a:cubicBezTo>
                  <a:cubicBezTo>
                    <a:pt x="19667" y="2030"/>
                    <a:pt x="13007" y="1"/>
                    <a:pt x="6578"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51"/>
            <p:cNvSpPr/>
            <p:nvPr/>
          </p:nvSpPr>
          <p:spPr>
            <a:xfrm>
              <a:off x="4364325" y="3608250"/>
              <a:ext cx="5350" cy="230275"/>
            </a:xfrm>
            <a:custGeom>
              <a:rect b="b" l="l" r="r" t="t"/>
              <a:pathLst>
                <a:path extrusionOk="0" h="9211" w="214">
                  <a:moveTo>
                    <a:pt x="92" y="0"/>
                  </a:moveTo>
                  <a:cubicBezTo>
                    <a:pt x="61" y="0"/>
                    <a:pt x="1" y="2067"/>
                    <a:pt x="1" y="4620"/>
                  </a:cubicBezTo>
                  <a:cubicBezTo>
                    <a:pt x="1" y="7143"/>
                    <a:pt x="61" y="9210"/>
                    <a:pt x="92" y="9210"/>
                  </a:cubicBezTo>
                  <a:cubicBezTo>
                    <a:pt x="153" y="9210"/>
                    <a:pt x="213" y="7143"/>
                    <a:pt x="213" y="4620"/>
                  </a:cubicBezTo>
                  <a:cubicBezTo>
                    <a:pt x="213" y="2067"/>
                    <a:pt x="153" y="0"/>
                    <a:pt x="9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1"/>
            <p:cNvSpPr/>
            <p:nvPr/>
          </p:nvSpPr>
          <p:spPr>
            <a:xfrm>
              <a:off x="3468425" y="3618125"/>
              <a:ext cx="32700" cy="225700"/>
            </a:xfrm>
            <a:custGeom>
              <a:rect b="b" l="l" r="r" t="t"/>
              <a:pathLst>
                <a:path extrusionOk="0" h="9028" w="1308">
                  <a:moveTo>
                    <a:pt x="1307" y="0"/>
                  </a:moveTo>
                  <a:cubicBezTo>
                    <a:pt x="1186" y="456"/>
                    <a:pt x="1094" y="882"/>
                    <a:pt x="1034" y="1338"/>
                  </a:cubicBezTo>
                  <a:cubicBezTo>
                    <a:pt x="912" y="2128"/>
                    <a:pt x="730" y="3253"/>
                    <a:pt x="547" y="4499"/>
                  </a:cubicBezTo>
                  <a:cubicBezTo>
                    <a:pt x="365" y="5745"/>
                    <a:pt x="213" y="6870"/>
                    <a:pt x="122" y="7691"/>
                  </a:cubicBezTo>
                  <a:cubicBezTo>
                    <a:pt x="31" y="8116"/>
                    <a:pt x="0" y="8572"/>
                    <a:pt x="0" y="9028"/>
                  </a:cubicBezTo>
                  <a:cubicBezTo>
                    <a:pt x="122" y="8572"/>
                    <a:pt x="213" y="8146"/>
                    <a:pt x="274" y="7721"/>
                  </a:cubicBezTo>
                  <a:cubicBezTo>
                    <a:pt x="395" y="6900"/>
                    <a:pt x="578" y="5776"/>
                    <a:pt x="760" y="4529"/>
                  </a:cubicBezTo>
                  <a:cubicBezTo>
                    <a:pt x="942" y="3283"/>
                    <a:pt x="1094" y="2159"/>
                    <a:pt x="1186" y="1338"/>
                  </a:cubicBezTo>
                  <a:cubicBezTo>
                    <a:pt x="1246" y="912"/>
                    <a:pt x="1307" y="456"/>
                    <a:pt x="13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1"/>
            <p:cNvSpPr/>
            <p:nvPr/>
          </p:nvSpPr>
          <p:spPr>
            <a:xfrm>
              <a:off x="3890925" y="3859775"/>
              <a:ext cx="23575" cy="681650"/>
            </a:xfrm>
            <a:custGeom>
              <a:rect b="b" l="l" r="r" t="t"/>
              <a:pathLst>
                <a:path extrusionOk="0" h="27266" w="943">
                  <a:moveTo>
                    <a:pt x="942" y="0"/>
                  </a:moveTo>
                  <a:cubicBezTo>
                    <a:pt x="912" y="91"/>
                    <a:pt x="912" y="183"/>
                    <a:pt x="912" y="274"/>
                  </a:cubicBezTo>
                  <a:cubicBezTo>
                    <a:pt x="882" y="487"/>
                    <a:pt x="882" y="760"/>
                    <a:pt x="882" y="1064"/>
                  </a:cubicBezTo>
                  <a:cubicBezTo>
                    <a:pt x="851" y="1794"/>
                    <a:pt x="821" y="2797"/>
                    <a:pt x="790" y="4012"/>
                  </a:cubicBezTo>
                  <a:cubicBezTo>
                    <a:pt x="699" y="6475"/>
                    <a:pt x="547" y="9879"/>
                    <a:pt x="395" y="13648"/>
                  </a:cubicBezTo>
                  <a:cubicBezTo>
                    <a:pt x="213" y="17387"/>
                    <a:pt x="91" y="20821"/>
                    <a:pt x="31" y="23283"/>
                  </a:cubicBezTo>
                  <a:cubicBezTo>
                    <a:pt x="0" y="24499"/>
                    <a:pt x="0" y="25502"/>
                    <a:pt x="0" y="26201"/>
                  </a:cubicBezTo>
                  <a:lnTo>
                    <a:pt x="0" y="26992"/>
                  </a:lnTo>
                  <a:cubicBezTo>
                    <a:pt x="0" y="27083"/>
                    <a:pt x="0" y="27174"/>
                    <a:pt x="0" y="27265"/>
                  </a:cubicBezTo>
                  <a:cubicBezTo>
                    <a:pt x="31" y="27174"/>
                    <a:pt x="31" y="27083"/>
                    <a:pt x="31" y="26992"/>
                  </a:cubicBezTo>
                  <a:cubicBezTo>
                    <a:pt x="61" y="26809"/>
                    <a:pt x="61" y="26536"/>
                    <a:pt x="61" y="26201"/>
                  </a:cubicBezTo>
                  <a:cubicBezTo>
                    <a:pt x="91" y="25502"/>
                    <a:pt x="122" y="24499"/>
                    <a:pt x="152" y="23283"/>
                  </a:cubicBezTo>
                  <a:cubicBezTo>
                    <a:pt x="243" y="20821"/>
                    <a:pt x="395" y="17417"/>
                    <a:pt x="547" y="13648"/>
                  </a:cubicBezTo>
                  <a:cubicBezTo>
                    <a:pt x="730" y="9879"/>
                    <a:pt x="851" y="6475"/>
                    <a:pt x="912" y="4012"/>
                  </a:cubicBezTo>
                  <a:cubicBezTo>
                    <a:pt x="942" y="2766"/>
                    <a:pt x="942" y="1763"/>
                    <a:pt x="942" y="1095"/>
                  </a:cubicBezTo>
                  <a:lnTo>
                    <a:pt x="942" y="274"/>
                  </a:lnTo>
                  <a:cubicBezTo>
                    <a:pt x="942" y="183"/>
                    <a:pt x="942" y="91"/>
                    <a:pt x="94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1"/>
            <p:cNvSpPr/>
            <p:nvPr/>
          </p:nvSpPr>
          <p:spPr>
            <a:xfrm>
              <a:off x="3910675" y="3138625"/>
              <a:ext cx="367800" cy="739400"/>
            </a:xfrm>
            <a:custGeom>
              <a:rect b="b" l="l" r="r" t="t"/>
              <a:pathLst>
                <a:path extrusionOk="0" h="29576" w="14712">
                  <a:moveTo>
                    <a:pt x="11946" y="1"/>
                  </a:moveTo>
                  <a:cubicBezTo>
                    <a:pt x="11946" y="31"/>
                    <a:pt x="11946" y="62"/>
                    <a:pt x="11946" y="92"/>
                  </a:cubicBezTo>
                  <a:cubicBezTo>
                    <a:pt x="11946" y="183"/>
                    <a:pt x="11946" y="274"/>
                    <a:pt x="11946" y="366"/>
                  </a:cubicBezTo>
                  <a:cubicBezTo>
                    <a:pt x="12007" y="730"/>
                    <a:pt x="12098" y="1095"/>
                    <a:pt x="12220" y="1429"/>
                  </a:cubicBezTo>
                  <a:cubicBezTo>
                    <a:pt x="12432" y="1977"/>
                    <a:pt x="12675" y="2493"/>
                    <a:pt x="12949" y="2980"/>
                  </a:cubicBezTo>
                  <a:cubicBezTo>
                    <a:pt x="13344" y="3648"/>
                    <a:pt x="13679" y="4317"/>
                    <a:pt x="14013" y="4986"/>
                  </a:cubicBezTo>
                  <a:cubicBezTo>
                    <a:pt x="14408" y="5806"/>
                    <a:pt x="14560" y="6718"/>
                    <a:pt x="14438" y="7630"/>
                  </a:cubicBezTo>
                  <a:cubicBezTo>
                    <a:pt x="14286" y="8603"/>
                    <a:pt x="13557" y="9454"/>
                    <a:pt x="12767" y="10214"/>
                  </a:cubicBezTo>
                  <a:cubicBezTo>
                    <a:pt x="11916" y="11004"/>
                    <a:pt x="11156" y="11886"/>
                    <a:pt x="10457" y="12828"/>
                  </a:cubicBezTo>
                  <a:cubicBezTo>
                    <a:pt x="9727" y="13861"/>
                    <a:pt x="9302" y="15107"/>
                    <a:pt x="9271" y="16384"/>
                  </a:cubicBezTo>
                  <a:cubicBezTo>
                    <a:pt x="9241" y="17022"/>
                    <a:pt x="9393" y="17661"/>
                    <a:pt x="9666" y="18269"/>
                  </a:cubicBezTo>
                  <a:cubicBezTo>
                    <a:pt x="9940" y="18816"/>
                    <a:pt x="10183" y="19363"/>
                    <a:pt x="10396" y="19940"/>
                  </a:cubicBezTo>
                  <a:cubicBezTo>
                    <a:pt x="10487" y="20214"/>
                    <a:pt x="10548" y="20518"/>
                    <a:pt x="10517" y="20791"/>
                  </a:cubicBezTo>
                  <a:cubicBezTo>
                    <a:pt x="10487" y="21065"/>
                    <a:pt x="10426" y="21339"/>
                    <a:pt x="10274" y="21582"/>
                  </a:cubicBezTo>
                  <a:cubicBezTo>
                    <a:pt x="9940" y="22038"/>
                    <a:pt x="9514" y="22433"/>
                    <a:pt x="9058" y="22737"/>
                  </a:cubicBezTo>
                  <a:lnTo>
                    <a:pt x="4317" y="26263"/>
                  </a:lnTo>
                  <a:lnTo>
                    <a:pt x="1155" y="28664"/>
                  </a:lnTo>
                  <a:lnTo>
                    <a:pt x="304" y="29333"/>
                  </a:lnTo>
                  <a:lnTo>
                    <a:pt x="61" y="29515"/>
                  </a:lnTo>
                  <a:cubicBezTo>
                    <a:pt x="31" y="29545"/>
                    <a:pt x="0" y="29576"/>
                    <a:pt x="0" y="29576"/>
                  </a:cubicBezTo>
                  <a:lnTo>
                    <a:pt x="92" y="29515"/>
                  </a:lnTo>
                  <a:lnTo>
                    <a:pt x="304" y="29363"/>
                  </a:lnTo>
                  <a:lnTo>
                    <a:pt x="1186" y="28725"/>
                  </a:lnTo>
                  <a:lnTo>
                    <a:pt x="4408" y="26384"/>
                  </a:lnTo>
                  <a:lnTo>
                    <a:pt x="9180" y="22858"/>
                  </a:lnTo>
                  <a:cubicBezTo>
                    <a:pt x="9666" y="22554"/>
                    <a:pt x="10092" y="22159"/>
                    <a:pt x="10457" y="21673"/>
                  </a:cubicBezTo>
                  <a:cubicBezTo>
                    <a:pt x="10609" y="21430"/>
                    <a:pt x="10700" y="21126"/>
                    <a:pt x="10730" y="20822"/>
                  </a:cubicBezTo>
                  <a:cubicBezTo>
                    <a:pt x="10730" y="20487"/>
                    <a:pt x="10700" y="20184"/>
                    <a:pt x="10609" y="19880"/>
                  </a:cubicBezTo>
                  <a:cubicBezTo>
                    <a:pt x="10396" y="19302"/>
                    <a:pt x="10153" y="18725"/>
                    <a:pt x="9879" y="18177"/>
                  </a:cubicBezTo>
                  <a:cubicBezTo>
                    <a:pt x="9605" y="17630"/>
                    <a:pt x="9484" y="16992"/>
                    <a:pt x="9484" y="16384"/>
                  </a:cubicBezTo>
                  <a:cubicBezTo>
                    <a:pt x="9514" y="15138"/>
                    <a:pt x="9909" y="13952"/>
                    <a:pt x="10639" y="12949"/>
                  </a:cubicBezTo>
                  <a:cubicBezTo>
                    <a:pt x="11338" y="12007"/>
                    <a:pt x="12098" y="11126"/>
                    <a:pt x="12919" y="10335"/>
                  </a:cubicBezTo>
                  <a:cubicBezTo>
                    <a:pt x="13314" y="9940"/>
                    <a:pt x="13679" y="9545"/>
                    <a:pt x="13982" y="9089"/>
                  </a:cubicBezTo>
                  <a:cubicBezTo>
                    <a:pt x="14317" y="8664"/>
                    <a:pt x="14499" y="8177"/>
                    <a:pt x="14621" y="7661"/>
                  </a:cubicBezTo>
                  <a:cubicBezTo>
                    <a:pt x="14712" y="6718"/>
                    <a:pt x="14560" y="5776"/>
                    <a:pt x="14165" y="4925"/>
                  </a:cubicBezTo>
                  <a:cubicBezTo>
                    <a:pt x="13830" y="4256"/>
                    <a:pt x="13466" y="3588"/>
                    <a:pt x="13071" y="2919"/>
                  </a:cubicBezTo>
                  <a:cubicBezTo>
                    <a:pt x="12797" y="2433"/>
                    <a:pt x="12523" y="1946"/>
                    <a:pt x="12311" y="1399"/>
                  </a:cubicBezTo>
                  <a:cubicBezTo>
                    <a:pt x="12189" y="1065"/>
                    <a:pt x="12068" y="730"/>
                    <a:pt x="12007" y="366"/>
                  </a:cubicBezTo>
                  <a:cubicBezTo>
                    <a:pt x="11976" y="122"/>
                    <a:pt x="11946" y="1"/>
                    <a:pt x="1194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1"/>
            <p:cNvSpPr/>
            <p:nvPr/>
          </p:nvSpPr>
          <p:spPr>
            <a:xfrm>
              <a:off x="3624950" y="3115075"/>
              <a:ext cx="290300" cy="734850"/>
            </a:xfrm>
            <a:custGeom>
              <a:rect b="b" l="l" r="r" t="t"/>
              <a:pathLst>
                <a:path extrusionOk="0" h="29394" w="11612">
                  <a:moveTo>
                    <a:pt x="3648" y="1"/>
                  </a:moveTo>
                  <a:cubicBezTo>
                    <a:pt x="3618" y="31"/>
                    <a:pt x="3587" y="61"/>
                    <a:pt x="3587" y="92"/>
                  </a:cubicBezTo>
                  <a:lnTo>
                    <a:pt x="3435" y="305"/>
                  </a:lnTo>
                  <a:cubicBezTo>
                    <a:pt x="3314" y="517"/>
                    <a:pt x="3131" y="821"/>
                    <a:pt x="2888" y="1216"/>
                  </a:cubicBezTo>
                  <a:cubicBezTo>
                    <a:pt x="2280" y="2341"/>
                    <a:pt x="1733" y="3526"/>
                    <a:pt x="1308" y="4742"/>
                  </a:cubicBezTo>
                  <a:cubicBezTo>
                    <a:pt x="639" y="6536"/>
                    <a:pt x="244" y="8420"/>
                    <a:pt x="61" y="10305"/>
                  </a:cubicBezTo>
                  <a:cubicBezTo>
                    <a:pt x="1" y="10882"/>
                    <a:pt x="31" y="11429"/>
                    <a:pt x="153" y="11976"/>
                  </a:cubicBezTo>
                  <a:cubicBezTo>
                    <a:pt x="244" y="12584"/>
                    <a:pt x="517" y="13131"/>
                    <a:pt x="943" y="13557"/>
                  </a:cubicBezTo>
                  <a:cubicBezTo>
                    <a:pt x="1156" y="13770"/>
                    <a:pt x="1399" y="13952"/>
                    <a:pt x="1703" y="14043"/>
                  </a:cubicBezTo>
                  <a:cubicBezTo>
                    <a:pt x="1976" y="14165"/>
                    <a:pt x="2280" y="14256"/>
                    <a:pt x="2554" y="14347"/>
                  </a:cubicBezTo>
                  <a:cubicBezTo>
                    <a:pt x="2827" y="14408"/>
                    <a:pt x="3101" y="14560"/>
                    <a:pt x="3344" y="14712"/>
                  </a:cubicBezTo>
                  <a:cubicBezTo>
                    <a:pt x="3557" y="14925"/>
                    <a:pt x="3709" y="15168"/>
                    <a:pt x="3800" y="15442"/>
                  </a:cubicBezTo>
                  <a:cubicBezTo>
                    <a:pt x="3891" y="16019"/>
                    <a:pt x="3891" y="16627"/>
                    <a:pt x="3739" y="17205"/>
                  </a:cubicBezTo>
                  <a:cubicBezTo>
                    <a:pt x="3618" y="17812"/>
                    <a:pt x="3527" y="18390"/>
                    <a:pt x="3496" y="18998"/>
                  </a:cubicBezTo>
                  <a:cubicBezTo>
                    <a:pt x="3435" y="20122"/>
                    <a:pt x="3557" y="21278"/>
                    <a:pt x="3891" y="22372"/>
                  </a:cubicBezTo>
                  <a:cubicBezTo>
                    <a:pt x="4408" y="24226"/>
                    <a:pt x="5472" y="25898"/>
                    <a:pt x="6961" y="27144"/>
                  </a:cubicBezTo>
                  <a:cubicBezTo>
                    <a:pt x="7934" y="27995"/>
                    <a:pt x="9059" y="28633"/>
                    <a:pt x="10305" y="29059"/>
                  </a:cubicBezTo>
                  <a:cubicBezTo>
                    <a:pt x="10609" y="29150"/>
                    <a:pt x="10974" y="29272"/>
                    <a:pt x="11308" y="29332"/>
                  </a:cubicBezTo>
                  <a:lnTo>
                    <a:pt x="11581" y="29393"/>
                  </a:lnTo>
                  <a:lnTo>
                    <a:pt x="11612" y="29393"/>
                  </a:lnTo>
                  <a:lnTo>
                    <a:pt x="11369" y="29332"/>
                  </a:lnTo>
                  <a:cubicBezTo>
                    <a:pt x="11125" y="29272"/>
                    <a:pt x="10791" y="29150"/>
                    <a:pt x="10366" y="28998"/>
                  </a:cubicBezTo>
                  <a:cubicBezTo>
                    <a:pt x="9150" y="28572"/>
                    <a:pt x="8056" y="27904"/>
                    <a:pt x="7083" y="27053"/>
                  </a:cubicBezTo>
                  <a:cubicBezTo>
                    <a:pt x="5654" y="25806"/>
                    <a:pt x="4621" y="24165"/>
                    <a:pt x="4104" y="22341"/>
                  </a:cubicBezTo>
                  <a:cubicBezTo>
                    <a:pt x="3800" y="21247"/>
                    <a:pt x="3648" y="20122"/>
                    <a:pt x="3709" y="19028"/>
                  </a:cubicBezTo>
                  <a:cubicBezTo>
                    <a:pt x="3739" y="18420"/>
                    <a:pt x="3831" y="17843"/>
                    <a:pt x="3952" y="17265"/>
                  </a:cubicBezTo>
                  <a:cubicBezTo>
                    <a:pt x="4104" y="16657"/>
                    <a:pt x="4134" y="16019"/>
                    <a:pt x="4013" y="15411"/>
                  </a:cubicBezTo>
                  <a:cubicBezTo>
                    <a:pt x="3922" y="15077"/>
                    <a:pt x="3739" y="14803"/>
                    <a:pt x="3466" y="14590"/>
                  </a:cubicBezTo>
                  <a:cubicBezTo>
                    <a:pt x="3223" y="14378"/>
                    <a:pt x="2949" y="14256"/>
                    <a:pt x="2645" y="14165"/>
                  </a:cubicBezTo>
                  <a:cubicBezTo>
                    <a:pt x="2341" y="14074"/>
                    <a:pt x="2037" y="13983"/>
                    <a:pt x="1794" y="13861"/>
                  </a:cubicBezTo>
                  <a:cubicBezTo>
                    <a:pt x="1520" y="13770"/>
                    <a:pt x="1277" y="13618"/>
                    <a:pt x="1065" y="13405"/>
                  </a:cubicBezTo>
                  <a:cubicBezTo>
                    <a:pt x="700" y="13010"/>
                    <a:pt x="426" y="12493"/>
                    <a:pt x="335" y="11946"/>
                  </a:cubicBezTo>
                  <a:cubicBezTo>
                    <a:pt x="244" y="11399"/>
                    <a:pt x="213" y="10882"/>
                    <a:pt x="244" y="10335"/>
                  </a:cubicBezTo>
                  <a:cubicBezTo>
                    <a:pt x="426" y="8420"/>
                    <a:pt x="821" y="6566"/>
                    <a:pt x="1429" y="4773"/>
                  </a:cubicBezTo>
                  <a:cubicBezTo>
                    <a:pt x="1855" y="3557"/>
                    <a:pt x="2372" y="2371"/>
                    <a:pt x="2949" y="1247"/>
                  </a:cubicBezTo>
                  <a:cubicBezTo>
                    <a:pt x="3192" y="852"/>
                    <a:pt x="3344" y="548"/>
                    <a:pt x="3466" y="335"/>
                  </a:cubicBezTo>
                  <a:lnTo>
                    <a:pt x="3618" y="92"/>
                  </a:lnTo>
                  <a:cubicBezTo>
                    <a:pt x="3648" y="31"/>
                    <a:pt x="3648" y="1"/>
                    <a:pt x="36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51"/>
            <p:cNvSpPr/>
            <p:nvPr/>
          </p:nvSpPr>
          <p:spPr>
            <a:xfrm>
              <a:off x="3682700" y="3982100"/>
              <a:ext cx="1038800" cy="347300"/>
            </a:xfrm>
            <a:custGeom>
              <a:rect b="b" l="l" r="r" t="t"/>
              <a:pathLst>
                <a:path extrusionOk="0" h="13892" w="41552">
                  <a:moveTo>
                    <a:pt x="1" y="1"/>
                  </a:moveTo>
                  <a:lnTo>
                    <a:pt x="31" y="8360"/>
                  </a:lnTo>
                  <a:lnTo>
                    <a:pt x="16688" y="12007"/>
                  </a:lnTo>
                  <a:lnTo>
                    <a:pt x="28421" y="13892"/>
                  </a:lnTo>
                  <a:cubicBezTo>
                    <a:pt x="35716" y="13892"/>
                    <a:pt x="41552" y="7205"/>
                    <a:pt x="40427" y="1"/>
                  </a:cubicBezTo>
                  <a:lnTo>
                    <a:pt x="40397" y="1"/>
                  </a:lnTo>
                  <a:lnTo>
                    <a:pt x="25168" y="791"/>
                  </a:lnTo>
                  <a:lnTo>
                    <a:pt x="1"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51"/>
            <p:cNvSpPr/>
            <p:nvPr/>
          </p:nvSpPr>
          <p:spPr>
            <a:xfrm>
              <a:off x="3682700" y="3982100"/>
              <a:ext cx="802475" cy="20450"/>
            </a:xfrm>
            <a:custGeom>
              <a:rect b="b" l="l" r="r" t="t"/>
              <a:pathLst>
                <a:path extrusionOk="0" h="818" w="32099">
                  <a:moveTo>
                    <a:pt x="1" y="1"/>
                  </a:moveTo>
                  <a:cubicBezTo>
                    <a:pt x="122" y="31"/>
                    <a:pt x="213" y="31"/>
                    <a:pt x="335" y="62"/>
                  </a:cubicBezTo>
                  <a:lnTo>
                    <a:pt x="1247" y="153"/>
                  </a:lnTo>
                  <a:cubicBezTo>
                    <a:pt x="2068" y="244"/>
                    <a:pt x="3223" y="335"/>
                    <a:pt x="4682" y="426"/>
                  </a:cubicBezTo>
                  <a:cubicBezTo>
                    <a:pt x="7569" y="609"/>
                    <a:pt x="11612" y="761"/>
                    <a:pt x="16050" y="791"/>
                  </a:cubicBezTo>
                  <a:cubicBezTo>
                    <a:pt x="17426" y="810"/>
                    <a:pt x="18761" y="817"/>
                    <a:pt x="20035" y="817"/>
                  </a:cubicBezTo>
                  <a:cubicBezTo>
                    <a:pt x="22868" y="817"/>
                    <a:pt x="25395" y="782"/>
                    <a:pt x="27387" y="761"/>
                  </a:cubicBezTo>
                  <a:lnTo>
                    <a:pt x="30852" y="700"/>
                  </a:lnTo>
                  <a:lnTo>
                    <a:pt x="31764" y="670"/>
                  </a:lnTo>
                  <a:cubicBezTo>
                    <a:pt x="31886" y="670"/>
                    <a:pt x="31977" y="670"/>
                    <a:pt x="32099" y="639"/>
                  </a:cubicBezTo>
                  <a:cubicBezTo>
                    <a:pt x="31977" y="609"/>
                    <a:pt x="31886" y="609"/>
                    <a:pt x="31764" y="609"/>
                  </a:cubicBezTo>
                  <a:lnTo>
                    <a:pt x="27387" y="609"/>
                  </a:lnTo>
                  <a:cubicBezTo>
                    <a:pt x="25442" y="609"/>
                    <a:pt x="23024" y="622"/>
                    <a:pt x="20313" y="622"/>
                  </a:cubicBezTo>
                  <a:cubicBezTo>
                    <a:pt x="18958" y="622"/>
                    <a:pt x="17529" y="619"/>
                    <a:pt x="16050" y="609"/>
                  </a:cubicBezTo>
                  <a:cubicBezTo>
                    <a:pt x="11612" y="578"/>
                    <a:pt x="7600" y="426"/>
                    <a:pt x="4682" y="275"/>
                  </a:cubicBezTo>
                  <a:cubicBezTo>
                    <a:pt x="3253" y="183"/>
                    <a:pt x="2068" y="123"/>
                    <a:pt x="1277" y="62"/>
                  </a:cubicBezTo>
                  <a:lnTo>
                    <a:pt x="335"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51"/>
            <p:cNvSpPr/>
            <p:nvPr/>
          </p:nvSpPr>
          <p:spPr>
            <a:xfrm>
              <a:off x="3251075" y="3835775"/>
              <a:ext cx="430900" cy="270975"/>
            </a:xfrm>
            <a:custGeom>
              <a:rect b="b" l="l" r="r" t="t"/>
              <a:pathLst>
                <a:path extrusionOk="0" h="10839" w="17236">
                  <a:moveTo>
                    <a:pt x="5781" y="0"/>
                  </a:moveTo>
                  <a:cubicBezTo>
                    <a:pt x="4071" y="0"/>
                    <a:pt x="1941" y="30"/>
                    <a:pt x="943" y="48"/>
                  </a:cubicBezTo>
                  <a:cubicBezTo>
                    <a:pt x="609" y="48"/>
                    <a:pt x="366" y="292"/>
                    <a:pt x="366" y="626"/>
                  </a:cubicBezTo>
                  <a:cubicBezTo>
                    <a:pt x="366" y="930"/>
                    <a:pt x="609" y="1173"/>
                    <a:pt x="913" y="1173"/>
                  </a:cubicBezTo>
                  <a:lnTo>
                    <a:pt x="6475" y="1386"/>
                  </a:lnTo>
                  <a:lnTo>
                    <a:pt x="6506" y="1842"/>
                  </a:lnTo>
                  <a:lnTo>
                    <a:pt x="943" y="1933"/>
                  </a:lnTo>
                  <a:cubicBezTo>
                    <a:pt x="366" y="1963"/>
                    <a:pt x="1" y="2875"/>
                    <a:pt x="1825" y="3027"/>
                  </a:cubicBezTo>
                  <a:lnTo>
                    <a:pt x="6475" y="3179"/>
                  </a:lnTo>
                  <a:lnTo>
                    <a:pt x="6475" y="3483"/>
                  </a:lnTo>
                  <a:lnTo>
                    <a:pt x="1764" y="4152"/>
                  </a:lnTo>
                  <a:cubicBezTo>
                    <a:pt x="1521" y="4182"/>
                    <a:pt x="882" y="4304"/>
                    <a:pt x="882" y="4547"/>
                  </a:cubicBezTo>
                  <a:cubicBezTo>
                    <a:pt x="882" y="4547"/>
                    <a:pt x="609" y="5124"/>
                    <a:pt x="1946" y="5307"/>
                  </a:cubicBezTo>
                  <a:cubicBezTo>
                    <a:pt x="2022" y="5317"/>
                    <a:pt x="2200" y="5321"/>
                    <a:pt x="2442" y="5321"/>
                  </a:cubicBezTo>
                  <a:cubicBezTo>
                    <a:pt x="3656" y="5321"/>
                    <a:pt x="6505" y="5216"/>
                    <a:pt x="6506" y="5216"/>
                  </a:cubicBezTo>
                  <a:lnTo>
                    <a:pt x="6506" y="5216"/>
                  </a:lnTo>
                  <a:lnTo>
                    <a:pt x="6354" y="5611"/>
                  </a:lnTo>
                  <a:lnTo>
                    <a:pt x="2098" y="6523"/>
                  </a:lnTo>
                  <a:cubicBezTo>
                    <a:pt x="1794" y="6583"/>
                    <a:pt x="1582" y="6857"/>
                    <a:pt x="1642" y="7191"/>
                  </a:cubicBezTo>
                  <a:cubicBezTo>
                    <a:pt x="1671" y="7478"/>
                    <a:pt x="1943" y="7711"/>
                    <a:pt x="2229" y="7711"/>
                  </a:cubicBezTo>
                  <a:cubicBezTo>
                    <a:pt x="2246" y="7711"/>
                    <a:pt x="2263" y="7710"/>
                    <a:pt x="2281" y="7708"/>
                  </a:cubicBezTo>
                  <a:lnTo>
                    <a:pt x="6810" y="7283"/>
                  </a:lnTo>
                  <a:lnTo>
                    <a:pt x="11278" y="10839"/>
                  </a:lnTo>
                  <a:lnTo>
                    <a:pt x="17235" y="10839"/>
                  </a:lnTo>
                  <a:lnTo>
                    <a:pt x="17053" y="6614"/>
                  </a:lnTo>
                  <a:lnTo>
                    <a:pt x="14712" y="6188"/>
                  </a:lnTo>
                  <a:cubicBezTo>
                    <a:pt x="14712" y="6188"/>
                    <a:pt x="9180" y="140"/>
                    <a:pt x="8147" y="48"/>
                  </a:cubicBezTo>
                  <a:cubicBezTo>
                    <a:pt x="7813" y="13"/>
                    <a:pt x="6885" y="0"/>
                    <a:pt x="5781"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51"/>
            <p:cNvSpPr/>
            <p:nvPr/>
          </p:nvSpPr>
          <p:spPr>
            <a:xfrm>
              <a:off x="3692575" y="4191075"/>
              <a:ext cx="690025" cy="134525"/>
            </a:xfrm>
            <a:custGeom>
              <a:rect b="b" l="l" r="r" t="t"/>
              <a:pathLst>
                <a:path extrusionOk="0" h="5381" w="27601">
                  <a:moveTo>
                    <a:pt x="1" y="1"/>
                  </a:moveTo>
                  <a:cubicBezTo>
                    <a:pt x="92" y="62"/>
                    <a:pt x="183" y="92"/>
                    <a:pt x="274" y="92"/>
                  </a:cubicBezTo>
                  <a:lnTo>
                    <a:pt x="1065" y="335"/>
                  </a:lnTo>
                  <a:cubicBezTo>
                    <a:pt x="1764" y="517"/>
                    <a:pt x="2767" y="791"/>
                    <a:pt x="3983" y="1095"/>
                  </a:cubicBezTo>
                  <a:cubicBezTo>
                    <a:pt x="6475" y="1733"/>
                    <a:pt x="9879" y="2524"/>
                    <a:pt x="13679" y="3283"/>
                  </a:cubicBezTo>
                  <a:cubicBezTo>
                    <a:pt x="17509" y="4013"/>
                    <a:pt x="20974" y="4560"/>
                    <a:pt x="23497" y="4925"/>
                  </a:cubicBezTo>
                  <a:cubicBezTo>
                    <a:pt x="24773" y="5077"/>
                    <a:pt x="25776" y="5229"/>
                    <a:pt x="26476" y="5290"/>
                  </a:cubicBezTo>
                  <a:lnTo>
                    <a:pt x="27296" y="5381"/>
                  </a:lnTo>
                  <a:lnTo>
                    <a:pt x="27600" y="5381"/>
                  </a:lnTo>
                  <a:cubicBezTo>
                    <a:pt x="27479" y="5381"/>
                    <a:pt x="27387" y="5350"/>
                    <a:pt x="27296" y="5350"/>
                  </a:cubicBezTo>
                  <a:lnTo>
                    <a:pt x="26506" y="5229"/>
                  </a:lnTo>
                  <a:lnTo>
                    <a:pt x="23527" y="4803"/>
                  </a:lnTo>
                  <a:cubicBezTo>
                    <a:pt x="21004" y="4408"/>
                    <a:pt x="17539" y="3831"/>
                    <a:pt x="13740" y="3101"/>
                  </a:cubicBezTo>
                  <a:cubicBezTo>
                    <a:pt x="9910" y="2341"/>
                    <a:pt x="6506" y="1551"/>
                    <a:pt x="4013" y="973"/>
                  </a:cubicBezTo>
                  <a:lnTo>
                    <a:pt x="1095" y="244"/>
                  </a:lnTo>
                  <a:lnTo>
                    <a:pt x="305" y="62"/>
                  </a:lnTo>
                  <a:cubicBezTo>
                    <a:pt x="214" y="31"/>
                    <a:pt x="122" y="31"/>
                    <a:pt x="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51"/>
            <p:cNvSpPr/>
            <p:nvPr/>
          </p:nvSpPr>
          <p:spPr>
            <a:xfrm>
              <a:off x="3675100" y="3985900"/>
              <a:ext cx="13700" cy="205975"/>
            </a:xfrm>
            <a:custGeom>
              <a:rect b="b" l="l" r="r" t="t"/>
              <a:pathLst>
                <a:path extrusionOk="0" h="8239" w="548">
                  <a:moveTo>
                    <a:pt x="122" y="1"/>
                  </a:moveTo>
                  <a:cubicBezTo>
                    <a:pt x="62" y="396"/>
                    <a:pt x="31" y="791"/>
                    <a:pt x="31" y="1217"/>
                  </a:cubicBezTo>
                  <a:cubicBezTo>
                    <a:pt x="31" y="1946"/>
                    <a:pt x="1" y="3010"/>
                    <a:pt x="62" y="4135"/>
                  </a:cubicBezTo>
                  <a:cubicBezTo>
                    <a:pt x="122" y="5259"/>
                    <a:pt x="244" y="6293"/>
                    <a:pt x="335" y="7053"/>
                  </a:cubicBezTo>
                  <a:cubicBezTo>
                    <a:pt x="366" y="7448"/>
                    <a:pt x="457" y="7843"/>
                    <a:pt x="548" y="8238"/>
                  </a:cubicBezTo>
                  <a:cubicBezTo>
                    <a:pt x="548" y="7813"/>
                    <a:pt x="548" y="7417"/>
                    <a:pt x="487" y="7022"/>
                  </a:cubicBezTo>
                  <a:cubicBezTo>
                    <a:pt x="426" y="6293"/>
                    <a:pt x="335" y="5259"/>
                    <a:pt x="274" y="4135"/>
                  </a:cubicBezTo>
                  <a:cubicBezTo>
                    <a:pt x="214" y="2980"/>
                    <a:pt x="183" y="1977"/>
                    <a:pt x="183" y="1217"/>
                  </a:cubicBezTo>
                  <a:cubicBezTo>
                    <a:pt x="183" y="822"/>
                    <a:pt x="183" y="396"/>
                    <a:pt x="12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1"/>
            <p:cNvSpPr/>
            <p:nvPr/>
          </p:nvSpPr>
          <p:spPr>
            <a:xfrm>
              <a:off x="3736650" y="3988950"/>
              <a:ext cx="21300" cy="210525"/>
            </a:xfrm>
            <a:custGeom>
              <a:rect b="b" l="l" r="r" t="t"/>
              <a:pathLst>
                <a:path extrusionOk="0" h="8421" w="852">
                  <a:moveTo>
                    <a:pt x="335" y="1"/>
                  </a:moveTo>
                  <a:lnTo>
                    <a:pt x="335" y="1"/>
                  </a:lnTo>
                  <a:cubicBezTo>
                    <a:pt x="274" y="92"/>
                    <a:pt x="244" y="213"/>
                    <a:pt x="244" y="335"/>
                  </a:cubicBezTo>
                  <a:cubicBezTo>
                    <a:pt x="214" y="548"/>
                    <a:pt x="183" y="852"/>
                    <a:pt x="153" y="1247"/>
                  </a:cubicBezTo>
                  <a:cubicBezTo>
                    <a:pt x="1" y="3253"/>
                    <a:pt x="122" y="5259"/>
                    <a:pt x="518" y="7235"/>
                  </a:cubicBezTo>
                  <a:cubicBezTo>
                    <a:pt x="609" y="7599"/>
                    <a:pt x="670" y="7903"/>
                    <a:pt x="730" y="8116"/>
                  </a:cubicBezTo>
                  <a:cubicBezTo>
                    <a:pt x="761" y="8238"/>
                    <a:pt x="791" y="8329"/>
                    <a:pt x="852" y="8420"/>
                  </a:cubicBezTo>
                  <a:cubicBezTo>
                    <a:pt x="822" y="8025"/>
                    <a:pt x="730" y="7599"/>
                    <a:pt x="639" y="7204"/>
                  </a:cubicBezTo>
                  <a:cubicBezTo>
                    <a:pt x="518" y="6444"/>
                    <a:pt x="396" y="5411"/>
                    <a:pt x="335" y="4226"/>
                  </a:cubicBezTo>
                  <a:cubicBezTo>
                    <a:pt x="244" y="3070"/>
                    <a:pt x="274" y="2007"/>
                    <a:pt x="305" y="1247"/>
                  </a:cubicBezTo>
                  <a:cubicBezTo>
                    <a:pt x="335" y="821"/>
                    <a:pt x="335" y="426"/>
                    <a:pt x="3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1"/>
            <p:cNvSpPr/>
            <p:nvPr/>
          </p:nvSpPr>
          <p:spPr>
            <a:xfrm>
              <a:off x="3692575" y="4015900"/>
              <a:ext cx="29250" cy="27025"/>
            </a:xfrm>
            <a:custGeom>
              <a:rect b="b" l="l" r="r" t="t"/>
              <a:pathLst>
                <a:path extrusionOk="0" h="1081" w="1170">
                  <a:moveTo>
                    <a:pt x="586" y="1"/>
                  </a:moveTo>
                  <a:cubicBezTo>
                    <a:pt x="430" y="1"/>
                    <a:pt x="335" y="86"/>
                    <a:pt x="335" y="108"/>
                  </a:cubicBezTo>
                  <a:cubicBezTo>
                    <a:pt x="335" y="113"/>
                    <a:pt x="340" y="115"/>
                    <a:pt x="349" y="115"/>
                  </a:cubicBezTo>
                  <a:cubicBezTo>
                    <a:pt x="371" y="115"/>
                    <a:pt x="419" y="103"/>
                    <a:pt x="483" y="103"/>
                  </a:cubicBezTo>
                  <a:cubicBezTo>
                    <a:pt x="552" y="103"/>
                    <a:pt x="638" y="116"/>
                    <a:pt x="730" y="169"/>
                  </a:cubicBezTo>
                  <a:cubicBezTo>
                    <a:pt x="852" y="260"/>
                    <a:pt x="913" y="351"/>
                    <a:pt x="943" y="473"/>
                  </a:cubicBezTo>
                  <a:cubicBezTo>
                    <a:pt x="974" y="655"/>
                    <a:pt x="882" y="777"/>
                    <a:pt x="730" y="868"/>
                  </a:cubicBezTo>
                  <a:cubicBezTo>
                    <a:pt x="670" y="913"/>
                    <a:pt x="601" y="936"/>
                    <a:pt x="533" y="936"/>
                  </a:cubicBezTo>
                  <a:cubicBezTo>
                    <a:pt x="464" y="936"/>
                    <a:pt x="396" y="913"/>
                    <a:pt x="335" y="868"/>
                  </a:cubicBezTo>
                  <a:cubicBezTo>
                    <a:pt x="214" y="777"/>
                    <a:pt x="153" y="655"/>
                    <a:pt x="183" y="533"/>
                  </a:cubicBezTo>
                  <a:cubicBezTo>
                    <a:pt x="153" y="260"/>
                    <a:pt x="305" y="169"/>
                    <a:pt x="274" y="138"/>
                  </a:cubicBezTo>
                  <a:cubicBezTo>
                    <a:pt x="274" y="135"/>
                    <a:pt x="271" y="133"/>
                    <a:pt x="266" y="133"/>
                  </a:cubicBezTo>
                  <a:cubicBezTo>
                    <a:pt x="225" y="133"/>
                    <a:pt x="58" y="232"/>
                    <a:pt x="31" y="473"/>
                  </a:cubicBezTo>
                  <a:cubicBezTo>
                    <a:pt x="1" y="655"/>
                    <a:pt x="62" y="837"/>
                    <a:pt x="214" y="959"/>
                  </a:cubicBezTo>
                  <a:cubicBezTo>
                    <a:pt x="322" y="1042"/>
                    <a:pt x="444" y="1080"/>
                    <a:pt x="563" y="1080"/>
                  </a:cubicBezTo>
                  <a:cubicBezTo>
                    <a:pt x="878" y="1080"/>
                    <a:pt x="1170" y="817"/>
                    <a:pt x="1126" y="442"/>
                  </a:cubicBezTo>
                  <a:cubicBezTo>
                    <a:pt x="1065" y="260"/>
                    <a:pt x="943" y="138"/>
                    <a:pt x="791" y="47"/>
                  </a:cubicBezTo>
                  <a:cubicBezTo>
                    <a:pt x="715" y="13"/>
                    <a:pt x="646" y="1"/>
                    <a:pt x="58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1"/>
            <p:cNvSpPr/>
            <p:nvPr/>
          </p:nvSpPr>
          <p:spPr>
            <a:xfrm>
              <a:off x="3203225" y="4229075"/>
              <a:ext cx="610975" cy="73825"/>
            </a:xfrm>
            <a:custGeom>
              <a:rect b="b" l="l" r="r" t="t"/>
              <a:pathLst>
                <a:path extrusionOk="0" h="2953" w="24439">
                  <a:moveTo>
                    <a:pt x="23435" y="1"/>
                  </a:moveTo>
                  <a:cubicBezTo>
                    <a:pt x="22523" y="1"/>
                    <a:pt x="21611" y="61"/>
                    <a:pt x="20730" y="183"/>
                  </a:cubicBezTo>
                  <a:cubicBezTo>
                    <a:pt x="19392" y="396"/>
                    <a:pt x="18055" y="669"/>
                    <a:pt x="16748" y="1034"/>
                  </a:cubicBezTo>
                  <a:cubicBezTo>
                    <a:pt x="15289" y="1399"/>
                    <a:pt x="13678" y="1855"/>
                    <a:pt x="11976" y="2250"/>
                  </a:cubicBezTo>
                  <a:cubicBezTo>
                    <a:pt x="10365" y="2615"/>
                    <a:pt x="8724" y="2797"/>
                    <a:pt x="7082" y="2797"/>
                  </a:cubicBezTo>
                  <a:cubicBezTo>
                    <a:pt x="5745" y="2767"/>
                    <a:pt x="4407" y="2523"/>
                    <a:pt x="3131" y="2067"/>
                  </a:cubicBezTo>
                  <a:cubicBezTo>
                    <a:pt x="2280" y="1763"/>
                    <a:pt x="1489" y="1338"/>
                    <a:pt x="760" y="791"/>
                  </a:cubicBezTo>
                  <a:cubicBezTo>
                    <a:pt x="243" y="426"/>
                    <a:pt x="0" y="183"/>
                    <a:pt x="0" y="183"/>
                  </a:cubicBezTo>
                  <a:lnTo>
                    <a:pt x="0" y="183"/>
                  </a:lnTo>
                  <a:cubicBezTo>
                    <a:pt x="30" y="244"/>
                    <a:pt x="91" y="304"/>
                    <a:pt x="152" y="365"/>
                  </a:cubicBezTo>
                  <a:cubicBezTo>
                    <a:pt x="334" y="548"/>
                    <a:pt x="517" y="700"/>
                    <a:pt x="699" y="852"/>
                  </a:cubicBezTo>
                  <a:cubicBezTo>
                    <a:pt x="1429" y="1429"/>
                    <a:pt x="2249" y="1885"/>
                    <a:pt x="3100" y="2189"/>
                  </a:cubicBezTo>
                  <a:cubicBezTo>
                    <a:pt x="4377" y="2675"/>
                    <a:pt x="5714" y="2918"/>
                    <a:pt x="7082" y="2949"/>
                  </a:cubicBezTo>
                  <a:cubicBezTo>
                    <a:pt x="7200" y="2951"/>
                    <a:pt x="7318" y="2952"/>
                    <a:pt x="7436" y="2952"/>
                  </a:cubicBezTo>
                  <a:cubicBezTo>
                    <a:pt x="8963" y="2952"/>
                    <a:pt x="10511" y="2771"/>
                    <a:pt x="12006" y="2432"/>
                  </a:cubicBezTo>
                  <a:cubicBezTo>
                    <a:pt x="13739" y="2037"/>
                    <a:pt x="15350" y="1581"/>
                    <a:pt x="16809" y="1186"/>
                  </a:cubicBezTo>
                  <a:cubicBezTo>
                    <a:pt x="18085" y="821"/>
                    <a:pt x="19423" y="548"/>
                    <a:pt x="20730" y="304"/>
                  </a:cubicBezTo>
                  <a:cubicBezTo>
                    <a:pt x="21642" y="183"/>
                    <a:pt x="22523" y="92"/>
                    <a:pt x="23435" y="61"/>
                  </a:cubicBezTo>
                  <a:lnTo>
                    <a:pt x="24438" y="61"/>
                  </a:lnTo>
                  <a:cubicBezTo>
                    <a:pt x="24347" y="31"/>
                    <a:pt x="24256" y="31"/>
                    <a:pt x="24195" y="31"/>
                  </a:cubicBezTo>
                  <a:cubicBezTo>
                    <a:pt x="24013" y="1"/>
                    <a:pt x="23769" y="1"/>
                    <a:pt x="234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51"/>
            <p:cNvSpPr/>
            <p:nvPr/>
          </p:nvSpPr>
          <p:spPr>
            <a:xfrm>
              <a:off x="3768575" y="2391125"/>
              <a:ext cx="589700" cy="933350"/>
            </a:xfrm>
            <a:custGeom>
              <a:rect b="b" l="l" r="r" t="t"/>
              <a:pathLst>
                <a:path extrusionOk="0" h="37334" w="23588">
                  <a:moveTo>
                    <a:pt x="14950" y="0"/>
                  </a:moveTo>
                  <a:cubicBezTo>
                    <a:pt x="11400" y="0"/>
                    <a:pt x="7862" y="1149"/>
                    <a:pt x="4925" y="3426"/>
                  </a:cubicBezTo>
                  <a:lnTo>
                    <a:pt x="517" y="30630"/>
                  </a:lnTo>
                  <a:cubicBezTo>
                    <a:pt x="0" y="33761"/>
                    <a:pt x="2311" y="36740"/>
                    <a:pt x="5684" y="37257"/>
                  </a:cubicBezTo>
                  <a:cubicBezTo>
                    <a:pt x="6027" y="37309"/>
                    <a:pt x="6369" y="37334"/>
                    <a:pt x="6706" y="37334"/>
                  </a:cubicBezTo>
                  <a:cubicBezTo>
                    <a:pt x="9717" y="37334"/>
                    <a:pt x="12396" y="35324"/>
                    <a:pt x="12888" y="32454"/>
                  </a:cubicBezTo>
                  <a:cubicBezTo>
                    <a:pt x="13496" y="29111"/>
                    <a:pt x="14195" y="25615"/>
                    <a:pt x="14195" y="25615"/>
                  </a:cubicBezTo>
                  <a:cubicBezTo>
                    <a:pt x="14195" y="25615"/>
                    <a:pt x="14196" y="25615"/>
                    <a:pt x="14197" y="25615"/>
                  </a:cubicBezTo>
                  <a:cubicBezTo>
                    <a:pt x="14293" y="25615"/>
                    <a:pt x="18653" y="25585"/>
                    <a:pt x="20487" y="20205"/>
                  </a:cubicBezTo>
                  <a:cubicBezTo>
                    <a:pt x="22280" y="14977"/>
                    <a:pt x="23588" y="2454"/>
                    <a:pt x="23588" y="2454"/>
                  </a:cubicBezTo>
                  <a:cubicBezTo>
                    <a:pt x="20934" y="814"/>
                    <a:pt x="17938" y="0"/>
                    <a:pt x="1495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51"/>
            <p:cNvSpPr/>
            <p:nvPr/>
          </p:nvSpPr>
          <p:spPr>
            <a:xfrm>
              <a:off x="4238175" y="2667300"/>
              <a:ext cx="38800" cy="35400"/>
            </a:xfrm>
            <a:custGeom>
              <a:rect b="b" l="l" r="r" t="t"/>
              <a:pathLst>
                <a:path extrusionOk="0" h="1416" w="1552">
                  <a:moveTo>
                    <a:pt x="772" y="0"/>
                  </a:moveTo>
                  <a:cubicBezTo>
                    <a:pt x="422" y="0"/>
                    <a:pt x="117" y="258"/>
                    <a:pt x="62" y="617"/>
                  </a:cubicBezTo>
                  <a:cubicBezTo>
                    <a:pt x="1" y="1012"/>
                    <a:pt x="305" y="1376"/>
                    <a:pt x="700" y="1407"/>
                  </a:cubicBezTo>
                  <a:cubicBezTo>
                    <a:pt x="737" y="1413"/>
                    <a:pt x="774" y="1415"/>
                    <a:pt x="810" y="1415"/>
                  </a:cubicBezTo>
                  <a:cubicBezTo>
                    <a:pt x="1161" y="1415"/>
                    <a:pt x="1466" y="1157"/>
                    <a:pt x="1521" y="799"/>
                  </a:cubicBezTo>
                  <a:cubicBezTo>
                    <a:pt x="1551" y="404"/>
                    <a:pt x="1278" y="39"/>
                    <a:pt x="882" y="9"/>
                  </a:cubicBezTo>
                  <a:cubicBezTo>
                    <a:pt x="845" y="3"/>
                    <a:pt x="809" y="0"/>
                    <a:pt x="7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51"/>
            <p:cNvSpPr/>
            <p:nvPr/>
          </p:nvSpPr>
          <p:spPr>
            <a:xfrm>
              <a:off x="4236675" y="2646275"/>
              <a:ext cx="72975" cy="26075"/>
            </a:xfrm>
            <a:custGeom>
              <a:rect b="b" l="l" r="r" t="t"/>
              <a:pathLst>
                <a:path extrusionOk="0" h="1043" w="2919">
                  <a:moveTo>
                    <a:pt x="1257" y="0"/>
                  </a:moveTo>
                  <a:cubicBezTo>
                    <a:pt x="964" y="0"/>
                    <a:pt x="680" y="54"/>
                    <a:pt x="426" y="181"/>
                  </a:cubicBezTo>
                  <a:cubicBezTo>
                    <a:pt x="122" y="333"/>
                    <a:pt x="0" y="485"/>
                    <a:pt x="61" y="515"/>
                  </a:cubicBezTo>
                  <a:cubicBezTo>
                    <a:pt x="73" y="538"/>
                    <a:pt x="105" y="547"/>
                    <a:pt x="155" y="547"/>
                  </a:cubicBezTo>
                  <a:cubicBezTo>
                    <a:pt x="319" y="547"/>
                    <a:pt x="671" y="453"/>
                    <a:pt x="1103" y="453"/>
                  </a:cubicBezTo>
                  <a:cubicBezTo>
                    <a:pt x="1236" y="453"/>
                    <a:pt x="1376" y="462"/>
                    <a:pt x="1520" y="485"/>
                  </a:cubicBezTo>
                  <a:cubicBezTo>
                    <a:pt x="2247" y="597"/>
                    <a:pt x="2691" y="1043"/>
                    <a:pt x="2852" y="1043"/>
                  </a:cubicBezTo>
                  <a:cubicBezTo>
                    <a:pt x="2866" y="1043"/>
                    <a:pt x="2878" y="1039"/>
                    <a:pt x="2888" y="1032"/>
                  </a:cubicBezTo>
                  <a:cubicBezTo>
                    <a:pt x="2918" y="1002"/>
                    <a:pt x="2888" y="819"/>
                    <a:pt x="2705" y="606"/>
                  </a:cubicBezTo>
                  <a:cubicBezTo>
                    <a:pt x="2401" y="302"/>
                    <a:pt x="2037" y="90"/>
                    <a:pt x="1642" y="29"/>
                  </a:cubicBezTo>
                  <a:cubicBezTo>
                    <a:pt x="1513" y="11"/>
                    <a:pt x="1384" y="0"/>
                    <a:pt x="12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1"/>
            <p:cNvSpPr/>
            <p:nvPr/>
          </p:nvSpPr>
          <p:spPr>
            <a:xfrm>
              <a:off x="4039850" y="2636125"/>
              <a:ext cx="38025" cy="34650"/>
            </a:xfrm>
            <a:custGeom>
              <a:rect b="b" l="l" r="r" t="t"/>
              <a:pathLst>
                <a:path extrusionOk="0" h="1386" w="1521">
                  <a:moveTo>
                    <a:pt x="742" y="1"/>
                  </a:moveTo>
                  <a:cubicBezTo>
                    <a:pt x="391" y="1"/>
                    <a:pt x="86" y="259"/>
                    <a:pt x="31" y="617"/>
                  </a:cubicBezTo>
                  <a:cubicBezTo>
                    <a:pt x="1" y="1012"/>
                    <a:pt x="274" y="1347"/>
                    <a:pt x="669" y="1377"/>
                  </a:cubicBezTo>
                  <a:cubicBezTo>
                    <a:pt x="706" y="1383"/>
                    <a:pt x="743" y="1386"/>
                    <a:pt x="779" y="1386"/>
                  </a:cubicBezTo>
                  <a:cubicBezTo>
                    <a:pt x="1130" y="1386"/>
                    <a:pt x="1435" y="1127"/>
                    <a:pt x="1490" y="769"/>
                  </a:cubicBezTo>
                  <a:cubicBezTo>
                    <a:pt x="1520" y="374"/>
                    <a:pt x="1247" y="40"/>
                    <a:pt x="852" y="9"/>
                  </a:cubicBezTo>
                  <a:cubicBezTo>
                    <a:pt x="815" y="4"/>
                    <a:pt x="778" y="1"/>
                    <a:pt x="74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1"/>
            <p:cNvSpPr/>
            <p:nvPr/>
          </p:nvSpPr>
          <p:spPr>
            <a:xfrm>
              <a:off x="4033775" y="2617825"/>
              <a:ext cx="72975" cy="26275"/>
            </a:xfrm>
            <a:custGeom>
              <a:rect b="b" l="l" r="r" t="t"/>
              <a:pathLst>
                <a:path extrusionOk="0" h="1051" w="2919">
                  <a:moveTo>
                    <a:pt x="1238" y="0"/>
                  </a:moveTo>
                  <a:cubicBezTo>
                    <a:pt x="956" y="0"/>
                    <a:pt x="669" y="68"/>
                    <a:pt x="396" y="194"/>
                  </a:cubicBezTo>
                  <a:cubicBezTo>
                    <a:pt x="122" y="316"/>
                    <a:pt x="1" y="468"/>
                    <a:pt x="31" y="529"/>
                  </a:cubicBezTo>
                  <a:cubicBezTo>
                    <a:pt x="40" y="542"/>
                    <a:pt x="62" y="548"/>
                    <a:pt x="94" y="548"/>
                  </a:cubicBezTo>
                  <a:cubicBezTo>
                    <a:pt x="242" y="548"/>
                    <a:pt x="617" y="436"/>
                    <a:pt x="1094" y="436"/>
                  </a:cubicBezTo>
                  <a:cubicBezTo>
                    <a:pt x="1229" y="436"/>
                    <a:pt x="1372" y="445"/>
                    <a:pt x="1520" y="468"/>
                  </a:cubicBezTo>
                  <a:cubicBezTo>
                    <a:pt x="2236" y="611"/>
                    <a:pt x="2709" y="1051"/>
                    <a:pt x="2838" y="1051"/>
                  </a:cubicBezTo>
                  <a:cubicBezTo>
                    <a:pt x="2846" y="1051"/>
                    <a:pt x="2852" y="1049"/>
                    <a:pt x="2858" y="1045"/>
                  </a:cubicBezTo>
                  <a:cubicBezTo>
                    <a:pt x="2919" y="1015"/>
                    <a:pt x="2858" y="802"/>
                    <a:pt x="2675" y="589"/>
                  </a:cubicBezTo>
                  <a:cubicBezTo>
                    <a:pt x="2402" y="285"/>
                    <a:pt x="2007" y="103"/>
                    <a:pt x="1612" y="42"/>
                  </a:cubicBezTo>
                  <a:cubicBezTo>
                    <a:pt x="1489" y="14"/>
                    <a:pt x="1364" y="0"/>
                    <a:pt x="123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1"/>
            <p:cNvSpPr/>
            <p:nvPr/>
          </p:nvSpPr>
          <p:spPr>
            <a:xfrm>
              <a:off x="4150050" y="2636350"/>
              <a:ext cx="53200" cy="169475"/>
            </a:xfrm>
            <a:custGeom>
              <a:rect b="b" l="l" r="r" t="t"/>
              <a:pathLst>
                <a:path extrusionOk="0" h="6779" w="2128">
                  <a:moveTo>
                    <a:pt x="790" y="0"/>
                  </a:moveTo>
                  <a:lnTo>
                    <a:pt x="790" y="0"/>
                  </a:lnTo>
                  <a:cubicBezTo>
                    <a:pt x="699" y="31"/>
                    <a:pt x="973" y="1915"/>
                    <a:pt x="1429" y="4195"/>
                  </a:cubicBezTo>
                  <a:cubicBezTo>
                    <a:pt x="1520" y="4742"/>
                    <a:pt x="1641" y="5289"/>
                    <a:pt x="1733" y="5806"/>
                  </a:cubicBezTo>
                  <a:cubicBezTo>
                    <a:pt x="1793" y="5988"/>
                    <a:pt x="1824" y="6201"/>
                    <a:pt x="1763" y="6414"/>
                  </a:cubicBezTo>
                  <a:cubicBezTo>
                    <a:pt x="1702" y="6535"/>
                    <a:pt x="1520" y="6535"/>
                    <a:pt x="1307" y="6535"/>
                  </a:cubicBezTo>
                  <a:cubicBezTo>
                    <a:pt x="1094" y="6505"/>
                    <a:pt x="874" y="6490"/>
                    <a:pt x="654" y="6490"/>
                  </a:cubicBezTo>
                  <a:cubicBezTo>
                    <a:pt x="433" y="6490"/>
                    <a:pt x="213" y="6505"/>
                    <a:pt x="0" y="6535"/>
                  </a:cubicBezTo>
                  <a:cubicBezTo>
                    <a:pt x="426" y="6657"/>
                    <a:pt x="851" y="6748"/>
                    <a:pt x="1277" y="6779"/>
                  </a:cubicBezTo>
                  <a:lnTo>
                    <a:pt x="1641" y="6779"/>
                  </a:lnTo>
                  <a:cubicBezTo>
                    <a:pt x="1793" y="6748"/>
                    <a:pt x="1915" y="6657"/>
                    <a:pt x="2006" y="6535"/>
                  </a:cubicBezTo>
                  <a:cubicBezTo>
                    <a:pt x="2097" y="6292"/>
                    <a:pt x="2128" y="5988"/>
                    <a:pt x="2037" y="5745"/>
                  </a:cubicBezTo>
                  <a:cubicBezTo>
                    <a:pt x="1945" y="5228"/>
                    <a:pt x="1854" y="4681"/>
                    <a:pt x="1763" y="4134"/>
                  </a:cubicBezTo>
                  <a:cubicBezTo>
                    <a:pt x="1307" y="1824"/>
                    <a:pt x="882" y="0"/>
                    <a:pt x="79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1"/>
            <p:cNvSpPr/>
            <p:nvPr/>
          </p:nvSpPr>
          <p:spPr>
            <a:xfrm>
              <a:off x="3944100" y="2947900"/>
              <a:ext cx="179375" cy="116300"/>
            </a:xfrm>
            <a:custGeom>
              <a:rect b="b" l="l" r="r" t="t"/>
              <a:pathLst>
                <a:path extrusionOk="0" h="4652" w="7175">
                  <a:moveTo>
                    <a:pt x="1" y="1"/>
                  </a:moveTo>
                  <a:cubicBezTo>
                    <a:pt x="1" y="1"/>
                    <a:pt x="1126" y="4195"/>
                    <a:pt x="6840" y="4651"/>
                  </a:cubicBezTo>
                  <a:lnTo>
                    <a:pt x="7174" y="3344"/>
                  </a:lnTo>
                  <a:cubicBezTo>
                    <a:pt x="4499" y="2919"/>
                    <a:pt x="2037" y="1764"/>
                    <a:pt x="1"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51"/>
            <p:cNvSpPr/>
            <p:nvPr/>
          </p:nvSpPr>
          <p:spPr>
            <a:xfrm>
              <a:off x="4071775" y="2826200"/>
              <a:ext cx="63850" cy="42225"/>
            </a:xfrm>
            <a:custGeom>
              <a:rect b="b" l="l" r="r" t="t"/>
              <a:pathLst>
                <a:path extrusionOk="0" h="1689" w="2554">
                  <a:moveTo>
                    <a:pt x="1228" y="1"/>
                  </a:moveTo>
                  <a:cubicBezTo>
                    <a:pt x="906" y="1"/>
                    <a:pt x="611" y="121"/>
                    <a:pt x="365" y="340"/>
                  </a:cubicBezTo>
                  <a:cubicBezTo>
                    <a:pt x="92" y="552"/>
                    <a:pt x="0" y="917"/>
                    <a:pt x="152" y="1252"/>
                  </a:cubicBezTo>
                  <a:cubicBezTo>
                    <a:pt x="311" y="1516"/>
                    <a:pt x="631" y="1689"/>
                    <a:pt x="952" y="1689"/>
                  </a:cubicBezTo>
                  <a:cubicBezTo>
                    <a:pt x="1000" y="1689"/>
                    <a:pt x="1047" y="1685"/>
                    <a:pt x="1095" y="1677"/>
                  </a:cubicBezTo>
                  <a:cubicBezTo>
                    <a:pt x="1490" y="1616"/>
                    <a:pt x="1854" y="1464"/>
                    <a:pt x="2189" y="1252"/>
                  </a:cubicBezTo>
                  <a:cubicBezTo>
                    <a:pt x="2310" y="1221"/>
                    <a:pt x="2402" y="1130"/>
                    <a:pt x="2462" y="1069"/>
                  </a:cubicBezTo>
                  <a:cubicBezTo>
                    <a:pt x="2523" y="978"/>
                    <a:pt x="2554" y="887"/>
                    <a:pt x="2523" y="765"/>
                  </a:cubicBezTo>
                  <a:lnTo>
                    <a:pt x="2493" y="765"/>
                  </a:lnTo>
                  <a:cubicBezTo>
                    <a:pt x="2250" y="340"/>
                    <a:pt x="1824" y="36"/>
                    <a:pt x="1338" y="5"/>
                  </a:cubicBezTo>
                  <a:cubicBezTo>
                    <a:pt x="1301" y="2"/>
                    <a:pt x="1264" y="1"/>
                    <a:pt x="122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1"/>
            <p:cNvSpPr/>
            <p:nvPr/>
          </p:nvSpPr>
          <p:spPr>
            <a:xfrm>
              <a:off x="4084700" y="2802775"/>
              <a:ext cx="59275" cy="64800"/>
            </a:xfrm>
            <a:custGeom>
              <a:rect b="b" l="l" r="r" t="t"/>
              <a:pathLst>
                <a:path extrusionOk="0" h="2592" w="2371">
                  <a:moveTo>
                    <a:pt x="243" y="0"/>
                  </a:moveTo>
                  <a:cubicBezTo>
                    <a:pt x="182" y="0"/>
                    <a:pt x="61" y="182"/>
                    <a:pt x="30" y="578"/>
                  </a:cubicBezTo>
                  <a:cubicBezTo>
                    <a:pt x="0" y="1033"/>
                    <a:pt x="182" y="1520"/>
                    <a:pt x="486" y="1854"/>
                  </a:cubicBezTo>
                  <a:cubicBezTo>
                    <a:pt x="821" y="2249"/>
                    <a:pt x="1277" y="2492"/>
                    <a:pt x="1763" y="2584"/>
                  </a:cubicBezTo>
                  <a:cubicBezTo>
                    <a:pt x="1830" y="2589"/>
                    <a:pt x="1893" y="2592"/>
                    <a:pt x="1951" y="2592"/>
                  </a:cubicBezTo>
                  <a:cubicBezTo>
                    <a:pt x="2209" y="2592"/>
                    <a:pt x="2371" y="2542"/>
                    <a:pt x="2371" y="2492"/>
                  </a:cubicBezTo>
                  <a:cubicBezTo>
                    <a:pt x="2371" y="2371"/>
                    <a:pt x="1459" y="2310"/>
                    <a:pt x="851" y="1581"/>
                  </a:cubicBezTo>
                  <a:cubicBezTo>
                    <a:pt x="243" y="881"/>
                    <a:pt x="365" y="0"/>
                    <a:pt x="2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1"/>
            <p:cNvSpPr/>
            <p:nvPr/>
          </p:nvSpPr>
          <p:spPr>
            <a:xfrm>
              <a:off x="3986675" y="2302575"/>
              <a:ext cx="390600" cy="323450"/>
            </a:xfrm>
            <a:custGeom>
              <a:rect b="b" l="l" r="r" t="t"/>
              <a:pathLst>
                <a:path extrusionOk="0" h="12938" w="15624">
                  <a:moveTo>
                    <a:pt x="5404" y="1"/>
                  </a:moveTo>
                  <a:cubicBezTo>
                    <a:pt x="4833" y="1"/>
                    <a:pt x="4266" y="48"/>
                    <a:pt x="3708" y="160"/>
                  </a:cubicBezTo>
                  <a:cubicBezTo>
                    <a:pt x="2037" y="464"/>
                    <a:pt x="486" y="1436"/>
                    <a:pt x="0" y="2835"/>
                  </a:cubicBezTo>
                  <a:lnTo>
                    <a:pt x="0" y="2956"/>
                  </a:lnTo>
                  <a:cubicBezTo>
                    <a:pt x="1489" y="6269"/>
                    <a:pt x="6353" y="10281"/>
                    <a:pt x="10122" y="11710"/>
                  </a:cubicBezTo>
                  <a:cubicBezTo>
                    <a:pt x="9757" y="11041"/>
                    <a:pt x="7660" y="9096"/>
                    <a:pt x="7325" y="8427"/>
                  </a:cubicBezTo>
                  <a:lnTo>
                    <a:pt x="7325" y="8427"/>
                  </a:lnTo>
                  <a:cubicBezTo>
                    <a:pt x="8845" y="10069"/>
                    <a:pt x="11034" y="12318"/>
                    <a:pt x="13344" y="12865"/>
                  </a:cubicBezTo>
                  <a:cubicBezTo>
                    <a:pt x="13478" y="12915"/>
                    <a:pt x="13630" y="12938"/>
                    <a:pt x="13785" y="12938"/>
                  </a:cubicBezTo>
                  <a:cubicBezTo>
                    <a:pt x="13912" y="12938"/>
                    <a:pt x="14041" y="12923"/>
                    <a:pt x="14164" y="12895"/>
                  </a:cubicBezTo>
                  <a:cubicBezTo>
                    <a:pt x="14468" y="12713"/>
                    <a:pt x="14681" y="12440"/>
                    <a:pt x="14742" y="12075"/>
                  </a:cubicBezTo>
                  <a:cubicBezTo>
                    <a:pt x="15167" y="10433"/>
                    <a:pt x="15441" y="8701"/>
                    <a:pt x="15532" y="6968"/>
                  </a:cubicBezTo>
                  <a:cubicBezTo>
                    <a:pt x="15623" y="5540"/>
                    <a:pt x="15137" y="4081"/>
                    <a:pt x="14195" y="2987"/>
                  </a:cubicBezTo>
                  <a:cubicBezTo>
                    <a:pt x="12918" y="1528"/>
                    <a:pt x="10821" y="859"/>
                    <a:pt x="8815" y="433"/>
                  </a:cubicBezTo>
                  <a:cubicBezTo>
                    <a:pt x="7700" y="190"/>
                    <a:pt x="6545" y="1"/>
                    <a:pt x="54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1"/>
            <p:cNvSpPr/>
            <p:nvPr/>
          </p:nvSpPr>
          <p:spPr>
            <a:xfrm>
              <a:off x="3761725" y="2309850"/>
              <a:ext cx="281950" cy="574250"/>
            </a:xfrm>
            <a:custGeom>
              <a:rect b="b" l="l" r="r" t="t"/>
              <a:pathLst>
                <a:path extrusionOk="0" h="22970" w="11278">
                  <a:moveTo>
                    <a:pt x="8298" y="1"/>
                  </a:moveTo>
                  <a:cubicBezTo>
                    <a:pt x="1262" y="1"/>
                    <a:pt x="507" y="8676"/>
                    <a:pt x="183" y="11267"/>
                  </a:cubicBezTo>
                  <a:cubicBezTo>
                    <a:pt x="62" y="12544"/>
                    <a:pt x="1" y="13820"/>
                    <a:pt x="31" y="15127"/>
                  </a:cubicBezTo>
                  <a:cubicBezTo>
                    <a:pt x="62" y="18349"/>
                    <a:pt x="2493" y="22969"/>
                    <a:pt x="2493" y="22969"/>
                  </a:cubicBezTo>
                  <a:cubicBezTo>
                    <a:pt x="5989" y="20538"/>
                    <a:pt x="5958" y="13699"/>
                    <a:pt x="5958" y="13699"/>
                  </a:cubicBezTo>
                  <a:cubicBezTo>
                    <a:pt x="11004" y="10021"/>
                    <a:pt x="10244" y="3182"/>
                    <a:pt x="10244" y="3182"/>
                  </a:cubicBezTo>
                  <a:lnTo>
                    <a:pt x="11278" y="446"/>
                  </a:lnTo>
                  <a:cubicBezTo>
                    <a:pt x="10176" y="139"/>
                    <a:pt x="9187" y="1"/>
                    <a:pt x="829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1"/>
            <p:cNvSpPr/>
            <p:nvPr/>
          </p:nvSpPr>
          <p:spPr>
            <a:xfrm>
              <a:off x="3821000" y="2634225"/>
              <a:ext cx="95025" cy="139525"/>
            </a:xfrm>
            <a:custGeom>
              <a:rect b="b" l="l" r="r" t="t"/>
              <a:pathLst>
                <a:path extrusionOk="0" h="5581" w="3801">
                  <a:moveTo>
                    <a:pt x="2540" y="1"/>
                  </a:moveTo>
                  <a:cubicBezTo>
                    <a:pt x="2351" y="1"/>
                    <a:pt x="2162" y="18"/>
                    <a:pt x="1976" y="55"/>
                  </a:cubicBezTo>
                  <a:cubicBezTo>
                    <a:pt x="1338" y="146"/>
                    <a:pt x="791" y="511"/>
                    <a:pt x="457" y="1028"/>
                  </a:cubicBezTo>
                  <a:cubicBezTo>
                    <a:pt x="122" y="1544"/>
                    <a:pt x="1" y="2183"/>
                    <a:pt x="122" y="2821"/>
                  </a:cubicBezTo>
                  <a:cubicBezTo>
                    <a:pt x="244" y="3429"/>
                    <a:pt x="487" y="4006"/>
                    <a:pt x="882" y="4493"/>
                  </a:cubicBezTo>
                  <a:cubicBezTo>
                    <a:pt x="1125" y="4857"/>
                    <a:pt x="1429" y="5192"/>
                    <a:pt x="1824" y="5405"/>
                  </a:cubicBezTo>
                  <a:cubicBezTo>
                    <a:pt x="2036" y="5519"/>
                    <a:pt x="2274" y="5580"/>
                    <a:pt x="2510" y="5580"/>
                  </a:cubicBezTo>
                  <a:cubicBezTo>
                    <a:pt x="2714" y="5580"/>
                    <a:pt x="2918" y="5534"/>
                    <a:pt x="3101" y="5435"/>
                  </a:cubicBezTo>
                  <a:lnTo>
                    <a:pt x="3800" y="237"/>
                  </a:lnTo>
                  <a:cubicBezTo>
                    <a:pt x="3399" y="90"/>
                    <a:pt x="2969" y="1"/>
                    <a:pt x="2540"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1"/>
            <p:cNvSpPr/>
            <p:nvPr/>
          </p:nvSpPr>
          <p:spPr>
            <a:xfrm>
              <a:off x="3853675" y="2655225"/>
              <a:ext cx="50175" cy="79850"/>
            </a:xfrm>
            <a:custGeom>
              <a:rect b="b" l="l" r="r" t="t"/>
              <a:pathLst>
                <a:path extrusionOk="0" h="3194" w="2007">
                  <a:moveTo>
                    <a:pt x="1238" y="1"/>
                  </a:moveTo>
                  <a:cubicBezTo>
                    <a:pt x="943" y="1"/>
                    <a:pt x="675" y="121"/>
                    <a:pt x="457" y="340"/>
                  </a:cubicBezTo>
                  <a:cubicBezTo>
                    <a:pt x="214" y="613"/>
                    <a:pt x="62" y="948"/>
                    <a:pt x="31" y="1343"/>
                  </a:cubicBezTo>
                  <a:cubicBezTo>
                    <a:pt x="1" y="1707"/>
                    <a:pt x="31" y="2042"/>
                    <a:pt x="153" y="2376"/>
                  </a:cubicBezTo>
                  <a:cubicBezTo>
                    <a:pt x="244" y="2680"/>
                    <a:pt x="457" y="2954"/>
                    <a:pt x="730" y="3106"/>
                  </a:cubicBezTo>
                  <a:cubicBezTo>
                    <a:pt x="866" y="3170"/>
                    <a:pt x="990" y="3194"/>
                    <a:pt x="1097" y="3194"/>
                  </a:cubicBezTo>
                  <a:cubicBezTo>
                    <a:pt x="1396" y="3194"/>
                    <a:pt x="1565" y="3006"/>
                    <a:pt x="1521" y="2984"/>
                  </a:cubicBezTo>
                  <a:cubicBezTo>
                    <a:pt x="1490" y="2923"/>
                    <a:pt x="1186" y="3014"/>
                    <a:pt x="882" y="2802"/>
                  </a:cubicBezTo>
                  <a:cubicBezTo>
                    <a:pt x="578" y="2619"/>
                    <a:pt x="457" y="2011"/>
                    <a:pt x="487" y="1373"/>
                  </a:cubicBezTo>
                  <a:cubicBezTo>
                    <a:pt x="487" y="856"/>
                    <a:pt x="821" y="431"/>
                    <a:pt x="1338" y="340"/>
                  </a:cubicBezTo>
                  <a:cubicBezTo>
                    <a:pt x="1362" y="338"/>
                    <a:pt x="1386" y="337"/>
                    <a:pt x="1409" y="337"/>
                  </a:cubicBezTo>
                  <a:cubicBezTo>
                    <a:pt x="1727" y="337"/>
                    <a:pt x="1889" y="522"/>
                    <a:pt x="1946" y="522"/>
                  </a:cubicBezTo>
                  <a:cubicBezTo>
                    <a:pt x="2007" y="522"/>
                    <a:pt x="1916" y="96"/>
                    <a:pt x="1338" y="5"/>
                  </a:cubicBezTo>
                  <a:cubicBezTo>
                    <a:pt x="1304" y="2"/>
                    <a:pt x="1271" y="1"/>
                    <a:pt x="123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1"/>
            <p:cNvSpPr/>
            <p:nvPr/>
          </p:nvSpPr>
          <p:spPr>
            <a:xfrm>
              <a:off x="3654600" y="2770100"/>
              <a:ext cx="237100" cy="801700"/>
            </a:xfrm>
            <a:custGeom>
              <a:rect b="b" l="l" r="r" t="t"/>
              <a:pathLst>
                <a:path extrusionOk="0" h="32068" w="9484">
                  <a:moveTo>
                    <a:pt x="9453" y="0"/>
                  </a:moveTo>
                  <a:lnTo>
                    <a:pt x="1915" y="12675"/>
                  </a:lnTo>
                  <a:cubicBezTo>
                    <a:pt x="1216" y="19149"/>
                    <a:pt x="578" y="25593"/>
                    <a:pt x="0" y="32067"/>
                  </a:cubicBezTo>
                  <a:cubicBezTo>
                    <a:pt x="426" y="31064"/>
                    <a:pt x="882" y="30031"/>
                    <a:pt x="1307" y="29028"/>
                  </a:cubicBezTo>
                  <a:cubicBezTo>
                    <a:pt x="1459" y="29909"/>
                    <a:pt x="1611" y="30791"/>
                    <a:pt x="1763" y="31672"/>
                  </a:cubicBezTo>
                  <a:cubicBezTo>
                    <a:pt x="2904" y="31778"/>
                    <a:pt x="4068" y="32023"/>
                    <a:pt x="5235" y="32023"/>
                  </a:cubicBezTo>
                  <a:cubicBezTo>
                    <a:pt x="5405" y="32023"/>
                    <a:pt x="5575" y="32018"/>
                    <a:pt x="5745" y="32007"/>
                  </a:cubicBezTo>
                  <a:cubicBezTo>
                    <a:pt x="7082" y="31946"/>
                    <a:pt x="8480" y="31338"/>
                    <a:pt x="9088" y="30152"/>
                  </a:cubicBezTo>
                  <a:cubicBezTo>
                    <a:pt x="9484" y="29362"/>
                    <a:pt x="9484" y="28450"/>
                    <a:pt x="9453" y="27569"/>
                  </a:cubicBezTo>
                  <a:cubicBezTo>
                    <a:pt x="9180" y="18359"/>
                    <a:pt x="7933" y="9088"/>
                    <a:pt x="945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9" name="Google Shape;779;p51"/>
          <p:cNvSpPr txBox="1"/>
          <p:nvPr>
            <p:ph idx="1" type="subTitle"/>
          </p:nvPr>
        </p:nvSpPr>
        <p:spPr>
          <a:xfrm>
            <a:off x="6193275" y="2897825"/>
            <a:ext cx="2950800" cy="162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Advising the team in conducting business in conjunction with Alcon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Providing insight into the utilization of the device</a:t>
            </a:r>
            <a:endParaRPr/>
          </a:p>
          <a:p>
            <a:pPr indent="0" lvl="0" marL="0" rtl="0" algn="l">
              <a:spcBef>
                <a:spcPts val="0"/>
              </a:spcBef>
              <a:spcAft>
                <a:spcPts val="0"/>
              </a:spcAft>
              <a:buNone/>
            </a:pPr>
            <a:r>
              <a:t/>
            </a:r>
            <a:endParaRPr/>
          </a:p>
        </p:txBody>
      </p:sp>
      <p:sp>
        <p:nvSpPr>
          <p:cNvPr id="780" name="Google Shape;780;p51"/>
          <p:cNvSpPr txBox="1"/>
          <p:nvPr>
            <p:ph idx="2" type="subTitle"/>
          </p:nvPr>
        </p:nvSpPr>
        <p:spPr>
          <a:xfrm>
            <a:off x="7554696" y="1756032"/>
            <a:ext cx="14634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 Ngo</a:t>
            </a:r>
            <a:endParaRPr/>
          </a:p>
        </p:txBody>
      </p:sp>
      <p:grpSp>
        <p:nvGrpSpPr>
          <p:cNvPr id="781" name="Google Shape;781;p51"/>
          <p:cNvGrpSpPr/>
          <p:nvPr/>
        </p:nvGrpSpPr>
        <p:grpSpPr>
          <a:xfrm>
            <a:off x="295150" y="1644729"/>
            <a:ext cx="830525" cy="1206920"/>
            <a:chOff x="3084675" y="2302575"/>
            <a:chExt cx="1636825" cy="2239600"/>
          </a:xfrm>
        </p:grpSpPr>
        <p:sp>
          <p:nvSpPr>
            <p:cNvPr id="782" name="Google Shape;782;p51"/>
            <p:cNvSpPr/>
            <p:nvPr/>
          </p:nvSpPr>
          <p:spPr>
            <a:xfrm>
              <a:off x="3178900" y="3619650"/>
              <a:ext cx="464325" cy="532700"/>
            </a:xfrm>
            <a:custGeom>
              <a:rect b="b" l="l" r="r" t="t"/>
              <a:pathLst>
                <a:path extrusionOk="0" h="21308" w="18573">
                  <a:moveTo>
                    <a:pt x="10305" y="0"/>
                  </a:moveTo>
                  <a:lnTo>
                    <a:pt x="0" y="6140"/>
                  </a:lnTo>
                  <a:lnTo>
                    <a:pt x="5928" y="21308"/>
                  </a:lnTo>
                  <a:lnTo>
                    <a:pt x="18572" y="21308"/>
                  </a:lnTo>
                  <a:lnTo>
                    <a:pt x="10305" y="0"/>
                  </a:lnTo>
                  <a:close/>
                </a:path>
              </a:pathLst>
            </a:custGeom>
            <a:solidFill>
              <a:srgbClr val="B788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1"/>
            <p:cNvSpPr/>
            <p:nvPr/>
          </p:nvSpPr>
          <p:spPr>
            <a:xfrm>
              <a:off x="3691825" y="2342275"/>
              <a:ext cx="699875" cy="987025"/>
            </a:xfrm>
            <a:custGeom>
              <a:rect b="b" l="l" r="r" t="t"/>
              <a:pathLst>
                <a:path extrusionOk="0" h="39481" w="27995">
                  <a:moveTo>
                    <a:pt x="7843" y="0"/>
                  </a:moveTo>
                  <a:cubicBezTo>
                    <a:pt x="5411" y="1490"/>
                    <a:pt x="3709" y="3982"/>
                    <a:pt x="2706" y="6657"/>
                  </a:cubicBezTo>
                  <a:cubicBezTo>
                    <a:pt x="1703" y="9332"/>
                    <a:pt x="1338" y="12189"/>
                    <a:pt x="1034" y="15016"/>
                  </a:cubicBezTo>
                  <a:cubicBezTo>
                    <a:pt x="244" y="22523"/>
                    <a:pt x="0" y="30062"/>
                    <a:pt x="244" y="37600"/>
                  </a:cubicBezTo>
                  <a:cubicBezTo>
                    <a:pt x="7665" y="38530"/>
                    <a:pt x="15126" y="39481"/>
                    <a:pt x="22595" y="39481"/>
                  </a:cubicBezTo>
                  <a:cubicBezTo>
                    <a:pt x="24395" y="39481"/>
                    <a:pt x="26195" y="39426"/>
                    <a:pt x="27995" y="39302"/>
                  </a:cubicBezTo>
                  <a:cubicBezTo>
                    <a:pt x="26384" y="28724"/>
                    <a:pt x="25350" y="18177"/>
                    <a:pt x="26658" y="7538"/>
                  </a:cubicBezTo>
                  <a:lnTo>
                    <a:pt x="7843"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1"/>
            <p:cNvSpPr/>
            <p:nvPr/>
          </p:nvSpPr>
          <p:spPr>
            <a:xfrm>
              <a:off x="3148500" y="3108525"/>
              <a:ext cx="1549450" cy="1433650"/>
            </a:xfrm>
            <a:custGeom>
              <a:rect b="b" l="l" r="r" t="t"/>
              <a:pathLst>
                <a:path extrusionOk="0" h="57346" w="61978">
                  <a:moveTo>
                    <a:pt x="31228" y="0"/>
                  </a:moveTo>
                  <a:cubicBezTo>
                    <a:pt x="25427" y="0"/>
                    <a:pt x="19571" y="1049"/>
                    <a:pt x="13405" y="3150"/>
                  </a:cubicBezTo>
                  <a:cubicBezTo>
                    <a:pt x="13405" y="3150"/>
                    <a:pt x="7964" y="4609"/>
                    <a:pt x="5320" y="11691"/>
                  </a:cubicBezTo>
                  <a:cubicBezTo>
                    <a:pt x="2675" y="18804"/>
                    <a:pt x="1" y="29230"/>
                    <a:pt x="1" y="29230"/>
                  </a:cubicBezTo>
                  <a:lnTo>
                    <a:pt x="12189" y="33546"/>
                  </a:lnTo>
                  <a:lnTo>
                    <a:pt x="12280" y="31479"/>
                  </a:lnTo>
                  <a:lnTo>
                    <a:pt x="14986" y="41813"/>
                  </a:lnTo>
                  <a:lnTo>
                    <a:pt x="9058" y="56829"/>
                  </a:lnTo>
                  <a:lnTo>
                    <a:pt x="29697" y="57345"/>
                  </a:lnTo>
                  <a:lnTo>
                    <a:pt x="50245" y="57194"/>
                  </a:lnTo>
                  <a:lnTo>
                    <a:pt x="43558" y="43637"/>
                  </a:lnTo>
                  <a:lnTo>
                    <a:pt x="46111" y="33728"/>
                  </a:lnTo>
                  <a:cubicBezTo>
                    <a:pt x="46415" y="35825"/>
                    <a:pt x="46658" y="37649"/>
                    <a:pt x="46658" y="37649"/>
                  </a:cubicBezTo>
                  <a:lnTo>
                    <a:pt x="61066" y="36889"/>
                  </a:lnTo>
                  <a:cubicBezTo>
                    <a:pt x="61582" y="36859"/>
                    <a:pt x="61977" y="36373"/>
                    <a:pt x="61917" y="35856"/>
                  </a:cubicBezTo>
                  <a:lnTo>
                    <a:pt x="59120" y="16038"/>
                  </a:lnTo>
                  <a:cubicBezTo>
                    <a:pt x="59120" y="16038"/>
                    <a:pt x="58208" y="6828"/>
                    <a:pt x="49515" y="3393"/>
                  </a:cubicBezTo>
                  <a:lnTo>
                    <a:pt x="49454" y="3393"/>
                  </a:lnTo>
                  <a:cubicBezTo>
                    <a:pt x="49120" y="3272"/>
                    <a:pt x="48755" y="3150"/>
                    <a:pt x="48391" y="3029"/>
                  </a:cubicBezTo>
                  <a:cubicBezTo>
                    <a:pt x="42563" y="1011"/>
                    <a:pt x="36922" y="0"/>
                    <a:pt x="31228"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1"/>
            <p:cNvSpPr/>
            <p:nvPr/>
          </p:nvSpPr>
          <p:spPr>
            <a:xfrm>
              <a:off x="3084675" y="3836225"/>
              <a:ext cx="1327550" cy="538300"/>
            </a:xfrm>
            <a:custGeom>
              <a:rect b="b" l="l" r="r" t="t"/>
              <a:pathLst>
                <a:path extrusionOk="0" h="21532" w="53102">
                  <a:moveTo>
                    <a:pt x="2554" y="0"/>
                  </a:moveTo>
                  <a:lnTo>
                    <a:pt x="1186" y="6444"/>
                  </a:lnTo>
                  <a:cubicBezTo>
                    <a:pt x="0" y="12006"/>
                    <a:pt x="4134" y="17721"/>
                    <a:pt x="9788" y="18359"/>
                  </a:cubicBezTo>
                  <a:lnTo>
                    <a:pt x="39849" y="21459"/>
                  </a:lnTo>
                  <a:cubicBezTo>
                    <a:pt x="40295" y="21508"/>
                    <a:pt x="40738" y="21532"/>
                    <a:pt x="41176" y="21532"/>
                  </a:cubicBezTo>
                  <a:cubicBezTo>
                    <a:pt x="47307" y="21532"/>
                    <a:pt x="52534" y="16879"/>
                    <a:pt x="53102" y="10638"/>
                  </a:cubicBezTo>
                  <a:lnTo>
                    <a:pt x="15198" y="7021"/>
                  </a:lnTo>
                  <a:lnTo>
                    <a:pt x="15441" y="3374"/>
                  </a:lnTo>
                  <a:lnTo>
                    <a:pt x="2554"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1"/>
            <p:cNvSpPr/>
            <p:nvPr/>
          </p:nvSpPr>
          <p:spPr>
            <a:xfrm>
              <a:off x="4083925" y="3835775"/>
              <a:ext cx="430900" cy="270975"/>
            </a:xfrm>
            <a:custGeom>
              <a:rect b="b" l="l" r="r" t="t"/>
              <a:pathLst>
                <a:path extrusionOk="0" h="10839" w="17236">
                  <a:moveTo>
                    <a:pt x="11455" y="0"/>
                  </a:moveTo>
                  <a:cubicBezTo>
                    <a:pt x="10351" y="0"/>
                    <a:pt x="9423" y="13"/>
                    <a:pt x="9089" y="48"/>
                  </a:cubicBezTo>
                  <a:cubicBezTo>
                    <a:pt x="8056" y="140"/>
                    <a:pt x="2524" y="6188"/>
                    <a:pt x="2524" y="6188"/>
                  </a:cubicBezTo>
                  <a:lnTo>
                    <a:pt x="183" y="6614"/>
                  </a:lnTo>
                  <a:lnTo>
                    <a:pt x="1" y="10839"/>
                  </a:lnTo>
                  <a:lnTo>
                    <a:pt x="5958" y="10839"/>
                  </a:lnTo>
                  <a:lnTo>
                    <a:pt x="10426" y="7283"/>
                  </a:lnTo>
                  <a:lnTo>
                    <a:pt x="14955" y="7708"/>
                  </a:lnTo>
                  <a:cubicBezTo>
                    <a:pt x="14973" y="7710"/>
                    <a:pt x="14990" y="7711"/>
                    <a:pt x="15007" y="7711"/>
                  </a:cubicBezTo>
                  <a:cubicBezTo>
                    <a:pt x="15293" y="7711"/>
                    <a:pt x="15565" y="7478"/>
                    <a:pt x="15594" y="7191"/>
                  </a:cubicBezTo>
                  <a:cubicBezTo>
                    <a:pt x="15654" y="6857"/>
                    <a:pt x="15442" y="6583"/>
                    <a:pt x="15138" y="6523"/>
                  </a:cubicBezTo>
                  <a:lnTo>
                    <a:pt x="10882" y="5611"/>
                  </a:lnTo>
                  <a:lnTo>
                    <a:pt x="10730" y="5216"/>
                  </a:lnTo>
                  <a:lnTo>
                    <a:pt x="10730" y="5216"/>
                  </a:lnTo>
                  <a:cubicBezTo>
                    <a:pt x="10731" y="5216"/>
                    <a:pt x="13580" y="5321"/>
                    <a:pt x="14794" y="5321"/>
                  </a:cubicBezTo>
                  <a:cubicBezTo>
                    <a:pt x="15036" y="5321"/>
                    <a:pt x="15214" y="5317"/>
                    <a:pt x="15290" y="5307"/>
                  </a:cubicBezTo>
                  <a:cubicBezTo>
                    <a:pt x="16627" y="5124"/>
                    <a:pt x="16354" y="4547"/>
                    <a:pt x="16354" y="4547"/>
                  </a:cubicBezTo>
                  <a:cubicBezTo>
                    <a:pt x="16354" y="4304"/>
                    <a:pt x="15715" y="4182"/>
                    <a:pt x="15472" y="4152"/>
                  </a:cubicBezTo>
                  <a:lnTo>
                    <a:pt x="10761" y="3483"/>
                  </a:lnTo>
                  <a:lnTo>
                    <a:pt x="10761" y="3179"/>
                  </a:lnTo>
                  <a:lnTo>
                    <a:pt x="15411" y="3027"/>
                  </a:lnTo>
                  <a:cubicBezTo>
                    <a:pt x="17235" y="2875"/>
                    <a:pt x="16870" y="1963"/>
                    <a:pt x="16293" y="1933"/>
                  </a:cubicBezTo>
                  <a:lnTo>
                    <a:pt x="10730" y="1842"/>
                  </a:lnTo>
                  <a:lnTo>
                    <a:pt x="10761" y="1386"/>
                  </a:lnTo>
                  <a:lnTo>
                    <a:pt x="16323" y="1173"/>
                  </a:lnTo>
                  <a:cubicBezTo>
                    <a:pt x="16627" y="1173"/>
                    <a:pt x="16870" y="930"/>
                    <a:pt x="16870" y="626"/>
                  </a:cubicBezTo>
                  <a:cubicBezTo>
                    <a:pt x="16870" y="292"/>
                    <a:pt x="16627" y="48"/>
                    <a:pt x="16293" y="48"/>
                  </a:cubicBezTo>
                  <a:cubicBezTo>
                    <a:pt x="15295" y="30"/>
                    <a:pt x="13165" y="0"/>
                    <a:pt x="11455"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1"/>
            <p:cNvSpPr/>
            <p:nvPr/>
          </p:nvSpPr>
          <p:spPr>
            <a:xfrm>
              <a:off x="3719175" y="3089425"/>
              <a:ext cx="491675" cy="768125"/>
            </a:xfrm>
            <a:custGeom>
              <a:rect b="b" l="l" r="r" t="t"/>
              <a:pathLst>
                <a:path extrusionOk="0" h="30725" w="19667">
                  <a:moveTo>
                    <a:pt x="6578" y="1"/>
                  </a:moveTo>
                  <a:cubicBezTo>
                    <a:pt x="4246" y="1"/>
                    <a:pt x="1943" y="268"/>
                    <a:pt x="1" y="996"/>
                  </a:cubicBezTo>
                  <a:cubicBezTo>
                    <a:pt x="1" y="996"/>
                    <a:pt x="5826" y="30724"/>
                    <a:pt x="7912" y="30724"/>
                  </a:cubicBezTo>
                  <a:cubicBezTo>
                    <a:pt x="7919" y="30724"/>
                    <a:pt x="7927" y="30724"/>
                    <a:pt x="7934" y="30723"/>
                  </a:cubicBezTo>
                  <a:cubicBezTo>
                    <a:pt x="9971" y="30510"/>
                    <a:pt x="19667" y="2030"/>
                    <a:pt x="19667" y="2030"/>
                  </a:cubicBezTo>
                  <a:cubicBezTo>
                    <a:pt x="19667" y="2030"/>
                    <a:pt x="13007" y="1"/>
                    <a:pt x="6578"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1"/>
            <p:cNvSpPr/>
            <p:nvPr/>
          </p:nvSpPr>
          <p:spPr>
            <a:xfrm>
              <a:off x="4364325" y="3608250"/>
              <a:ext cx="5350" cy="230275"/>
            </a:xfrm>
            <a:custGeom>
              <a:rect b="b" l="l" r="r" t="t"/>
              <a:pathLst>
                <a:path extrusionOk="0" h="9211" w="214">
                  <a:moveTo>
                    <a:pt x="92" y="0"/>
                  </a:moveTo>
                  <a:cubicBezTo>
                    <a:pt x="61" y="0"/>
                    <a:pt x="1" y="2067"/>
                    <a:pt x="1" y="4620"/>
                  </a:cubicBezTo>
                  <a:cubicBezTo>
                    <a:pt x="1" y="7143"/>
                    <a:pt x="61" y="9210"/>
                    <a:pt x="92" y="9210"/>
                  </a:cubicBezTo>
                  <a:cubicBezTo>
                    <a:pt x="153" y="9210"/>
                    <a:pt x="213" y="7143"/>
                    <a:pt x="213" y="4620"/>
                  </a:cubicBezTo>
                  <a:cubicBezTo>
                    <a:pt x="213" y="2067"/>
                    <a:pt x="153" y="0"/>
                    <a:pt x="9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1"/>
            <p:cNvSpPr/>
            <p:nvPr/>
          </p:nvSpPr>
          <p:spPr>
            <a:xfrm>
              <a:off x="3468425" y="3618125"/>
              <a:ext cx="32700" cy="225700"/>
            </a:xfrm>
            <a:custGeom>
              <a:rect b="b" l="l" r="r" t="t"/>
              <a:pathLst>
                <a:path extrusionOk="0" h="9028" w="1308">
                  <a:moveTo>
                    <a:pt x="1307" y="0"/>
                  </a:moveTo>
                  <a:cubicBezTo>
                    <a:pt x="1186" y="456"/>
                    <a:pt x="1094" y="882"/>
                    <a:pt x="1034" y="1338"/>
                  </a:cubicBezTo>
                  <a:cubicBezTo>
                    <a:pt x="912" y="2128"/>
                    <a:pt x="730" y="3253"/>
                    <a:pt x="547" y="4499"/>
                  </a:cubicBezTo>
                  <a:cubicBezTo>
                    <a:pt x="365" y="5745"/>
                    <a:pt x="213" y="6870"/>
                    <a:pt x="122" y="7691"/>
                  </a:cubicBezTo>
                  <a:cubicBezTo>
                    <a:pt x="31" y="8116"/>
                    <a:pt x="0" y="8572"/>
                    <a:pt x="0" y="9028"/>
                  </a:cubicBezTo>
                  <a:cubicBezTo>
                    <a:pt x="122" y="8572"/>
                    <a:pt x="213" y="8146"/>
                    <a:pt x="274" y="7721"/>
                  </a:cubicBezTo>
                  <a:cubicBezTo>
                    <a:pt x="395" y="6900"/>
                    <a:pt x="578" y="5776"/>
                    <a:pt x="760" y="4529"/>
                  </a:cubicBezTo>
                  <a:cubicBezTo>
                    <a:pt x="942" y="3283"/>
                    <a:pt x="1094" y="2159"/>
                    <a:pt x="1186" y="1338"/>
                  </a:cubicBezTo>
                  <a:cubicBezTo>
                    <a:pt x="1246" y="912"/>
                    <a:pt x="1307" y="456"/>
                    <a:pt x="13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1"/>
            <p:cNvSpPr/>
            <p:nvPr/>
          </p:nvSpPr>
          <p:spPr>
            <a:xfrm>
              <a:off x="3890925" y="3859775"/>
              <a:ext cx="23575" cy="681650"/>
            </a:xfrm>
            <a:custGeom>
              <a:rect b="b" l="l" r="r" t="t"/>
              <a:pathLst>
                <a:path extrusionOk="0" h="27266" w="943">
                  <a:moveTo>
                    <a:pt x="942" y="0"/>
                  </a:moveTo>
                  <a:cubicBezTo>
                    <a:pt x="912" y="91"/>
                    <a:pt x="912" y="183"/>
                    <a:pt x="912" y="274"/>
                  </a:cubicBezTo>
                  <a:cubicBezTo>
                    <a:pt x="882" y="487"/>
                    <a:pt x="882" y="760"/>
                    <a:pt x="882" y="1064"/>
                  </a:cubicBezTo>
                  <a:cubicBezTo>
                    <a:pt x="851" y="1794"/>
                    <a:pt x="821" y="2797"/>
                    <a:pt x="790" y="4012"/>
                  </a:cubicBezTo>
                  <a:cubicBezTo>
                    <a:pt x="699" y="6475"/>
                    <a:pt x="547" y="9879"/>
                    <a:pt x="395" y="13648"/>
                  </a:cubicBezTo>
                  <a:cubicBezTo>
                    <a:pt x="213" y="17387"/>
                    <a:pt x="91" y="20821"/>
                    <a:pt x="31" y="23283"/>
                  </a:cubicBezTo>
                  <a:cubicBezTo>
                    <a:pt x="0" y="24499"/>
                    <a:pt x="0" y="25502"/>
                    <a:pt x="0" y="26201"/>
                  </a:cubicBezTo>
                  <a:lnTo>
                    <a:pt x="0" y="26992"/>
                  </a:lnTo>
                  <a:cubicBezTo>
                    <a:pt x="0" y="27083"/>
                    <a:pt x="0" y="27174"/>
                    <a:pt x="0" y="27265"/>
                  </a:cubicBezTo>
                  <a:cubicBezTo>
                    <a:pt x="31" y="27174"/>
                    <a:pt x="31" y="27083"/>
                    <a:pt x="31" y="26992"/>
                  </a:cubicBezTo>
                  <a:cubicBezTo>
                    <a:pt x="61" y="26809"/>
                    <a:pt x="61" y="26536"/>
                    <a:pt x="61" y="26201"/>
                  </a:cubicBezTo>
                  <a:cubicBezTo>
                    <a:pt x="91" y="25502"/>
                    <a:pt x="122" y="24499"/>
                    <a:pt x="152" y="23283"/>
                  </a:cubicBezTo>
                  <a:cubicBezTo>
                    <a:pt x="243" y="20821"/>
                    <a:pt x="395" y="17417"/>
                    <a:pt x="547" y="13648"/>
                  </a:cubicBezTo>
                  <a:cubicBezTo>
                    <a:pt x="730" y="9879"/>
                    <a:pt x="851" y="6475"/>
                    <a:pt x="912" y="4012"/>
                  </a:cubicBezTo>
                  <a:cubicBezTo>
                    <a:pt x="942" y="2766"/>
                    <a:pt x="942" y="1763"/>
                    <a:pt x="942" y="1095"/>
                  </a:cubicBezTo>
                  <a:lnTo>
                    <a:pt x="942" y="274"/>
                  </a:lnTo>
                  <a:cubicBezTo>
                    <a:pt x="942" y="183"/>
                    <a:pt x="942" y="91"/>
                    <a:pt x="94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51"/>
            <p:cNvSpPr/>
            <p:nvPr/>
          </p:nvSpPr>
          <p:spPr>
            <a:xfrm>
              <a:off x="3910675" y="3138625"/>
              <a:ext cx="367800" cy="739400"/>
            </a:xfrm>
            <a:custGeom>
              <a:rect b="b" l="l" r="r" t="t"/>
              <a:pathLst>
                <a:path extrusionOk="0" h="29576" w="14712">
                  <a:moveTo>
                    <a:pt x="11946" y="1"/>
                  </a:moveTo>
                  <a:cubicBezTo>
                    <a:pt x="11946" y="31"/>
                    <a:pt x="11946" y="62"/>
                    <a:pt x="11946" y="92"/>
                  </a:cubicBezTo>
                  <a:cubicBezTo>
                    <a:pt x="11946" y="183"/>
                    <a:pt x="11946" y="274"/>
                    <a:pt x="11946" y="366"/>
                  </a:cubicBezTo>
                  <a:cubicBezTo>
                    <a:pt x="12007" y="730"/>
                    <a:pt x="12098" y="1095"/>
                    <a:pt x="12220" y="1429"/>
                  </a:cubicBezTo>
                  <a:cubicBezTo>
                    <a:pt x="12432" y="1977"/>
                    <a:pt x="12675" y="2493"/>
                    <a:pt x="12949" y="2980"/>
                  </a:cubicBezTo>
                  <a:cubicBezTo>
                    <a:pt x="13344" y="3648"/>
                    <a:pt x="13679" y="4317"/>
                    <a:pt x="14013" y="4986"/>
                  </a:cubicBezTo>
                  <a:cubicBezTo>
                    <a:pt x="14408" y="5806"/>
                    <a:pt x="14560" y="6718"/>
                    <a:pt x="14438" y="7630"/>
                  </a:cubicBezTo>
                  <a:cubicBezTo>
                    <a:pt x="14286" y="8603"/>
                    <a:pt x="13557" y="9454"/>
                    <a:pt x="12767" y="10214"/>
                  </a:cubicBezTo>
                  <a:cubicBezTo>
                    <a:pt x="11916" y="11004"/>
                    <a:pt x="11156" y="11886"/>
                    <a:pt x="10457" y="12828"/>
                  </a:cubicBezTo>
                  <a:cubicBezTo>
                    <a:pt x="9727" y="13861"/>
                    <a:pt x="9302" y="15107"/>
                    <a:pt x="9271" y="16384"/>
                  </a:cubicBezTo>
                  <a:cubicBezTo>
                    <a:pt x="9241" y="17022"/>
                    <a:pt x="9393" y="17661"/>
                    <a:pt x="9666" y="18269"/>
                  </a:cubicBezTo>
                  <a:cubicBezTo>
                    <a:pt x="9940" y="18816"/>
                    <a:pt x="10183" y="19363"/>
                    <a:pt x="10396" y="19940"/>
                  </a:cubicBezTo>
                  <a:cubicBezTo>
                    <a:pt x="10487" y="20214"/>
                    <a:pt x="10548" y="20518"/>
                    <a:pt x="10517" y="20791"/>
                  </a:cubicBezTo>
                  <a:cubicBezTo>
                    <a:pt x="10487" y="21065"/>
                    <a:pt x="10426" y="21339"/>
                    <a:pt x="10274" y="21582"/>
                  </a:cubicBezTo>
                  <a:cubicBezTo>
                    <a:pt x="9940" y="22038"/>
                    <a:pt x="9514" y="22433"/>
                    <a:pt x="9058" y="22737"/>
                  </a:cubicBezTo>
                  <a:lnTo>
                    <a:pt x="4317" y="26263"/>
                  </a:lnTo>
                  <a:lnTo>
                    <a:pt x="1155" y="28664"/>
                  </a:lnTo>
                  <a:lnTo>
                    <a:pt x="304" y="29333"/>
                  </a:lnTo>
                  <a:lnTo>
                    <a:pt x="61" y="29515"/>
                  </a:lnTo>
                  <a:cubicBezTo>
                    <a:pt x="31" y="29545"/>
                    <a:pt x="0" y="29576"/>
                    <a:pt x="0" y="29576"/>
                  </a:cubicBezTo>
                  <a:lnTo>
                    <a:pt x="92" y="29515"/>
                  </a:lnTo>
                  <a:lnTo>
                    <a:pt x="304" y="29363"/>
                  </a:lnTo>
                  <a:lnTo>
                    <a:pt x="1186" y="28725"/>
                  </a:lnTo>
                  <a:lnTo>
                    <a:pt x="4408" y="26384"/>
                  </a:lnTo>
                  <a:lnTo>
                    <a:pt x="9180" y="22858"/>
                  </a:lnTo>
                  <a:cubicBezTo>
                    <a:pt x="9666" y="22554"/>
                    <a:pt x="10092" y="22159"/>
                    <a:pt x="10457" y="21673"/>
                  </a:cubicBezTo>
                  <a:cubicBezTo>
                    <a:pt x="10609" y="21430"/>
                    <a:pt x="10700" y="21126"/>
                    <a:pt x="10730" y="20822"/>
                  </a:cubicBezTo>
                  <a:cubicBezTo>
                    <a:pt x="10730" y="20487"/>
                    <a:pt x="10700" y="20184"/>
                    <a:pt x="10609" y="19880"/>
                  </a:cubicBezTo>
                  <a:cubicBezTo>
                    <a:pt x="10396" y="19302"/>
                    <a:pt x="10153" y="18725"/>
                    <a:pt x="9879" y="18177"/>
                  </a:cubicBezTo>
                  <a:cubicBezTo>
                    <a:pt x="9605" y="17630"/>
                    <a:pt x="9484" y="16992"/>
                    <a:pt x="9484" y="16384"/>
                  </a:cubicBezTo>
                  <a:cubicBezTo>
                    <a:pt x="9514" y="15138"/>
                    <a:pt x="9909" y="13952"/>
                    <a:pt x="10639" y="12949"/>
                  </a:cubicBezTo>
                  <a:cubicBezTo>
                    <a:pt x="11338" y="12007"/>
                    <a:pt x="12098" y="11126"/>
                    <a:pt x="12919" y="10335"/>
                  </a:cubicBezTo>
                  <a:cubicBezTo>
                    <a:pt x="13314" y="9940"/>
                    <a:pt x="13679" y="9545"/>
                    <a:pt x="13982" y="9089"/>
                  </a:cubicBezTo>
                  <a:cubicBezTo>
                    <a:pt x="14317" y="8664"/>
                    <a:pt x="14499" y="8177"/>
                    <a:pt x="14621" y="7661"/>
                  </a:cubicBezTo>
                  <a:cubicBezTo>
                    <a:pt x="14712" y="6718"/>
                    <a:pt x="14560" y="5776"/>
                    <a:pt x="14165" y="4925"/>
                  </a:cubicBezTo>
                  <a:cubicBezTo>
                    <a:pt x="13830" y="4256"/>
                    <a:pt x="13466" y="3588"/>
                    <a:pt x="13071" y="2919"/>
                  </a:cubicBezTo>
                  <a:cubicBezTo>
                    <a:pt x="12797" y="2433"/>
                    <a:pt x="12523" y="1946"/>
                    <a:pt x="12311" y="1399"/>
                  </a:cubicBezTo>
                  <a:cubicBezTo>
                    <a:pt x="12189" y="1065"/>
                    <a:pt x="12068" y="730"/>
                    <a:pt x="12007" y="366"/>
                  </a:cubicBezTo>
                  <a:cubicBezTo>
                    <a:pt x="11976" y="122"/>
                    <a:pt x="11946" y="1"/>
                    <a:pt x="1194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51"/>
            <p:cNvSpPr/>
            <p:nvPr/>
          </p:nvSpPr>
          <p:spPr>
            <a:xfrm>
              <a:off x="3624950" y="3115075"/>
              <a:ext cx="290300" cy="734850"/>
            </a:xfrm>
            <a:custGeom>
              <a:rect b="b" l="l" r="r" t="t"/>
              <a:pathLst>
                <a:path extrusionOk="0" h="29394" w="11612">
                  <a:moveTo>
                    <a:pt x="3648" y="1"/>
                  </a:moveTo>
                  <a:cubicBezTo>
                    <a:pt x="3618" y="31"/>
                    <a:pt x="3587" y="61"/>
                    <a:pt x="3587" y="92"/>
                  </a:cubicBezTo>
                  <a:lnTo>
                    <a:pt x="3435" y="305"/>
                  </a:lnTo>
                  <a:cubicBezTo>
                    <a:pt x="3314" y="517"/>
                    <a:pt x="3131" y="821"/>
                    <a:pt x="2888" y="1216"/>
                  </a:cubicBezTo>
                  <a:cubicBezTo>
                    <a:pt x="2280" y="2341"/>
                    <a:pt x="1733" y="3526"/>
                    <a:pt x="1308" y="4742"/>
                  </a:cubicBezTo>
                  <a:cubicBezTo>
                    <a:pt x="639" y="6536"/>
                    <a:pt x="244" y="8420"/>
                    <a:pt x="61" y="10305"/>
                  </a:cubicBezTo>
                  <a:cubicBezTo>
                    <a:pt x="1" y="10882"/>
                    <a:pt x="31" y="11429"/>
                    <a:pt x="153" y="11976"/>
                  </a:cubicBezTo>
                  <a:cubicBezTo>
                    <a:pt x="244" y="12584"/>
                    <a:pt x="517" y="13131"/>
                    <a:pt x="943" y="13557"/>
                  </a:cubicBezTo>
                  <a:cubicBezTo>
                    <a:pt x="1156" y="13770"/>
                    <a:pt x="1399" y="13952"/>
                    <a:pt x="1703" y="14043"/>
                  </a:cubicBezTo>
                  <a:cubicBezTo>
                    <a:pt x="1976" y="14165"/>
                    <a:pt x="2280" y="14256"/>
                    <a:pt x="2554" y="14347"/>
                  </a:cubicBezTo>
                  <a:cubicBezTo>
                    <a:pt x="2827" y="14408"/>
                    <a:pt x="3101" y="14560"/>
                    <a:pt x="3344" y="14712"/>
                  </a:cubicBezTo>
                  <a:cubicBezTo>
                    <a:pt x="3557" y="14925"/>
                    <a:pt x="3709" y="15168"/>
                    <a:pt x="3800" y="15442"/>
                  </a:cubicBezTo>
                  <a:cubicBezTo>
                    <a:pt x="3891" y="16019"/>
                    <a:pt x="3891" y="16627"/>
                    <a:pt x="3739" y="17205"/>
                  </a:cubicBezTo>
                  <a:cubicBezTo>
                    <a:pt x="3618" y="17812"/>
                    <a:pt x="3527" y="18390"/>
                    <a:pt x="3496" y="18998"/>
                  </a:cubicBezTo>
                  <a:cubicBezTo>
                    <a:pt x="3435" y="20122"/>
                    <a:pt x="3557" y="21278"/>
                    <a:pt x="3891" y="22372"/>
                  </a:cubicBezTo>
                  <a:cubicBezTo>
                    <a:pt x="4408" y="24226"/>
                    <a:pt x="5472" y="25898"/>
                    <a:pt x="6961" y="27144"/>
                  </a:cubicBezTo>
                  <a:cubicBezTo>
                    <a:pt x="7934" y="27995"/>
                    <a:pt x="9059" y="28633"/>
                    <a:pt x="10305" y="29059"/>
                  </a:cubicBezTo>
                  <a:cubicBezTo>
                    <a:pt x="10609" y="29150"/>
                    <a:pt x="10974" y="29272"/>
                    <a:pt x="11308" y="29332"/>
                  </a:cubicBezTo>
                  <a:lnTo>
                    <a:pt x="11581" y="29393"/>
                  </a:lnTo>
                  <a:lnTo>
                    <a:pt x="11612" y="29393"/>
                  </a:lnTo>
                  <a:lnTo>
                    <a:pt x="11369" y="29332"/>
                  </a:lnTo>
                  <a:cubicBezTo>
                    <a:pt x="11125" y="29272"/>
                    <a:pt x="10791" y="29150"/>
                    <a:pt x="10366" y="28998"/>
                  </a:cubicBezTo>
                  <a:cubicBezTo>
                    <a:pt x="9150" y="28572"/>
                    <a:pt x="8056" y="27904"/>
                    <a:pt x="7083" y="27053"/>
                  </a:cubicBezTo>
                  <a:cubicBezTo>
                    <a:pt x="5654" y="25806"/>
                    <a:pt x="4621" y="24165"/>
                    <a:pt x="4104" y="22341"/>
                  </a:cubicBezTo>
                  <a:cubicBezTo>
                    <a:pt x="3800" y="21247"/>
                    <a:pt x="3648" y="20122"/>
                    <a:pt x="3709" y="19028"/>
                  </a:cubicBezTo>
                  <a:cubicBezTo>
                    <a:pt x="3739" y="18420"/>
                    <a:pt x="3831" y="17843"/>
                    <a:pt x="3952" y="17265"/>
                  </a:cubicBezTo>
                  <a:cubicBezTo>
                    <a:pt x="4104" y="16657"/>
                    <a:pt x="4134" y="16019"/>
                    <a:pt x="4013" y="15411"/>
                  </a:cubicBezTo>
                  <a:cubicBezTo>
                    <a:pt x="3922" y="15077"/>
                    <a:pt x="3739" y="14803"/>
                    <a:pt x="3466" y="14590"/>
                  </a:cubicBezTo>
                  <a:cubicBezTo>
                    <a:pt x="3223" y="14378"/>
                    <a:pt x="2949" y="14256"/>
                    <a:pt x="2645" y="14165"/>
                  </a:cubicBezTo>
                  <a:cubicBezTo>
                    <a:pt x="2341" y="14074"/>
                    <a:pt x="2037" y="13983"/>
                    <a:pt x="1794" y="13861"/>
                  </a:cubicBezTo>
                  <a:cubicBezTo>
                    <a:pt x="1520" y="13770"/>
                    <a:pt x="1277" y="13618"/>
                    <a:pt x="1065" y="13405"/>
                  </a:cubicBezTo>
                  <a:cubicBezTo>
                    <a:pt x="700" y="13010"/>
                    <a:pt x="426" y="12493"/>
                    <a:pt x="335" y="11946"/>
                  </a:cubicBezTo>
                  <a:cubicBezTo>
                    <a:pt x="244" y="11399"/>
                    <a:pt x="213" y="10882"/>
                    <a:pt x="244" y="10335"/>
                  </a:cubicBezTo>
                  <a:cubicBezTo>
                    <a:pt x="426" y="8420"/>
                    <a:pt x="821" y="6566"/>
                    <a:pt x="1429" y="4773"/>
                  </a:cubicBezTo>
                  <a:cubicBezTo>
                    <a:pt x="1855" y="3557"/>
                    <a:pt x="2372" y="2371"/>
                    <a:pt x="2949" y="1247"/>
                  </a:cubicBezTo>
                  <a:cubicBezTo>
                    <a:pt x="3192" y="852"/>
                    <a:pt x="3344" y="548"/>
                    <a:pt x="3466" y="335"/>
                  </a:cubicBezTo>
                  <a:lnTo>
                    <a:pt x="3618" y="92"/>
                  </a:lnTo>
                  <a:cubicBezTo>
                    <a:pt x="3648" y="31"/>
                    <a:pt x="3648" y="1"/>
                    <a:pt x="36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1"/>
            <p:cNvSpPr/>
            <p:nvPr/>
          </p:nvSpPr>
          <p:spPr>
            <a:xfrm>
              <a:off x="3682700" y="3982100"/>
              <a:ext cx="1038800" cy="347300"/>
            </a:xfrm>
            <a:custGeom>
              <a:rect b="b" l="l" r="r" t="t"/>
              <a:pathLst>
                <a:path extrusionOk="0" h="13892" w="41552">
                  <a:moveTo>
                    <a:pt x="1" y="1"/>
                  </a:moveTo>
                  <a:lnTo>
                    <a:pt x="31" y="8360"/>
                  </a:lnTo>
                  <a:lnTo>
                    <a:pt x="16688" y="12007"/>
                  </a:lnTo>
                  <a:lnTo>
                    <a:pt x="28421" y="13892"/>
                  </a:lnTo>
                  <a:cubicBezTo>
                    <a:pt x="35716" y="13892"/>
                    <a:pt x="41552" y="7205"/>
                    <a:pt x="40427" y="1"/>
                  </a:cubicBezTo>
                  <a:lnTo>
                    <a:pt x="40397" y="1"/>
                  </a:lnTo>
                  <a:lnTo>
                    <a:pt x="25168" y="791"/>
                  </a:lnTo>
                  <a:lnTo>
                    <a:pt x="1"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1"/>
            <p:cNvSpPr/>
            <p:nvPr/>
          </p:nvSpPr>
          <p:spPr>
            <a:xfrm>
              <a:off x="3682700" y="3982100"/>
              <a:ext cx="802475" cy="20450"/>
            </a:xfrm>
            <a:custGeom>
              <a:rect b="b" l="l" r="r" t="t"/>
              <a:pathLst>
                <a:path extrusionOk="0" h="818" w="32099">
                  <a:moveTo>
                    <a:pt x="1" y="1"/>
                  </a:moveTo>
                  <a:cubicBezTo>
                    <a:pt x="122" y="31"/>
                    <a:pt x="213" y="31"/>
                    <a:pt x="335" y="62"/>
                  </a:cubicBezTo>
                  <a:lnTo>
                    <a:pt x="1247" y="153"/>
                  </a:lnTo>
                  <a:cubicBezTo>
                    <a:pt x="2068" y="244"/>
                    <a:pt x="3223" y="335"/>
                    <a:pt x="4682" y="426"/>
                  </a:cubicBezTo>
                  <a:cubicBezTo>
                    <a:pt x="7569" y="609"/>
                    <a:pt x="11612" y="761"/>
                    <a:pt x="16050" y="791"/>
                  </a:cubicBezTo>
                  <a:cubicBezTo>
                    <a:pt x="17426" y="810"/>
                    <a:pt x="18761" y="817"/>
                    <a:pt x="20035" y="817"/>
                  </a:cubicBezTo>
                  <a:cubicBezTo>
                    <a:pt x="22868" y="817"/>
                    <a:pt x="25395" y="782"/>
                    <a:pt x="27387" y="761"/>
                  </a:cubicBezTo>
                  <a:lnTo>
                    <a:pt x="30852" y="700"/>
                  </a:lnTo>
                  <a:lnTo>
                    <a:pt x="31764" y="670"/>
                  </a:lnTo>
                  <a:cubicBezTo>
                    <a:pt x="31886" y="670"/>
                    <a:pt x="31977" y="670"/>
                    <a:pt x="32099" y="639"/>
                  </a:cubicBezTo>
                  <a:cubicBezTo>
                    <a:pt x="31977" y="609"/>
                    <a:pt x="31886" y="609"/>
                    <a:pt x="31764" y="609"/>
                  </a:cubicBezTo>
                  <a:lnTo>
                    <a:pt x="27387" y="609"/>
                  </a:lnTo>
                  <a:cubicBezTo>
                    <a:pt x="25442" y="609"/>
                    <a:pt x="23024" y="622"/>
                    <a:pt x="20313" y="622"/>
                  </a:cubicBezTo>
                  <a:cubicBezTo>
                    <a:pt x="18958" y="622"/>
                    <a:pt x="17529" y="619"/>
                    <a:pt x="16050" y="609"/>
                  </a:cubicBezTo>
                  <a:cubicBezTo>
                    <a:pt x="11612" y="578"/>
                    <a:pt x="7600" y="426"/>
                    <a:pt x="4682" y="275"/>
                  </a:cubicBezTo>
                  <a:cubicBezTo>
                    <a:pt x="3253" y="183"/>
                    <a:pt x="2068" y="123"/>
                    <a:pt x="1277" y="62"/>
                  </a:cubicBezTo>
                  <a:lnTo>
                    <a:pt x="335"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1"/>
            <p:cNvSpPr/>
            <p:nvPr/>
          </p:nvSpPr>
          <p:spPr>
            <a:xfrm>
              <a:off x="3251075" y="3835775"/>
              <a:ext cx="430900" cy="270975"/>
            </a:xfrm>
            <a:custGeom>
              <a:rect b="b" l="l" r="r" t="t"/>
              <a:pathLst>
                <a:path extrusionOk="0" h="10839" w="17236">
                  <a:moveTo>
                    <a:pt x="5781" y="0"/>
                  </a:moveTo>
                  <a:cubicBezTo>
                    <a:pt x="4071" y="0"/>
                    <a:pt x="1941" y="30"/>
                    <a:pt x="943" y="48"/>
                  </a:cubicBezTo>
                  <a:cubicBezTo>
                    <a:pt x="609" y="48"/>
                    <a:pt x="366" y="292"/>
                    <a:pt x="366" y="626"/>
                  </a:cubicBezTo>
                  <a:cubicBezTo>
                    <a:pt x="366" y="930"/>
                    <a:pt x="609" y="1173"/>
                    <a:pt x="913" y="1173"/>
                  </a:cubicBezTo>
                  <a:lnTo>
                    <a:pt x="6475" y="1386"/>
                  </a:lnTo>
                  <a:lnTo>
                    <a:pt x="6506" y="1842"/>
                  </a:lnTo>
                  <a:lnTo>
                    <a:pt x="943" y="1933"/>
                  </a:lnTo>
                  <a:cubicBezTo>
                    <a:pt x="366" y="1963"/>
                    <a:pt x="1" y="2875"/>
                    <a:pt x="1825" y="3027"/>
                  </a:cubicBezTo>
                  <a:lnTo>
                    <a:pt x="6475" y="3179"/>
                  </a:lnTo>
                  <a:lnTo>
                    <a:pt x="6475" y="3483"/>
                  </a:lnTo>
                  <a:lnTo>
                    <a:pt x="1764" y="4152"/>
                  </a:lnTo>
                  <a:cubicBezTo>
                    <a:pt x="1521" y="4182"/>
                    <a:pt x="882" y="4304"/>
                    <a:pt x="882" y="4547"/>
                  </a:cubicBezTo>
                  <a:cubicBezTo>
                    <a:pt x="882" y="4547"/>
                    <a:pt x="609" y="5124"/>
                    <a:pt x="1946" y="5307"/>
                  </a:cubicBezTo>
                  <a:cubicBezTo>
                    <a:pt x="2022" y="5317"/>
                    <a:pt x="2200" y="5321"/>
                    <a:pt x="2442" y="5321"/>
                  </a:cubicBezTo>
                  <a:cubicBezTo>
                    <a:pt x="3656" y="5321"/>
                    <a:pt x="6505" y="5216"/>
                    <a:pt x="6506" y="5216"/>
                  </a:cubicBezTo>
                  <a:lnTo>
                    <a:pt x="6506" y="5216"/>
                  </a:lnTo>
                  <a:lnTo>
                    <a:pt x="6354" y="5611"/>
                  </a:lnTo>
                  <a:lnTo>
                    <a:pt x="2098" y="6523"/>
                  </a:lnTo>
                  <a:cubicBezTo>
                    <a:pt x="1794" y="6583"/>
                    <a:pt x="1582" y="6857"/>
                    <a:pt x="1642" y="7191"/>
                  </a:cubicBezTo>
                  <a:cubicBezTo>
                    <a:pt x="1671" y="7478"/>
                    <a:pt x="1943" y="7711"/>
                    <a:pt x="2229" y="7711"/>
                  </a:cubicBezTo>
                  <a:cubicBezTo>
                    <a:pt x="2246" y="7711"/>
                    <a:pt x="2263" y="7710"/>
                    <a:pt x="2281" y="7708"/>
                  </a:cubicBezTo>
                  <a:lnTo>
                    <a:pt x="6810" y="7283"/>
                  </a:lnTo>
                  <a:lnTo>
                    <a:pt x="11278" y="10839"/>
                  </a:lnTo>
                  <a:lnTo>
                    <a:pt x="17235" y="10839"/>
                  </a:lnTo>
                  <a:lnTo>
                    <a:pt x="17053" y="6614"/>
                  </a:lnTo>
                  <a:lnTo>
                    <a:pt x="14712" y="6188"/>
                  </a:lnTo>
                  <a:cubicBezTo>
                    <a:pt x="14712" y="6188"/>
                    <a:pt x="9180" y="140"/>
                    <a:pt x="8147" y="48"/>
                  </a:cubicBezTo>
                  <a:cubicBezTo>
                    <a:pt x="7813" y="13"/>
                    <a:pt x="6885" y="0"/>
                    <a:pt x="5781"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1"/>
            <p:cNvSpPr/>
            <p:nvPr/>
          </p:nvSpPr>
          <p:spPr>
            <a:xfrm>
              <a:off x="3692575" y="4191075"/>
              <a:ext cx="690025" cy="134525"/>
            </a:xfrm>
            <a:custGeom>
              <a:rect b="b" l="l" r="r" t="t"/>
              <a:pathLst>
                <a:path extrusionOk="0" h="5381" w="27601">
                  <a:moveTo>
                    <a:pt x="1" y="1"/>
                  </a:moveTo>
                  <a:cubicBezTo>
                    <a:pt x="92" y="62"/>
                    <a:pt x="183" y="92"/>
                    <a:pt x="274" y="92"/>
                  </a:cubicBezTo>
                  <a:lnTo>
                    <a:pt x="1065" y="335"/>
                  </a:lnTo>
                  <a:cubicBezTo>
                    <a:pt x="1764" y="517"/>
                    <a:pt x="2767" y="791"/>
                    <a:pt x="3983" y="1095"/>
                  </a:cubicBezTo>
                  <a:cubicBezTo>
                    <a:pt x="6475" y="1733"/>
                    <a:pt x="9879" y="2524"/>
                    <a:pt x="13679" y="3283"/>
                  </a:cubicBezTo>
                  <a:cubicBezTo>
                    <a:pt x="17509" y="4013"/>
                    <a:pt x="20974" y="4560"/>
                    <a:pt x="23497" y="4925"/>
                  </a:cubicBezTo>
                  <a:cubicBezTo>
                    <a:pt x="24773" y="5077"/>
                    <a:pt x="25776" y="5229"/>
                    <a:pt x="26476" y="5290"/>
                  </a:cubicBezTo>
                  <a:lnTo>
                    <a:pt x="27296" y="5381"/>
                  </a:lnTo>
                  <a:lnTo>
                    <a:pt x="27600" y="5381"/>
                  </a:lnTo>
                  <a:cubicBezTo>
                    <a:pt x="27479" y="5381"/>
                    <a:pt x="27387" y="5350"/>
                    <a:pt x="27296" y="5350"/>
                  </a:cubicBezTo>
                  <a:lnTo>
                    <a:pt x="26506" y="5229"/>
                  </a:lnTo>
                  <a:lnTo>
                    <a:pt x="23527" y="4803"/>
                  </a:lnTo>
                  <a:cubicBezTo>
                    <a:pt x="21004" y="4408"/>
                    <a:pt x="17539" y="3831"/>
                    <a:pt x="13740" y="3101"/>
                  </a:cubicBezTo>
                  <a:cubicBezTo>
                    <a:pt x="9910" y="2341"/>
                    <a:pt x="6506" y="1551"/>
                    <a:pt x="4013" y="973"/>
                  </a:cubicBezTo>
                  <a:lnTo>
                    <a:pt x="1095" y="244"/>
                  </a:lnTo>
                  <a:lnTo>
                    <a:pt x="305" y="62"/>
                  </a:lnTo>
                  <a:cubicBezTo>
                    <a:pt x="214" y="31"/>
                    <a:pt x="122" y="31"/>
                    <a:pt x="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1"/>
            <p:cNvSpPr/>
            <p:nvPr/>
          </p:nvSpPr>
          <p:spPr>
            <a:xfrm>
              <a:off x="3675100" y="3985900"/>
              <a:ext cx="13700" cy="205975"/>
            </a:xfrm>
            <a:custGeom>
              <a:rect b="b" l="l" r="r" t="t"/>
              <a:pathLst>
                <a:path extrusionOk="0" h="8239" w="548">
                  <a:moveTo>
                    <a:pt x="122" y="1"/>
                  </a:moveTo>
                  <a:cubicBezTo>
                    <a:pt x="62" y="396"/>
                    <a:pt x="31" y="791"/>
                    <a:pt x="31" y="1217"/>
                  </a:cubicBezTo>
                  <a:cubicBezTo>
                    <a:pt x="31" y="1946"/>
                    <a:pt x="1" y="3010"/>
                    <a:pt x="62" y="4135"/>
                  </a:cubicBezTo>
                  <a:cubicBezTo>
                    <a:pt x="122" y="5259"/>
                    <a:pt x="244" y="6293"/>
                    <a:pt x="335" y="7053"/>
                  </a:cubicBezTo>
                  <a:cubicBezTo>
                    <a:pt x="366" y="7448"/>
                    <a:pt x="457" y="7843"/>
                    <a:pt x="548" y="8238"/>
                  </a:cubicBezTo>
                  <a:cubicBezTo>
                    <a:pt x="548" y="7813"/>
                    <a:pt x="548" y="7417"/>
                    <a:pt x="487" y="7022"/>
                  </a:cubicBezTo>
                  <a:cubicBezTo>
                    <a:pt x="426" y="6293"/>
                    <a:pt x="335" y="5259"/>
                    <a:pt x="274" y="4135"/>
                  </a:cubicBezTo>
                  <a:cubicBezTo>
                    <a:pt x="214" y="2980"/>
                    <a:pt x="183" y="1977"/>
                    <a:pt x="183" y="1217"/>
                  </a:cubicBezTo>
                  <a:cubicBezTo>
                    <a:pt x="183" y="822"/>
                    <a:pt x="183" y="396"/>
                    <a:pt x="12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1"/>
            <p:cNvSpPr/>
            <p:nvPr/>
          </p:nvSpPr>
          <p:spPr>
            <a:xfrm>
              <a:off x="3736650" y="3988950"/>
              <a:ext cx="21300" cy="210525"/>
            </a:xfrm>
            <a:custGeom>
              <a:rect b="b" l="l" r="r" t="t"/>
              <a:pathLst>
                <a:path extrusionOk="0" h="8421" w="852">
                  <a:moveTo>
                    <a:pt x="335" y="1"/>
                  </a:moveTo>
                  <a:lnTo>
                    <a:pt x="335" y="1"/>
                  </a:lnTo>
                  <a:cubicBezTo>
                    <a:pt x="274" y="92"/>
                    <a:pt x="244" y="213"/>
                    <a:pt x="244" y="335"/>
                  </a:cubicBezTo>
                  <a:cubicBezTo>
                    <a:pt x="214" y="548"/>
                    <a:pt x="183" y="852"/>
                    <a:pt x="153" y="1247"/>
                  </a:cubicBezTo>
                  <a:cubicBezTo>
                    <a:pt x="1" y="3253"/>
                    <a:pt x="122" y="5259"/>
                    <a:pt x="518" y="7235"/>
                  </a:cubicBezTo>
                  <a:cubicBezTo>
                    <a:pt x="609" y="7599"/>
                    <a:pt x="670" y="7903"/>
                    <a:pt x="730" y="8116"/>
                  </a:cubicBezTo>
                  <a:cubicBezTo>
                    <a:pt x="761" y="8238"/>
                    <a:pt x="791" y="8329"/>
                    <a:pt x="852" y="8420"/>
                  </a:cubicBezTo>
                  <a:cubicBezTo>
                    <a:pt x="822" y="8025"/>
                    <a:pt x="730" y="7599"/>
                    <a:pt x="639" y="7204"/>
                  </a:cubicBezTo>
                  <a:cubicBezTo>
                    <a:pt x="518" y="6444"/>
                    <a:pt x="396" y="5411"/>
                    <a:pt x="335" y="4226"/>
                  </a:cubicBezTo>
                  <a:cubicBezTo>
                    <a:pt x="244" y="3070"/>
                    <a:pt x="274" y="2007"/>
                    <a:pt x="305" y="1247"/>
                  </a:cubicBezTo>
                  <a:cubicBezTo>
                    <a:pt x="335" y="821"/>
                    <a:pt x="335" y="426"/>
                    <a:pt x="3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1"/>
            <p:cNvSpPr/>
            <p:nvPr/>
          </p:nvSpPr>
          <p:spPr>
            <a:xfrm>
              <a:off x="3692575" y="4015900"/>
              <a:ext cx="29250" cy="27025"/>
            </a:xfrm>
            <a:custGeom>
              <a:rect b="b" l="l" r="r" t="t"/>
              <a:pathLst>
                <a:path extrusionOk="0" h="1081" w="1170">
                  <a:moveTo>
                    <a:pt x="586" y="1"/>
                  </a:moveTo>
                  <a:cubicBezTo>
                    <a:pt x="430" y="1"/>
                    <a:pt x="335" y="86"/>
                    <a:pt x="335" y="108"/>
                  </a:cubicBezTo>
                  <a:cubicBezTo>
                    <a:pt x="335" y="113"/>
                    <a:pt x="340" y="115"/>
                    <a:pt x="349" y="115"/>
                  </a:cubicBezTo>
                  <a:cubicBezTo>
                    <a:pt x="371" y="115"/>
                    <a:pt x="419" y="103"/>
                    <a:pt x="483" y="103"/>
                  </a:cubicBezTo>
                  <a:cubicBezTo>
                    <a:pt x="552" y="103"/>
                    <a:pt x="638" y="116"/>
                    <a:pt x="730" y="169"/>
                  </a:cubicBezTo>
                  <a:cubicBezTo>
                    <a:pt x="852" y="260"/>
                    <a:pt x="913" y="351"/>
                    <a:pt x="943" y="473"/>
                  </a:cubicBezTo>
                  <a:cubicBezTo>
                    <a:pt x="974" y="655"/>
                    <a:pt x="882" y="777"/>
                    <a:pt x="730" y="868"/>
                  </a:cubicBezTo>
                  <a:cubicBezTo>
                    <a:pt x="670" y="913"/>
                    <a:pt x="601" y="936"/>
                    <a:pt x="533" y="936"/>
                  </a:cubicBezTo>
                  <a:cubicBezTo>
                    <a:pt x="464" y="936"/>
                    <a:pt x="396" y="913"/>
                    <a:pt x="335" y="868"/>
                  </a:cubicBezTo>
                  <a:cubicBezTo>
                    <a:pt x="214" y="777"/>
                    <a:pt x="153" y="655"/>
                    <a:pt x="183" y="533"/>
                  </a:cubicBezTo>
                  <a:cubicBezTo>
                    <a:pt x="153" y="260"/>
                    <a:pt x="305" y="169"/>
                    <a:pt x="274" y="138"/>
                  </a:cubicBezTo>
                  <a:cubicBezTo>
                    <a:pt x="274" y="135"/>
                    <a:pt x="271" y="133"/>
                    <a:pt x="266" y="133"/>
                  </a:cubicBezTo>
                  <a:cubicBezTo>
                    <a:pt x="225" y="133"/>
                    <a:pt x="58" y="232"/>
                    <a:pt x="31" y="473"/>
                  </a:cubicBezTo>
                  <a:cubicBezTo>
                    <a:pt x="1" y="655"/>
                    <a:pt x="62" y="837"/>
                    <a:pt x="214" y="959"/>
                  </a:cubicBezTo>
                  <a:cubicBezTo>
                    <a:pt x="322" y="1042"/>
                    <a:pt x="444" y="1080"/>
                    <a:pt x="563" y="1080"/>
                  </a:cubicBezTo>
                  <a:cubicBezTo>
                    <a:pt x="878" y="1080"/>
                    <a:pt x="1170" y="817"/>
                    <a:pt x="1126" y="442"/>
                  </a:cubicBezTo>
                  <a:cubicBezTo>
                    <a:pt x="1065" y="260"/>
                    <a:pt x="943" y="138"/>
                    <a:pt x="791" y="47"/>
                  </a:cubicBezTo>
                  <a:cubicBezTo>
                    <a:pt x="715" y="13"/>
                    <a:pt x="646" y="1"/>
                    <a:pt x="58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51"/>
            <p:cNvSpPr/>
            <p:nvPr/>
          </p:nvSpPr>
          <p:spPr>
            <a:xfrm>
              <a:off x="3203225" y="4229075"/>
              <a:ext cx="610975" cy="73825"/>
            </a:xfrm>
            <a:custGeom>
              <a:rect b="b" l="l" r="r" t="t"/>
              <a:pathLst>
                <a:path extrusionOk="0" h="2953" w="24439">
                  <a:moveTo>
                    <a:pt x="23435" y="1"/>
                  </a:moveTo>
                  <a:cubicBezTo>
                    <a:pt x="22523" y="1"/>
                    <a:pt x="21611" y="61"/>
                    <a:pt x="20730" y="183"/>
                  </a:cubicBezTo>
                  <a:cubicBezTo>
                    <a:pt x="19392" y="396"/>
                    <a:pt x="18055" y="669"/>
                    <a:pt x="16748" y="1034"/>
                  </a:cubicBezTo>
                  <a:cubicBezTo>
                    <a:pt x="15289" y="1399"/>
                    <a:pt x="13678" y="1855"/>
                    <a:pt x="11976" y="2250"/>
                  </a:cubicBezTo>
                  <a:cubicBezTo>
                    <a:pt x="10365" y="2615"/>
                    <a:pt x="8724" y="2797"/>
                    <a:pt x="7082" y="2797"/>
                  </a:cubicBezTo>
                  <a:cubicBezTo>
                    <a:pt x="5745" y="2767"/>
                    <a:pt x="4407" y="2523"/>
                    <a:pt x="3131" y="2067"/>
                  </a:cubicBezTo>
                  <a:cubicBezTo>
                    <a:pt x="2280" y="1763"/>
                    <a:pt x="1489" y="1338"/>
                    <a:pt x="760" y="791"/>
                  </a:cubicBezTo>
                  <a:cubicBezTo>
                    <a:pt x="243" y="426"/>
                    <a:pt x="0" y="183"/>
                    <a:pt x="0" y="183"/>
                  </a:cubicBezTo>
                  <a:lnTo>
                    <a:pt x="0" y="183"/>
                  </a:lnTo>
                  <a:cubicBezTo>
                    <a:pt x="30" y="244"/>
                    <a:pt x="91" y="304"/>
                    <a:pt x="152" y="365"/>
                  </a:cubicBezTo>
                  <a:cubicBezTo>
                    <a:pt x="334" y="548"/>
                    <a:pt x="517" y="700"/>
                    <a:pt x="699" y="852"/>
                  </a:cubicBezTo>
                  <a:cubicBezTo>
                    <a:pt x="1429" y="1429"/>
                    <a:pt x="2249" y="1885"/>
                    <a:pt x="3100" y="2189"/>
                  </a:cubicBezTo>
                  <a:cubicBezTo>
                    <a:pt x="4377" y="2675"/>
                    <a:pt x="5714" y="2918"/>
                    <a:pt x="7082" y="2949"/>
                  </a:cubicBezTo>
                  <a:cubicBezTo>
                    <a:pt x="7200" y="2951"/>
                    <a:pt x="7318" y="2952"/>
                    <a:pt x="7436" y="2952"/>
                  </a:cubicBezTo>
                  <a:cubicBezTo>
                    <a:pt x="8963" y="2952"/>
                    <a:pt x="10511" y="2771"/>
                    <a:pt x="12006" y="2432"/>
                  </a:cubicBezTo>
                  <a:cubicBezTo>
                    <a:pt x="13739" y="2037"/>
                    <a:pt x="15350" y="1581"/>
                    <a:pt x="16809" y="1186"/>
                  </a:cubicBezTo>
                  <a:cubicBezTo>
                    <a:pt x="18085" y="821"/>
                    <a:pt x="19423" y="548"/>
                    <a:pt x="20730" y="304"/>
                  </a:cubicBezTo>
                  <a:cubicBezTo>
                    <a:pt x="21642" y="183"/>
                    <a:pt x="22523" y="92"/>
                    <a:pt x="23435" y="61"/>
                  </a:cubicBezTo>
                  <a:lnTo>
                    <a:pt x="24438" y="61"/>
                  </a:lnTo>
                  <a:cubicBezTo>
                    <a:pt x="24347" y="31"/>
                    <a:pt x="24256" y="31"/>
                    <a:pt x="24195" y="31"/>
                  </a:cubicBezTo>
                  <a:cubicBezTo>
                    <a:pt x="24013" y="1"/>
                    <a:pt x="23769" y="1"/>
                    <a:pt x="234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51"/>
            <p:cNvSpPr/>
            <p:nvPr/>
          </p:nvSpPr>
          <p:spPr>
            <a:xfrm>
              <a:off x="3768575" y="2391125"/>
              <a:ext cx="589700" cy="933350"/>
            </a:xfrm>
            <a:custGeom>
              <a:rect b="b" l="l" r="r" t="t"/>
              <a:pathLst>
                <a:path extrusionOk="0" h="37334" w="23588">
                  <a:moveTo>
                    <a:pt x="14950" y="0"/>
                  </a:moveTo>
                  <a:cubicBezTo>
                    <a:pt x="11400" y="0"/>
                    <a:pt x="7862" y="1149"/>
                    <a:pt x="4925" y="3426"/>
                  </a:cubicBezTo>
                  <a:lnTo>
                    <a:pt x="517" y="30630"/>
                  </a:lnTo>
                  <a:cubicBezTo>
                    <a:pt x="0" y="33761"/>
                    <a:pt x="2311" y="36740"/>
                    <a:pt x="5684" y="37257"/>
                  </a:cubicBezTo>
                  <a:cubicBezTo>
                    <a:pt x="6027" y="37309"/>
                    <a:pt x="6369" y="37334"/>
                    <a:pt x="6706" y="37334"/>
                  </a:cubicBezTo>
                  <a:cubicBezTo>
                    <a:pt x="9717" y="37334"/>
                    <a:pt x="12396" y="35324"/>
                    <a:pt x="12888" y="32454"/>
                  </a:cubicBezTo>
                  <a:cubicBezTo>
                    <a:pt x="13496" y="29111"/>
                    <a:pt x="14195" y="25615"/>
                    <a:pt x="14195" y="25615"/>
                  </a:cubicBezTo>
                  <a:cubicBezTo>
                    <a:pt x="14195" y="25615"/>
                    <a:pt x="14196" y="25615"/>
                    <a:pt x="14197" y="25615"/>
                  </a:cubicBezTo>
                  <a:cubicBezTo>
                    <a:pt x="14293" y="25615"/>
                    <a:pt x="18653" y="25585"/>
                    <a:pt x="20487" y="20205"/>
                  </a:cubicBezTo>
                  <a:cubicBezTo>
                    <a:pt x="22280" y="14977"/>
                    <a:pt x="23588" y="2454"/>
                    <a:pt x="23588" y="2454"/>
                  </a:cubicBezTo>
                  <a:cubicBezTo>
                    <a:pt x="20934" y="814"/>
                    <a:pt x="17938" y="0"/>
                    <a:pt x="1495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1"/>
            <p:cNvSpPr/>
            <p:nvPr/>
          </p:nvSpPr>
          <p:spPr>
            <a:xfrm>
              <a:off x="4238175" y="2667300"/>
              <a:ext cx="38800" cy="35400"/>
            </a:xfrm>
            <a:custGeom>
              <a:rect b="b" l="l" r="r" t="t"/>
              <a:pathLst>
                <a:path extrusionOk="0" h="1416" w="1552">
                  <a:moveTo>
                    <a:pt x="772" y="0"/>
                  </a:moveTo>
                  <a:cubicBezTo>
                    <a:pt x="422" y="0"/>
                    <a:pt x="117" y="258"/>
                    <a:pt x="62" y="617"/>
                  </a:cubicBezTo>
                  <a:cubicBezTo>
                    <a:pt x="1" y="1012"/>
                    <a:pt x="305" y="1376"/>
                    <a:pt x="700" y="1407"/>
                  </a:cubicBezTo>
                  <a:cubicBezTo>
                    <a:pt x="737" y="1413"/>
                    <a:pt x="774" y="1415"/>
                    <a:pt x="810" y="1415"/>
                  </a:cubicBezTo>
                  <a:cubicBezTo>
                    <a:pt x="1161" y="1415"/>
                    <a:pt x="1466" y="1157"/>
                    <a:pt x="1521" y="799"/>
                  </a:cubicBezTo>
                  <a:cubicBezTo>
                    <a:pt x="1551" y="404"/>
                    <a:pt x="1278" y="39"/>
                    <a:pt x="882" y="9"/>
                  </a:cubicBezTo>
                  <a:cubicBezTo>
                    <a:pt x="845" y="3"/>
                    <a:pt x="809" y="0"/>
                    <a:pt x="7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1"/>
            <p:cNvSpPr/>
            <p:nvPr/>
          </p:nvSpPr>
          <p:spPr>
            <a:xfrm>
              <a:off x="4236675" y="2646275"/>
              <a:ext cx="72975" cy="26075"/>
            </a:xfrm>
            <a:custGeom>
              <a:rect b="b" l="l" r="r" t="t"/>
              <a:pathLst>
                <a:path extrusionOk="0" h="1043" w="2919">
                  <a:moveTo>
                    <a:pt x="1257" y="0"/>
                  </a:moveTo>
                  <a:cubicBezTo>
                    <a:pt x="964" y="0"/>
                    <a:pt x="680" y="54"/>
                    <a:pt x="426" y="181"/>
                  </a:cubicBezTo>
                  <a:cubicBezTo>
                    <a:pt x="122" y="333"/>
                    <a:pt x="0" y="485"/>
                    <a:pt x="61" y="515"/>
                  </a:cubicBezTo>
                  <a:cubicBezTo>
                    <a:pt x="73" y="538"/>
                    <a:pt x="105" y="547"/>
                    <a:pt x="155" y="547"/>
                  </a:cubicBezTo>
                  <a:cubicBezTo>
                    <a:pt x="319" y="547"/>
                    <a:pt x="671" y="453"/>
                    <a:pt x="1103" y="453"/>
                  </a:cubicBezTo>
                  <a:cubicBezTo>
                    <a:pt x="1236" y="453"/>
                    <a:pt x="1376" y="462"/>
                    <a:pt x="1520" y="485"/>
                  </a:cubicBezTo>
                  <a:cubicBezTo>
                    <a:pt x="2247" y="597"/>
                    <a:pt x="2691" y="1043"/>
                    <a:pt x="2852" y="1043"/>
                  </a:cubicBezTo>
                  <a:cubicBezTo>
                    <a:pt x="2866" y="1043"/>
                    <a:pt x="2878" y="1039"/>
                    <a:pt x="2888" y="1032"/>
                  </a:cubicBezTo>
                  <a:cubicBezTo>
                    <a:pt x="2918" y="1002"/>
                    <a:pt x="2888" y="819"/>
                    <a:pt x="2705" y="606"/>
                  </a:cubicBezTo>
                  <a:cubicBezTo>
                    <a:pt x="2401" y="302"/>
                    <a:pt x="2037" y="90"/>
                    <a:pt x="1642" y="29"/>
                  </a:cubicBezTo>
                  <a:cubicBezTo>
                    <a:pt x="1513" y="11"/>
                    <a:pt x="1384" y="0"/>
                    <a:pt x="12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51"/>
            <p:cNvSpPr/>
            <p:nvPr/>
          </p:nvSpPr>
          <p:spPr>
            <a:xfrm>
              <a:off x="4039850" y="2636125"/>
              <a:ext cx="38025" cy="34650"/>
            </a:xfrm>
            <a:custGeom>
              <a:rect b="b" l="l" r="r" t="t"/>
              <a:pathLst>
                <a:path extrusionOk="0" h="1386" w="1521">
                  <a:moveTo>
                    <a:pt x="742" y="1"/>
                  </a:moveTo>
                  <a:cubicBezTo>
                    <a:pt x="391" y="1"/>
                    <a:pt x="86" y="259"/>
                    <a:pt x="31" y="617"/>
                  </a:cubicBezTo>
                  <a:cubicBezTo>
                    <a:pt x="1" y="1012"/>
                    <a:pt x="274" y="1347"/>
                    <a:pt x="669" y="1377"/>
                  </a:cubicBezTo>
                  <a:cubicBezTo>
                    <a:pt x="706" y="1383"/>
                    <a:pt x="743" y="1386"/>
                    <a:pt x="779" y="1386"/>
                  </a:cubicBezTo>
                  <a:cubicBezTo>
                    <a:pt x="1130" y="1386"/>
                    <a:pt x="1435" y="1127"/>
                    <a:pt x="1490" y="769"/>
                  </a:cubicBezTo>
                  <a:cubicBezTo>
                    <a:pt x="1520" y="374"/>
                    <a:pt x="1247" y="40"/>
                    <a:pt x="852" y="9"/>
                  </a:cubicBezTo>
                  <a:cubicBezTo>
                    <a:pt x="815" y="4"/>
                    <a:pt x="778" y="1"/>
                    <a:pt x="74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51"/>
            <p:cNvSpPr/>
            <p:nvPr/>
          </p:nvSpPr>
          <p:spPr>
            <a:xfrm>
              <a:off x="4033775" y="2617825"/>
              <a:ext cx="72975" cy="26275"/>
            </a:xfrm>
            <a:custGeom>
              <a:rect b="b" l="l" r="r" t="t"/>
              <a:pathLst>
                <a:path extrusionOk="0" h="1051" w="2919">
                  <a:moveTo>
                    <a:pt x="1238" y="0"/>
                  </a:moveTo>
                  <a:cubicBezTo>
                    <a:pt x="956" y="0"/>
                    <a:pt x="669" y="68"/>
                    <a:pt x="396" y="194"/>
                  </a:cubicBezTo>
                  <a:cubicBezTo>
                    <a:pt x="122" y="316"/>
                    <a:pt x="1" y="468"/>
                    <a:pt x="31" y="529"/>
                  </a:cubicBezTo>
                  <a:cubicBezTo>
                    <a:pt x="40" y="542"/>
                    <a:pt x="62" y="548"/>
                    <a:pt x="94" y="548"/>
                  </a:cubicBezTo>
                  <a:cubicBezTo>
                    <a:pt x="242" y="548"/>
                    <a:pt x="617" y="436"/>
                    <a:pt x="1094" y="436"/>
                  </a:cubicBezTo>
                  <a:cubicBezTo>
                    <a:pt x="1229" y="436"/>
                    <a:pt x="1372" y="445"/>
                    <a:pt x="1520" y="468"/>
                  </a:cubicBezTo>
                  <a:cubicBezTo>
                    <a:pt x="2236" y="611"/>
                    <a:pt x="2709" y="1051"/>
                    <a:pt x="2838" y="1051"/>
                  </a:cubicBezTo>
                  <a:cubicBezTo>
                    <a:pt x="2846" y="1051"/>
                    <a:pt x="2852" y="1049"/>
                    <a:pt x="2858" y="1045"/>
                  </a:cubicBezTo>
                  <a:cubicBezTo>
                    <a:pt x="2919" y="1015"/>
                    <a:pt x="2858" y="802"/>
                    <a:pt x="2675" y="589"/>
                  </a:cubicBezTo>
                  <a:cubicBezTo>
                    <a:pt x="2402" y="285"/>
                    <a:pt x="2007" y="103"/>
                    <a:pt x="1612" y="42"/>
                  </a:cubicBezTo>
                  <a:cubicBezTo>
                    <a:pt x="1489" y="14"/>
                    <a:pt x="1364" y="0"/>
                    <a:pt x="123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1"/>
            <p:cNvSpPr/>
            <p:nvPr/>
          </p:nvSpPr>
          <p:spPr>
            <a:xfrm>
              <a:off x="4150050" y="2636350"/>
              <a:ext cx="53200" cy="169475"/>
            </a:xfrm>
            <a:custGeom>
              <a:rect b="b" l="l" r="r" t="t"/>
              <a:pathLst>
                <a:path extrusionOk="0" h="6779" w="2128">
                  <a:moveTo>
                    <a:pt x="790" y="0"/>
                  </a:moveTo>
                  <a:lnTo>
                    <a:pt x="790" y="0"/>
                  </a:lnTo>
                  <a:cubicBezTo>
                    <a:pt x="699" y="31"/>
                    <a:pt x="973" y="1915"/>
                    <a:pt x="1429" y="4195"/>
                  </a:cubicBezTo>
                  <a:cubicBezTo>
                    <a:pt x="1520" y="4742"/>
                    <a:pt x="1641" y="5289"/>
                    <a:pt x="1733" y="5806"/>
                  </a:cubicBezTo>
                  <a:cubicBezTo>
                    <a:pt x="1793" y="5988"/>
                    <a:pt x="1824" y="6201"/>
                    <a:pt x="1763" y="6414"/>
                  </a:cubicBezTo>
                  <a:cubicBezTo>
                    <a:pt x="1702" y="6535"/>
                    <a:pt x="1520" y="6535"/>
                    <a:pt x="1307" y="6535"/>
                  </a:cubicBezTo>
                  <a:cubicBezTo>
                    <a:pt x="1094" y="6505"/>
                    <a:pt x="874" y="6490"/>
                    <a:pt x="654" y="6490"/>
                  </a:cubicBezTo>
                  <a:cubicBezTo>
                    <a:pt x="433" y="6490"/>
                    <a:pt x="213" y="6505"/>
                    <a:pt x="0" y="6535"/>
                  </a:cubicBezTo>
                  <a:cubicBezTo>
                    <a:pt x="426" y="6657"/>
                    <a:pt x="851" y="6748"/>
                    <a:pt x="1277" y="6779"/>
                  </a:cubicBezTo>
                  <a:lnTo>
                    <a:pt x="1641" y="6779"/>
                  </a:lnTo>
                  <a:cubicBezTo>
                    <a:pt x="1793" y="6748"/>
                    <a:pt x="1915" y="6657"/>
                    <a:pt x="2006" y="6535"/>
                  </a:cubicBezTo>
                  <a:cubicBezTo>
                    <a:pt x="2097" y="6292"/>
                    <a:pt x="2128" y="5988"/>
                    <a:pt x="2037" y="5745"/>
                  </a:cubicBezTo>
                  <a:cubicBezTo>
                    <a:pt x="1945" y="5228"/>
                    <a:pt x="1854" y="4681"/>
                    <a:pt x="1763" y="4134"/>
                  </a:cubicBezTo>
                  <a:cubicBezTo>
                    <a:pt x="1307" y="1824"/>
                    <a:pt x="882" y="0"/>
                    <a:pt x="79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1"/>
            <p:cNvSpPr/>
            <p:nvPr/>
          </p:nvSpPr>
          <p:spPr>
            <a:xfrm>
              <a:off x="3944100" y="2947900"/>
              <a:ext cx="179375" cy="116300"/>
            </a:xfrm>
            <a:custGeom>
              <a:rect b="b" l="l" r="r" t="t"/>
              <a:pathLst>
                <a:path extrusionOk="0" h="4652" w="7175">
                  <a:moveTo>
                    <a:pt x="1" y="1"/>
                  </a:moveTo>
                  <a:cubicBezTo>
                    <a:pt x="1" y="1"/>
                    <a:pt x="1126" y="4195"/>
                    <a:pt x="6840" y="4651"/>
                  </a:cubicBezTo>
                  <a:lnTo>
                    <a:pt x="7174" y="3344"/>
                  </a:lnTo>
                  <a:cubicBezTo>
                    <a:pt x="4499" y="2919"/>
                    <a:pt x="2037" y="1764"/>
                    <a:pt x="1"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1"/>
            <p:cNvSpPr/>
            <p:nvPr/>
          </p:nvSpPr>
          <p:spPr>
            <a:xfrm>
              <a:off x="4071775" y="2826200"/>
              <a:ext cx="63850" cy="42225"/>
            </a:xfrm>
            <a:custGeom>
              <a:rect b="b" l="l" r="r" t="t"/>
              <a:pathLst>
                <a:path extrusionOk="0" h="1689" w="2554">
                  <a:moveTo>
                    <a:pt x="1228" y="1"/>
                  </a:moveTo>
                  <a:cubicBezTo>
                    <a:pt x="906" y="1"/>
                    <a:pt x="611" y="121"/>
                    <a:pt x="365" y="340"/>
                  </a:cubicBezTo>
                  <a:cubicBezTo>
                    <a:pt x="92" y="552"/>
                    <a:pt x="0" y="917"/>
                    <a:pt x="152" y="1252"/>
                  </a:cubicBezTo>
                  <a:cubicBezTo>
                    <a:pt x="311" y="1516"/>
                    <a:pt x="631" y="1689"/>
                    <a:pt x="952" y="1689"/>
                  </a:cubicBezTo>
                  <a:cubicBezTo>
                    <a:pt x="1000" y="1689"/>
                    <a:pt x="1047" y="1685"/>
                    <a:pt x="1095" y="1677"/>
                  </a:cubicBezTo>
                  <a:cubicBezTo>
                    <a:pt x="1490" y="1616"/>
                    <a:pt x="1854" y="1464"/>
                    <a:pt x="2189" y="1252"/>
                  </a:cubicBezTo>
                  <a:cubicBezTo>
                    <a:pt x="2310" y="1221"/>
                    <a:pt x="2402" y="1130"/>
                    <a:pt x="2462" y="1069"/>
                  </a:cubicBezTo>
                  <a:cubicBezTo>
                    <a:pt x="2523" y="978"/>
                    <a:pt x="2554" y="887"/>
                    <a:pt x="2523" y="765"/>
                  </a:cubicBezTo>
                  <a:lnTo>
                    <a:pt x="2493" y="765"/>
                  </a:lnTo>
                  <a:cubicBezTo>
                    <a:pt x="2250" y="340"/>
                    <a:pt x="1824" y="36"/>
                    <a:pt x="1338" y="5"/>
                  </a:cubicBezTo>
                  <a:cubicBezTo>
                    <a:pt x="1301" y="2"/>
                    <a:pt x="1264" y="1"/>
                    <a:pt x="122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1"/>
            <p:cNvSpPr/>
            <p:nvPr/>
          </p:nvSpPr>
          <p:spPr>
            <a:xfrm>
              <a:off x="4084700" y="2802775"/>
              <a:ext cx="59275" cy="64800"/>
            </a:xfrm>
            <a:custGeom>
              <a:rect b="b" l="l" r="r" t="t"/>
              <a:pathLst>
                <a:path extrusionOk="0" h="2592" w="2371">
                  <a:moveTo>
                    <a:pt x="243" y="0"/>
                  </a:moveTo>
                  <a:cubicBezTo>
                    <a:pt x="182" y="0"/>
                    <a:pt x="61" y="182"/>
                    <a:pt x="30" y="578"/>
                  </a:cubicBezTo>
                  <a:cubicBezTo>
                    <a:pt x="0" y="1033"/>
                    <a:pt x="182" y="1520"/>
                    <a:pt x="486" y="1854"/>
                  </a:cubicBezTo>
                  <a:cubicBezTo>
                    <a:pt x="821" y="2249"/>
                    <a:pt x="1277" y="2492"/>
                    <a:pt x="1763" y="2584"/>
                  </a:cubicBezTo>
                  <a:cubicBezTo>
                    <a:pt x="1830" y="2589"/>
                    <a:pt x="1893" y="2592"/>
                    <a:pt x="1951" y="2592"/>
                  </a:cubicBezTo>
                  <a:cubicBezTo>
                    <a:pt x="2209" y="2592"/>
                    <a:pt x="2371" y="2542"/>
                    <a:pt x="2371" y="2492"/>
                  </a:cubicBezTo>
                  <a:cubicBezTo>
                    <a:pt x="2371" y="2371"/>
                    <a:pt x="1459" y="2310"/>
                    <a:pt x="851" y="1581"/>
                  </a:cubicBezTo>
                  <a:cubicBezTo>
                    <a:pt x="243" y="881"/>
                    <a:pt x="365" y="0"/>
                    <a:pt x="2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1"/>
            <p:cNvSpPr/>
            <p:nvPr/>
          </p:nvSpPr>
          <p:spPr>
            <a:xfrm>
              <a:off x="3986675" y="2302575"/>
              <a:ext cx="390600" cy="323450"/>
            </a:xfrm>
            <a:custGeom>
              <a:rect b="b" l="l" r="r" t="t"/>
              <a:pathLst>
                <a:path extrusionOk="0" h="12938" w="15624">
                  <a:moveTo>
                    <a:pt x="5404" y="1"/>
                  </a:moveTo>
                  <a:cubicBezTo>
                    <a:pt x="4833" y="1"/>
                    <a:pt x="4266" y="48"/>
                    <a:pt x="3708" y="160"/>
                  </a:cubicBezTo>
                  <a:cubicBezTo>
                    <a:pt x="2037" y="464"/>
                    <a:pt x="486" y="1436"/>
                    <a:pt x="0" y="2835"/>
                  </a:cubicBezTo>
                  <a:lnTo>
                    <a:pt x="0" y="2956"/>
                  </a:lnTo>
                  <a:cubicBezTo>
                    <a:pt x="1489" y="6269"/>
                    <a:pt x="6353" y="10281"/>
                    <a:pt x="10122" y="11710"/>
                  </a:cubicBezTo>
                  <a:cubicBezTo>
                    <a:pt x="9757" y="11041"/>
                    <a:pt x="7660" y="9096"/>
                    <a:pt x="7325" y="8427"/>
                  </a:cubicBezTo>
                  <a:lnTo>
                    <a:pt x="7325" y="8427"/>
                  </a:lnTo>
                  <a:cubicBezTo>
                    <a:pt x="8845" y="10069"/>
                    <a:pt x="11034" y="12318"/>
                    <a:pt x="13344" y="12865"/>
                  </a:cubicBezTo>
                  <a:cubicBezTo>
                    <a:pt x="13478" y="12915"/>
                    <a:pt x="13630" y="12938"/>
                    <a:pt x="13785" y="12938"/>
                  </a:cubicBezTo>
                  <a:cubicBezTo>
                    <a:pt x="13912" y="12938"/>
                    <a:pt x="14041" y="12923"/>
                    <a:pt x="14164" y="12895"/>
                  </a:cubicBezTo>
                  <a:cubicBezTo>
                    <a:pt x="14468" y="12713"/>
                    <a:pt x="14681" y="12440"/>
                    <a:pt x="14742" y="12075"/>
                  </a:cubicBezTo>
                  <a:cubicBezTo>
                    <a:pt x="15167" y="10433"/>
                    <a:pt x="15441" y="8701"/>
                    <a:pt x="15532" y="6968"/>
                  </a:cubicBezTo>
                  <a:cubicBezTo>
                    <a:pt x="15623" y="5540"/>
                    <a:pt x="15137" y="4081"/>
                    <a:pt x="14195" y="2987"/>
                  </a:cubicBezTo>
                  <a:cubicBezTo>
                    <a:pt x="12918" y="1528"/>
                    <a:pt x="10821" y="859"/>
                    <a:pt x="8815" y="433"/>
                  </a:cubicBezTo>
                  <a:cubicBezTo>
                    <a:pt x="7700" y="190"/>
                    <a:pt x="6545" y="1"/>
                    <a:pt x="54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51"/>
            <p:cNvSpPr/>
            <p:nvPr/>
          </p:nvSpPr>
          <p:spPr>
            <a:xfrm>
              <a:off x="3761725" y="2309850"/>
              <a:ext cx="281950" cy="574250"/>
            </a:xfrm>
            <a:custGeom>
              <a:rect b="b" l="l" r="r" t="t"/>
              <a:pathLst>
                <a:path extrusionOk="0" h="22970" w="11278">
                  <a:moveTo>
                    <a:pt x="8298" y="1"/>
                  </a:moveTo>
                  <a:cubicBezTo>
                    <a:pt x="1262" y="1"/>
                    <a:pt x="507" y="8676"/>
                    <a:pt x="183" y="11267"/>
                  </a:cubicBezTo>
                  <a:cubicBezTo>
                    <a:pt x="62" y="12544"/>
                    <a:pt x="1" y="13820"/>
                    <a:pt x="31" y="15127"/>
                  </a:cubicBezTo>
                  <a:cubicBezTo>
                    <a:pt x="62" y="18349"/>
                    <a:pt x="2493" y="22969"/>
                    <a:pt x="2493" y="22969"/>
                  </a:cubicBezTo>
                  <a:cubicBezTo>
                    <a:pt x="5989" y="20538"/>
                    <a:pt x="5958" y="13699"/>
                    <a:pt x="5958" y="13699"/>
                  </a:cubicBezTo>
                  <a:cubicBezTo>
                    <a:pt x="11004" y="10021"/>
                    <a:pt x="10244" y="3182"/>
                    <a:pt x="10244" y="3182"/>
                  </a:cubicBezTo>
                  <a:lnTo>
                    <a:pt x="11278" y="446"/>
                  </a:lnTo>
                  <a:cubicBezTo>
                    <a:pt x="10176" y="139"/>
                    <a:pt x="9187" y="1"/>
                    <a:pt x="829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1"/>
            <p:cNvSpPr/>
            <p:nvPr/>
          </p:nvSpPr>
          <p:spPr>
            <a:xfrm>
              <a:off x="3821000" y="2634225"/>
              <a:ext cx="95025" cy="139525"/>
            </a:xfrm>
            <a:custGeom>
              <a:rect b="b" l="l" r="r" t="t"/>
              <a:pathLst>
                <a:path extrusionOk="0" h="5581" w="3801">
                  <a:moveTo>
                    <a:pt x="2540" y="1"/>
                  </a:moveTo>
                  <a:cubicBezTo>
                    <a:pt x="2351" y="1"/>
                    <a:pt x="2162" y="18"/>
                    <a:pt x="1976" y="55"/>
                  </a:cubicBezTo>
                  <a:cubicBezTo>
                    <a:pt x="1338" y="146"/>
                    <a:pt x="791" y="511"/>
                    <a:pt x="457" y="1028"/>
                  </a:cubicBezTo>
                  <a:cubicBezTo>
                    <a:pt x="122" y="1544"/>
                    <a:pt x="1" y="2183"/>
                    <a:pt x="122" y="2821"/>
                  </a:cubicBezTo>
                  <a:cubicBezTo>
                    <a:pt x="244" y="3429"/>
                    <a:pt x="487" y="4006"/>
                    <a:pt x="882" y="4493"/>
                  </a:cubicBezTo>
                  <a:cubicBezTo>
                    <a:pt x="1125" y="4857"/>
                    <a:pt x="1429" y="5192"/>
                    <a:pt x="1824" y="5405"/>
                  </a:cubicBezTo>
                  <a:cubicBezTo>
                    <a:pt x="2036" y="5519"/>
                    <a:pt x="2274" y="5580"/>
                    <a:pt x="2510" y="5580"/>
                  </a:cubicBezTo>
                  <a:cubicBezTo>
                    <a:pt x="2714" y="5580"/>
                    <a:pt x="2918" y="5534"/>
                    <a:pt x="3101" y="5435"/>
                  </a:cubicBezTo>
                  <a:lnTo>
                    <a:pt x="3800" y="237"/>
                  </a:lnTo>
                  <a:cubicBezTo>
                    <a:pt x="3399" y="90"/>
                    <a:pt x="2969" y="1"/>
                    <a:pt x="2540"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1"/>
            <p:cNvSpPr/>
            <p:nvPr/>
          </p:nvSpPr>
          <p:spPr>
            <a:xfrm>
              <a:off x="3853675" y="2655225"/>
              <a:ext cx="50175" cy="79850"/>
            </a:xfrm>
            <a:custGeom>
              <a:rect b="b" l="l" r="r" t="t"/>
              <a:pathLst>
                <a:path extrusionOk="0" h="3194" w="2007">
                  <a:moveTo>
                    <a:pt x="1238" y="1"/>
                  </a:moveTo>
                  <a:cubicBezTo>
                    <a:pt x="943" y="1"/>
                    <a:pt x="675" y="121"/>
                    <a:pt x="457" y="340"/>
                  </a:cubicBezTo>
                  <a:cubicBezTo>
                    <a:pt x="214" y="613"/>
                    <a:pt x="62" y="948"/>
                    <a:pt x="31" y="1343"/>
                  </a:cubicBezTo>
                  <a:cubicBezTo>
                    <a:pt x="1" y="1707"/>
                    <a:pt x="31" y="2042"/>
                    <a:pt x="153" y="2376"/>
                  </a:cubicBezTo>
                  <a:cubicBezTo>
                    <a:pt x="244" y="2680"/>
                    <a:pt x="457" y="2954"/>
                    <a:pt x="730" y="3106"/>
                  </a:cubicBezTo>
                  <a:cubicBezTo>
                    <a:pt x="866" y="3170"/>
                    <a:pt x="990" y="3194"/>
                    <a:pt x="1097" y="3194"/>
                  </a:cubicBezTo>
                  <a:cubicBezTo>
                    <a:pt x="1396" y="3194"/>
                    <a:pt x="1565" y="3006"/>
                    <a:pt x="1521" y="2984"/>
                  </a:cubicBezTo>
                  <a:cubicBezTo>
                    <a:pt x="1490" y="2923"/>
                    <a:pt x="1186" y="3014"/>
                    <a:pt x="882" y="2802"/>
                  </a:cubicBezTo>
                  <a:cubicBezTo>
                    <a:pt x="578" y="2619"/>
                    <a:pt x="457" y="2011"/>
                    <a:pt x="487" y="1373"/>
                  </a:cubicBezTo>
                  <a:cubicBezTo>
                    <a:pt x="487" y="856"/>
                    <a:pt x="821" y="431"/>
                    <a:pt x="1338" y="340"/>
                  </a:cubicBezTo>
                  <a:cubicBezTo>
                    <a:pt x="1362" y="338"/>
                    <a:pt x="1386" y="337"/>
                    <a:pt x="1409" y="337"/>
                  </a:cubicBezTo>
                  <a:cubicBezTo>
                    <a:pt x="1727" y="337"/>
                    <a:pt x="1889" y="522"/>
                    <a:pt x="1946" y="522"/>
                  </a:cubicBezTo>
                  <a:cubicBezTo>
                    <a:pt x="2007" y="522"/>
                    <a:pt x="1916" y="96"/>
                    <a:pt x="1338" y="5"/>
                  </a:cubicBezTo>
                  <a:cubicBezTo>
                    <a:pt x="1304" y="2"/>
                    <a:pt x="1271" y="1"/>
                    <a:pt x="123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1"/>
            <p:cNvSpPr/>
            <p:nvPr/>
          </p:nvSpPr>
          <p:spPr>
            <a:xfrm>
              <a:off x="3654600" y="2770100"/>
              <a:ext cx="237100" cy="801700"/>
            </a:xfrm>
            <a:custGeom>
              <a:rect b="b" l="l" r="r" t="t"/>
              <a:pathLst>
                <a:path extrusionOk="0" h="32068" w="9484">
                  <a:moveTo>
                    <a:pt x="9453" y="0"/>
                  </a:moveTo>
                  <a:lnTo>
                    <a:pt x="1915" y="12675"/>
                  </a:lnTo>
                  <a:cubicBezTo>
                    <a:pt x="1216" y="19149"/>
                    <a:pt x="578" y="25593"/>
                    <a:pt x="0" y="32067"/>
                  </a:cubicBezTo>
                  <a:cubicBezTo>
                    <a:pt x="426" y="31064"/>
                    <a:pt x="882" y="30031"/>
                    <a:pt x="1307" y="29028"/>
                  </a:cubicBezTo>
                  <a:cubicBezTo>
                    <a:pt x="1459" y="29909"/>
                    <a:pt x="1611" y="30791"/>
                    <a:pt x="1763" y="31672"/>
                  </a:cubicBezTo>
                  <a:cubicBezTo>
                    <a:pt x="2904" y="31778"/>
                    <a:pt x="4068" y="32023"/>
                    <a:pt x="5235" y="32023"/>
                  </a:cubicBezTo>
                  <a:cubicBezTo>
                    <a:pt x="5405" y="32023"/>
                    <a:pt x="5575" y="32018"/>
                    <a:pt x="5745" y="32007"/>
                  </a:cubicBezTo>
                  <a:cubicBezTo>
                    <a:pt x="7082" y="31946"/>
                    <a:pt x="8480" y="31338"/>
                    <a:pt x="9088" y="30152"/>
                  </a:cubicBezTo>
                  <a:cubicBezTo>
                    <a:pt x="9484" y="29362"/>
                    <a:pt x="9484" y="28450"/>
                    <a:pt x="9453" y="27569"/>
                  </a:cubicBezTo>
                  <a:cubicBezTo>
                    <a:pt x="9180" y="18359"/>
                    <a:pt x="7933" y="9088"/>
                    <a:pt x="945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15" name="Google Shape;815;p51"/>
          <p:cNvPicPr preferRelativeResize="0"/>
          <p:nvPr/>
        </p:nvPicPr>
        <p:blipFill>
          <a:blip r:embed="rId3">
            <a:alphaModFix/>
          </a:blip>
          <a:stretch>
            <a:fillRect/>
          </a:stretch>
        </p:blipFill>
        <p:spPr>
          <a:xfrm>
            <a:off x="66925" y="1488875"/>
            <a:ext cx="1374339" cy="1351800"/>
          </a:xfrm>
          <a:prstGeom prst="rect">
            <a:avLst/>
          </a:prstGeom>
          <a:noFill/>
          <a:ln>
            <a:noFill/>
          </a:ln>
        </p:spPr>
      </p:pic>
      <p:pic>
        <p:nvPicPr>
          <p:cNvPr id="816" name="Google Shape;816;p51"/>
          <p:cNvPicPr preferRelativeResize="0"/>
          <p:nvPr/>
        </p:nvPicPr>
        <p:blipFill rotWithShape="1">
          <a:blip r:embed="rId4">
            <a:alphaModFix/>
          </a:blip>
          <a:srcRect b="61564" l="31555" r="30177" t="4749"/>
          <a:stretch/>
        </p:blipFill>
        <p:spPr>
          <a:xfrm>
            <a:off x="6193275" y="1483400"/>
            <a:ext cx="1238176" cy="1362775"/>
          </a:xfrm>
          <a:prstGeom prst="rect">
            <a:avLst/>
          </a:prstGeom>
          <a:noFill/>
          <a:ln>
            <a:noFill/>
          </a:ln>
        </p:spPr>
      </p:pic>
      <p:pic>
        <p:nvPicPr>
          <p:cNvPr id="817" name="Google Shape;817;p51"/>
          <p:cNvPicPr preferRelativeResize="0"/>
          <p:nvPr/>
        </p:nvPicPr>
        <p:blipFill>
          <a:blip r:embed="rId5">
            <a:alphaModFix/>
          </a:blip>
          <a:stretch>
            <a:fillRect/>
          </a:stretch>
        </p:blipFill>
        <p:spPr>
          <a:xfrm>
            <a:off x="3049875" y="1523475"/>
            <a:ext cx="1374350" cy="137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team</a:t>
            </a:r>
            <a:endParaRPr/>
          </a:p>
        </p:txBody>
      </p:sp>
      <p:sp>
        <p:nvSpPr>
          <p:cNvPr id="823" name="Google Shape;823;p52"/>
          <p:cNvSpPr/>
          <p:nvPr/>
        </p:nvSpPr>
        <p:spPr>
          <a:xfrm>
            <a:off x="66925" y="1492226"/>
            <a:ext cx="1272900" cy="1351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2"/>
          <p:cNvSpPr/>
          <p:nvPr/>
        </p:nvSpPr>
        <p:spPr>
          <a:xfrm>
            <a:off x="3049842" y="1492226"/>
            <a:ext cx="1272900" cy="1351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5" name="Google Shape;825;p52"/>
          <p:cNvGrpSpPr/>
          <p:nvPr/>
        </p:nvGrpSpPr>
        <p:grpSpPr>
          <a:xfrm>
            <a:off x="3241769" y="1652939"/>
            <a:ext cx="888409" cy="1190811"/>
            <a:chOff x="4487425" y="2194375"/>
            <a:chExt cx="1563550" cy="1973175"/>
          </a:xfrm>
        </p:grpSpPr>
        <p:sp>
          <p:nvSpPr>
            <p:cNvPr id="826" name="Google Shape;826;p52"/>
            <p:cNvSpPr/>
            <p:nvPr/>
          </p:nvSpPr>
          <p:spPr>
            <a:xfrm>
              <a:off x="4802025" y="2243875"/>
              <a:ext cx="286500" cy="575050"/>
            </a:xfrm>
            <a:custGeom>
              <a:rect b="b" l="l" r="r" t="t"/>
              <a:pathLst>
                <a:path extrusionOk="0" h="23002" w="11460">
                  <a:moveTo>
                    <a:pt x="7836" y="1"/>
                  </a:moveTo>
                  <a:cubicBezTo>
                    <a:pt x="7205" y="1"/>
                    <a:pt x="6583" y="312"/>
                    <a:pt x="6419" y="910"/>
                  </a:cubicBezTo>
                  <a:lnTo>
                    <a:pt x="6419" y="910"/>
                  </a:lnTo>
                  <a:lnTo>
                    <a:pt x="6536" y="471"/>
                  </a:lnTo>
                  <a:lnTo>
                    <a:pt x="6536" y="471"/>
                  </a:lnTo>
                  <a:cubicBezTo>
                    <a:pt x="4682" y="897"/>
                    <a:pt x="3496" y="2781"/>
                    <a:pt x="3101" y="4635"/>
                  </a:cubicBezTo>
                  <a:cubicBezTo>
                    <a:pt x="2706" y="6520"/>
                    <a:pt x="2888" y="8435"/>
                    <a:pt x="2706" y="10350"/>
                  </a:cubicBezTo>
                  <a:cubicBezTo>
                    <a:pt x="2554" y="12234"/>
                    <a:pt x="1885" y="14271"/>
                    <a:pt x="274" y="15274"/>
                  </a:cubicBezTo>
                  <a:lnTo>
                    <a:pt x="1855" y="15760"/>
                  </a:lnTo>
                  <a:cubicBezTo>
                    <a:pt x="1551" y="16733"/>
                    <a:pt x="882" y="17584"/>
                    <a:pt x="1" y="18131"/>
                  </a:cubicBezTo>
                  <a:cubicBezTo>
                    <a:pt x="609" y="18617"/>
                    <a:pt x="1368" y="18891"/>
                    <a:pt x="2159" y="18891"/>
                  </a:cubicBezTo>
                  <a:cubicBezTo>
                    <a:pt x="1247" y="19134"/>
                    <a:pt x="973" y="20471"/>
                    <a:pt x="1490" y="21292"/>
                  </a:cubicBezTo>
                  <a:cubicBezTo>
                    <a:pt x="2007" y="22113"/>
                    <a:pt x="3010" y="22478"/>
                    <a:pt x="3922" y="22721"/>
                  </a:cubicBezTo>
                  <a:cubicBezTo>
                    <a:pt x="4541" y="22910"/>
                    <a:pt x="5190" y="23002"/>
                    <a:pt x="5840" y="23002"/>
                  </a:cubicBezTo>
                  <a:cubicBezTo>
                    <a:pt x="6338" y="23002"/>
                    <a:pt x="6838" y="22948"/>
                    <a:pt x="7326" y="22842"/>
                  </a:cubicBezTo>
                  <a:cubicBezTo>
                    <a:pt x="8846" y="22356"/>
                    <a:pt x="10001" y="21019"/>
                    <a:pt x="10609" y="19529"/>
                  </a:cubicBezTo>
                  <a:cubicBezTo>
                    <a:pt x="11186" y="18009"/>
                    <a:pt x="11308" y="16398"/>
                    <a:pt x="11369" y="14788"/>
                  </a:cubicBezTo>
                  <a:cubicBezTo>
                    <a:pt x="11460" y="10745"/>
                    <a:pt x="11247" y="6702"/>
                    <a:pt x="10214" y="2812"/>
                  </a:cubicBezTo>
                  <a:cubicBezTo>
                    <a:pt x="9970" y="1869"/>
                    <a:pt x="9636" y="866"/>
                    <a:pt x="8815" y="289"/>
                  </a:cubicBezTo>
                  <a:cubicBezTo>
                    <a:pt x="8536" y="96"/>
                    <a:pt x="8185" y="1"/>
                    <a:pt x="7836"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2"/>
            <p:cNvSpPr/>
            <p:nvPr/>
          </p:nvSpPr>
          <p:spPr>
            <a:xfrm>
              <a:off x="4487425" y="2991300"/>
              <a:ext cx="1563550" cy="1176250"/>
            </a:xfrm>
            <a:custGeom>
              <a:rect b="b" l="l" r="r" t="t"/>
              <a:pathLst>
                <a:path extrusionOk="0" h="47050" w="62542">
                  <a:moveTo>
                    <a:pt x="30754" y="1"/>
                  </a:moveTo>
                  <a:cubicBezTo>
                    <a:pt x="25253" y="1"/>
                    <a:pt x="19810" y="973"/>
                    <a:pt x="14196" y="2915"/>
                  </a:cubicBezTo>
                  <a:cubicBezTo>
                    <a:pt x="13800" y="3037"/>
                    <a:pt x="13466" y="3158"/>
                    <a:pt x="13132" y="3310"/>
                  </a:cubicBezTo>
                  <a:lnTo>
                    <a:pt x="13101" y="3310"/>
                  </a:lnTo>
                  <a:cubicBezTo>
                    <a:pt x="4682" y="6623"/>
                    <a:pt x="3800" y="15499"/>
                    <a:pt x="3800" y="15499"/>
                  </a:cubicBezTo>
                  <a:lnTo>
                    <a:pt x="244" y="37110"/>
                  </a:lnTo>
                  <a:cubicBezTo>
                    <a:pt x="214" y="37262"/>
                    <a:pt x="183" y="37444"/>
                    <a:pt x="153" y="37627"/>
                  </a:cubicBezTo>
                  <a:lnTo>
                    <a:pt x="122" y="37809"/>
                  </a:lnTo>
                  <a:cubicBezTo>
                    <a:pt x="1" y="39876"/>
                    <a:pt x="1156" y="41821"/>
                    <a:pt x="3010" y="42703"/>
                  </a:cubicBezTo>
                  <a:cubicBezTo>
                    <a:pt x="5337" y="43774"/>
                    <a:pt x="7610" y="44221"/>
                    <a:pt x="9788" y="44221"/>
                  </a:cubicBezTo>
                  <a:cubicBezTo>
                    <a:pt x="12249" y="44221"/>
                    <a:pt x="14589" y="43650"/>
                    <a:pt x="16749" y="42764"/>
                  </a:cubicBezTo>
                  <a:lnTo>
                    <a:pt x="16749" y="42764"/>
                  </a:lnTo>
                  <a:lnTo>
                    <a:pt x="13800" y="47049"/>
                  </a:lnTo>
                  <a:lnTo>
                    <a:pt x="48907" y="47049"/>
                  </a:lnTo>
                  <a:lnTo>
                    <a:pt x="46597" y="41396"/>
                  </a:lnTo>
                  <a:lnTo>
                    <a:pt x="47357" y="37961"/>
                  </a:lnTo>
                  <a:lnTo>
                    <a:pt x="52798" y="44496"/>
                  </a:lnTo>
                  <a:cubicBezTo>
                    <a:pt x="53436" y="45287"/>
                    <a:pt x="54318" y="45864"/>
                    <a:pt x="55291" y="46138"/>
                  </a:cubicBezTo>
                  <a:cubicBezTo>
                    <a:pt x="55525" y="46165"/>
                    <a:pt x="55752" y="46178"/>
                    <a:pt x="55971" y="46178"/>
                  </a:cubicBezTo>
                  <a:cubicBezTo>
                    <a:pt x="61654" y="46178"/>
                    <a:pt x="62541" y="37333"/>
                    <a:pt x="61400" y="32095"/>
                  </a:cubicBezTo>
                  <a:lnTo>
                    <a:pt x="61127" y="28660"/>
                  </a:lnTo>
                  <a:cubicBezTo>
                    <a:pt x="60671" y="26958"/>
                    <a:pt x="58117" y="17505"/>
                    <a:pt x="55807" y="11335"/>
                  </a:cubicBezTo>
                  <a:cubicBezTo>
                    <a:pt x="53254" y="4465"/>
                    <a:pt x="47996" y="3037"/>
                    <a:pt x="47996" y="3037"/>
                  </a:cubicBezTo>
                  <a:cubicBezTo>
                    <a:pt x="42027" y="1011"/>
                    <a:pt x="36360" y="1"/>
                    <a:pt x="3075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2"/>
            <p:cNvSpPr/>
            <p:nvPr/>
          </p:nvSpPr>
          <p:spPr>
            <a:xfrm>
              <a:off x="4984400" y="2982475"/>
              <a:ext cx="474950" cy="732975"/>
            </a:xfrm>
            <a:custGeom>
              <a:rect b="b" l="l" r="r" t="t"/>
              <a:pathLst>
                <a:path extrusionOk="0" h="29319" w="18998">
                  <a:moveTo>
                    <a:pt x="11964" y="1"/>
                  </a:moveTo>
                  <a:cubicBezTo>
                    <a:pt x="5973" y="1"/>
                    <a:pt x="1" y="1596"/>
                    <a:pt x="1" y="1596"/>
                  </a:cubicBezTo>
                  <a:cubicBezTo>
                    <a:pt x="1" y="1596"/>
                    <a:pt x="9362" y="29104"/>
                    <a:pt x="11338" y="29317"/>
                  </a:cubicBezTo>
                  <a:cubicBezTo>
                    <a:pt x="11347" y="29318"/>
                    <a:pt x="11355" y="29319"/>
                    <a:pt x="11364" y="29319"/>
                  </a:cubicBezTo>
                  <a:cubicBezTo>
                    <a:pt x="13392" y="29319"/>
                    <a:pt x="18998" y="1049"/>
                    <a:pt x="18998" y="1049"/>
                  </a:cubicBezTo>
                  <a:cubicBezTo>
                    <a:pt x="16932" y="275"/>
                    <a:pt x="14447" y="1"/>
                    <a:pt x="11964"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2"/>
            <p:cNvSpPr/>
            <p:nvPr/>
          </p:nvSpPr>
          <p:spPr>
            <a:xfrm>
              <a:off x="4904625" y="2274150"/>
              <a:ext cx="461275" cy="930650"/>
            </a:xfrm>
            <a:custGeom>
              <a:rect b="b" l="l" r="r" t="t"/>
              <a:pathLst>
                <a:path extrusionOk="0" h="37226" w="18451">
                  <a:moveTo>
                    <a:pt x="6793" y="0"/>
                  </a:moveTo>
                  <a:cubicBezTo>
                    <a:pt x="4776" y="0"/>
                    <a:pt x="2739" y="384"/>
                    <a:pt x="790" y="1175"/>
                  </a:cubicBezTo>
                  <a:cubicBezTo>
                    <a:pt x="790" y="1175"/>
                    <a:pt x="0" y="13333"/>
                    <a:pt x="881" y="18561"/>
                  </a:cubicBezTo>
                  <a:cubicBezTo>
                    <a:pt x="1793" y="24093"/>
                    <a:pt x="6018" y="24762"/>
                    <a:pt x="6018" y="24762"/>
                  </a:cubicBezTo>
                  <a:cubicBezTo>
                    <a:pt x="6018" y="24762"/>
                    <a:pt x="6110" y="28197"/>
                    <a:pt x="6140" y="31480"/>
                  </a:cubicBezTo>
                  <a:cubicBezTo>
                    <a:pt x="6170" y="34641"/>
                    <a:pt x="8876" y="37194"/>
                    <a:pt x="12249" y="37224"/>
                  </a:cubicBezTo>
                  <a:cubicBezTo>
                    <a:pt x="12290" y="37225"/>
                    <a:pt x="12331" y="37225"/>
                    <a:pt x="12371" y="37225"/>
                  </a:cubicBezTo>
                  <a:cubicBezTo>
                    <a:pt x="15628" y="37225"/>
                    <a:pt x="18237" y="34815"/>
                    <a:pt x="18237" y="31753"/>
                  </a:cubicBezTo>
                  <a:lnTo>
                    <a:pt x="18450" y="5096"/>
                  </a:lnTo>
                  <a:cubicBezTo>
                    <a:pt x="15379" y="1776"/>
                    <a:pt x="11133" y="0"/>
                    <a:pt x="6793"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2"/>
            <p:cNvSpPr/>
            <p:nvPr/>
          </p:nvSpPr>
          <p:spPr>
            <a:xfrm>
              <a:off x="4959325" y="2517000"/>
              <a:ext cx="35750" cy="34325"/>
            </a:xfrm>
            <a:custGeom>
              <a:rect b="b" l="l" r="r" t="t"/>
              <a:pathLst>
                <a:path extrusionOk="0" h="1373" w="1430">
                  <a:moveTo>
                    <a:pt x="680" y="0"/>
                  </a:moveTo>
                  <a:cubicBezTo>
                    <a:pt x="335" y="0"/>
                    <a:pt x="29" y="293"/>
                    <a:pt x="1" y="641"/>
                  </a:cubicBezTo>
                  <a:cubicBezTo>
                    <a:pt x="1" y="1036"/>
                    <a:pt x="304" y="1340"/>
                    <a:pt x="700" y="1370"/>
                  </a:cubicBezTo>
                  <a:cubicBezTo>
                    <a:pt x="717" y="1371"/>
                    <a:pt x="733" y="1372"/>
                    <a:pt x="750" y="1372"/>
                  </a:cubicBezTo>
                  <a:cubicBezTo>
                    <a:pt x="1095" y="1372"/>
                    <a:pt x="1400" y="1080"/>
                    <a:pt x="1429" y="732"/>
                  </a:cubicBezTo>
                  <a:cubicBezTo>
                    <a:pt x="1429" y="337"/>
                    <a:pt x="1125" y="33"/>
                    <a:pt x="730" y="2"/>
                  </a:cubicBezTo>
                  <a:cubicBezTo>
                    <a:pt x="713" y="1"/>
                    <a:pt x="696" y="0"/>
                    <a:pt x="68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52"/>
            <p:cNvSpPr/>
            <p:nvPr/>
          </p:nvSpPr>
          <p:spPr>
            <a:xfrm>
              <a:off x="4935000" y="2501850"/>
              <a:ext cx="72975" cy="19350"/>
            </a:xfrm>
            <a:custGeom>
              <a:rect b="b" l="l" r="r" t="t"/>
              <a:pathLst>
                <a:path extrusionOk="0" h="774" w="2919">
                  <a:moveTo>
                    <a:pt x="1399" y="0"/>
                  </a:moveTo>
                  <a:cubicBezTo>
                    <a:pt x="1004" y="31"/>
                    <a:pt x="609" y="152"/>
                    <a:pt x="305" y="396"/>
                  </a:cubicBezTo>
                  <a:cubicBezTo>
                    <a:pt x="92" y="547"/>
                    <a:pt x="1" y="730"/>
                    <a:pt x="62" y="760"/>
                  </a:cubicBezTo>
                  <a:cubicBezTo>
                    <a:pt x="71" y="770"/>
                    <a:pt x="85" y="774"/>
                    <a:pt x="103" y="774"/>
                  </a:cubicBezTo>
                  <a:cubicBezTo>
                    <a:pt x="262" y="774"/>
                    <a:pt x="748" y="456"/>
                    <a:pt x="1429" y="456"/>
                  </a:cubicBezTo>
                  <a:cubicBezTo>
                    <a:pt x="2105" y="456"/>
                    <a:pt x="2636" y="745"/>
                    <a:pt x="2789" y="745"/>
                  </a:cubicBezTo>
                  <a:cubicBezTo>
                    <a:pt x="2808" y="745"/>
                    <a:pt x="2821" y="740"/>
                    <a:pt x="2828" y="730"/>
                  </a:cubicBezTo>
                  <a:cubicBezTo>
                    <a:pt x="2919" y="639"/>
                    <a:pt x="2797" y="517"/>
                    <a:pt x="2554" y="335"/>
                  </a:cubicBezTo>
                  <a:cubicBezTo>
                    <a:pt x="2220" y="122"/>
                    <a:pt x="1794" y="0"/>
                    <a:pt x="13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52"/>
            <p:cNvSpPr/>
            <p:nvPr/>
          </p:nvSpPr>
          <p:spPr>
            <a:xfrm>
              <a:off x="5151575" y="2526175"/>
              <a:ext cx="35750" cy="34250"/>
            </a:xfrm>
            <a:custGeom>
              <a:rect b="b" l="l" r="r" t="t"/>
              <a:pathLst>
                <a:path extrusionOk="0" h="1370" w="1430">
                  <a:moveTo>
                    <a:pt x="730" y="0"/>
                  </a:moveTo>
                  <a:cubicBezTo>
                    <a:pt x="365" y="0"/>
                    <a:pt x="31" y="274"/>
                    <a:pt x="31" y="669"/>
                  </a:cubicBezTo>
                  <a:cubicBezTo>
                    <a:pt x="1" y="1033"/>
                    <a:pt x="305" y="1337"/>
                    <a:pt x="700" y="1368"/>
                  </a:cubicBezTo>
                  <a:cubicBezTo>
                    <a:pt x="717" y="1369"/>
                    <a:pt x="733" y="1370"/>
                    <a:pt x="750" y="1370"/>
                  </a:cubicBezTo>
                  <a:cubicBezTo>
                    <a:pt x="1095" y="1370"/>
                    <a:pt x="1400" y="1077"/>
                    <a:pt x="1429" y="730"/>
                  </a:cubicBezTo>
                  <a:cubicBezTo>
                    <a:pt x="1429" y="334"/>
                    <a:pt x="1125" y="30"/>
                    <a:pt x="73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2"/>
            <p:cNvSpPr/>
            <p:nvPr/>
          </p:nvSpPr>
          <p:spPr>
            <a:xfrm>
              <a:off x="5134100" y="2507800"/>
              <a:ext cx="72225" cy="18725"/>
            </a:xfrm>
            <a:custGeom>
              <a:rect b="b" l="l" r="r" t="t"/>
              <a:pathLst>
                <a:path extrusionOk="0" h="749" w="2889">
                  <a:moveTo>
                    <a:pt x="1496" y="1"/>
                  </a:moveTo>
                  <a:cubicBezTo>
                    <a:pt x="1454" y="1"/>
                    <a:pt x="1411" y="2"/>
                    <a:pt x="1368" y="6"/>
                  </a:cubicBezTo>
                  <a:cubicBezTo>
                    <a:pt x="973" y="6"/>
                    <a:pt x="608" y="127"/>
                    <a:pt x="274" y="370"/>
                  </a:cubicBezTo>
                  <a:cubicBezTo>
                    <a:pt x="61" y="553"/>
                    <a:pt x="1" y="705"/>
                    <a:pt x="31" y="735"/>
                  </a:cubicBezTo>
                  <a:cubicBezTo>
                    <a:pt x="40" y="744"/>
                    <a:pt x="54" y="749"/>
                    <a:pt x="73" y="749"/>
                  </a:cubicBezTo>
                  <a:cubicBezTo>
                    <a:pt x="232" y="749"/>
                    <a:pt x="717" y="431"/>
                    <a:pt x="1399" y="431"/>
                  </a:cubicBezTo>
                  <a:cubicBezTo>
                    <a:pt x="2057" y="431"/>
                    <a:pt x="2579" y="728"/>
                    <a:pt x="2766" y="728"/>
                  </a:cubicBezTo>
                  <a:cubicBezTo>
                    <a:pt x="2794" y="728"/>
                    <a:pt x="2815" y="721"/>
                    <a:pt x="2827" y="705"/>
                  </a:cubicBezTo>
                  <a:cubicBezTo>
                    <a:pt x="2888" y="613"/>
                    <a:pt x="2767" y="522"/>
                    <a:pt x="2523" y="340"/>
                  </a:cubicBezTo>
                  <a:cubicBezTo>
                    <a:pt x="2223" y="121"/>
                    <a:pt x="1873" y="1"/>
                    <a:pt x="149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2"/>
            <p:cNvSpPr/>
            <p:nvPr/>
          </p:nvSpPr>
          <p:spPr>
            <a:xfrm>
              <a:off x="5017825" y="2509425"/>
              <a:ext cx="58550" cy="159425"/>
            </a:xfrm>
            <a:custGeom>
              <a:rect b="b" l="l" r="r" t="t"/>
              <a:pathLst>
                <a:path extrusionOk="0" h="6377" w="2342">
                  <a:moveTo>
                    <a:pt x="2248" y="1"/>
                  </a:moveTo>
                  <a:cubicBezTo>
                    <a:pt x="2147" y="1"/>
                    <a:pt x="1453" y="1662"/>
                    <a:pt x="700" y="3770"/>
                  </a:cubicBezTo>
                  <a:cubicBezTo>
                    <a:pt x="487" y="4287"/>
                    <a:pt x="305" y="4773"/>
                    <a:pt x="153" y="5260"/>
                  </a:cubicBezTo>
                  <a:cubicBezTo>
                    <a:pt x="31" y="5503"/>
                    <a:pt x="1" y="5746"/>
                    <a:pt x="62" y="6020"/>
                  </a:cubicBezTo>
                  <a:cubicBezTo>
                    <a:pt x="92" y="6141"/>
                    <a:pt x="214" y="6263"/>
                    <a:pt x="366" y="6293"/>
                  </a:cubicBezTo>
                  <a:cubicBezTo>
                    <a:pt x="487" y="6324"/>
                    <a:pt x="578" y="6354"/>
                    <a:pt x="700" y="6354"/>
                  </a:cubicBezTo>
                  <a:cubicBezTo>
                    <a:pt x="913" y="6369"/>
                    <a:pt x="1126" y="6377"/>
                    <a:pt x="1335" y="6377"/>
                  </a:cubicBezTo>
                  <a:cubicBezTo>
                    <a:pt x="1544" y="6377"/>
                    <a:pt x="1749" y="6369"/>
                    <a:pt x="1946" y="6354"/>
                  </a:cubicBezTo>
                  <a:cubicBezTo>
                    <a:pt x="1551" y="6202"/>
                    <a:pt x="1126" y="6141"/>
                    <a:pt x="730" y="6141"/>
                  </a:cubicBezTo>
                  <a:cubicBezTo>
                    <a:pt x="518" y="6141"/>
                    <a:pt x="335" y="6080"/>
                    <a:pt x="305" y="5928"/>
                  </a:cubicBezTo>
                  <a:cubicBezTo>
                    <a:pt x="275" y="5746"/>
                    <a:pt x="335" y="5533"/>
                    <a:pt x="427" y="5351"/>
                  </a:cubicBezTo>
                  <a:lnTo>
                    <a:pt x="1004" y="3862"/>
                  </a:lnTo>
                  <a:cubicBezTo>
                    <a:pt x="1794" y="1764"/>
                    <a:pt x="2341" y="32"/>
                    <a:pt x="2250" y="1"/>
                  </a:cubicBezTo>
                  <a:cubicBezTo>
                    <a:pt x="2249" y="1"/>
                    <a:pt x="2249" y="1"/>
                    <a:pt x="22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2"/>
            <p:cNvSpPr/>
            <p:nvPr/>
          </p:nvSpPr>
          <p:spPr>
            <a:xfrm>
              <a:off x="5055075" y="2842275"/>
              <a:ext cx="183925" cy="83925"/>
            </a:xfrm>
            <a:custGeom>
              <a:rect b="b" l="l" r="r" t="t"/>
              <a:pathLst>
                <a:path extrusionOk="0" h="3357" w="7357">
                  <a:moveTo>
                    <a:pt x="7356" y="1"/>
                  </a:moveTo>
                  <a:lnTo>
                    <a:pt x="7356" y="1"/>
                  </a:lnTo>
                  <a:cubicBezTo>
                    <a:pt x="5137" y="1338"/>
                    <a:pt x="2584" y="2037"/>
                    <a:pt x="0" y="2037"/>
                  </a:cubicBezTo>
                  <a:lnTo>
                    <a:pt x="61" y="3314"/>
                  </a:lnTo>
                  <a:cubicBezTo>
                    <a:pt x="394" y="3343"/>
                    <a:pt x="713" y="3357"/>
                    <a:pt x="1019" y="3357"/>
                  </a:cubicBezTo>
                  <a:cubicBezTo>
                    <a:pt x="5799" y="3357"/>
                    <a:pt x="7356" y="1"/>
                    <a:pt x="7356"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2"/>
            <p:cNvSpPr/>
            <p:nvPr/>
          </p:nvSpPr>
          <p:spPr>
            <a:xfrm>
              <a:off x="5072550" y="2700675"/>
              <a:ext cx="60825" cy="41875"/>
            </a:xfrm>
            <a:custGeom>
              <a:rect b="b" l="l" r="r" t="t"/>
              <a:pathLst>
                <a:path extrusionOk="0" h="1675" w="2433">
                  <a:moveTo>
                    <a:pt x="1152" y="1"/>
                  </a:moveTo>
                  <a:cubicBezTo>
                    <a:pt x="750" y="1"/>
                    <a:pt x="361" y="205"/>
                    <a:pt x="92" y="528"/>
                  </a:cubicBezTo>
                  <a:lnTo>
                    <a:pt x="61" y="558"/>
                  </a:lnTo>
                  <a:cubicBezTo>
                    <a:pt x="0" y="619"/>
                    <a:pt x="0" y="741"/>
                    <a:pt x="61" y="832"/>
                  </a:cubicBezTo>
                  <a:cubicBezTo>
                    <a:pt x="122" y="923"/>
                    <a:pt x="213" y="984"/>
                    <a:pt x="274" y="1044"/>
                  </a:cubicBezTo>
                  <a:cubicBezTo>
                    <a:pt x="578" y="1318"/>
                    <a:pt x="912" y="1500"/>
                    <a:pt x="1247" y="1622"/>
                  </a:cubicBezTo>
                  <a:cubicBezTo>
                    <a:pt x="1353" y="1657"/>
                    <a:pt x="1462" y="1675"/>
                    <a:pt x="1569" y="1675"/>
                  </a:cubicBezTo>
                  <a:cubicBezTo>
                    <a:pt x="1829" y="1675"/>
                    <a:pt x="2078" y="1573"/>
                    <a:pt x="2250" y="1379"/>
                  </a:cubicBezTo>
                  <a:cubicBezTo>
                    <a:pt x="2432" y="1075"/>
                    <a:pt x="2402" y="710"/>
                    <a:pt x="2189" y="467"/>
                  </a:cubicBezTo>
                  <a:cubicBezTo>
                    <a:pt x="1976" y="193"/>
                    <a:pt x="1672" y="41"/>
                    <a:pt x="1307" y="11"/>
                  </a:cubicBezTo>
                  <a:cubicBezTo>
                    <a:pt x="1256" y="4"/>
                    <a:pt x="1204" y="1"/>
                    <a:pt x="1152"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2"/>
            <p:cNvSpPr/>
            <p:nvPr/>
          </p:nvSpPr>
          <p:spPr>
            <a:xfrm>
              <a:off x="5062675" y="2680425"/>
              <a:ext cx="63850" cy="55500"/>
            </a:xfrm>
            <a:custGeom>
              <a:rect b="b" l="l" r="r" t="t"/>
              <a:pathLst>
                <a:path extrusionOk="0" h="2220" w="2554">
                  <a:moveTo>
                    <a:pt x="2402" y="0"/>
                  </a:moveTo>
                  <a:cubicBezTo>
                    <a:pt x="2280" y="0"/>
                    <a:pt x="2280" y="821"/>
                    <a:pt x="1581" y="1429"/>
                  </a:cubicBezTo>
                  <a:cubicBezTo>
                    <a:pt x="882" y="2006"/>
                    <a:pt x="0" y="1915"/>
                    <a:pt x="0" y="2037"/>
                  </a:cubicBezTo>
                  <a:cubicBezTo>
                    <a:pt x="0" y="2098"/>
                    <a:pt x="183" y="2189"/>
                    <a:pt x="547" y="2219"/>
                  </a:cubicBezTo>
                  <a:cubicBezTo>
                    <a:pt x="1034" y="2219"/>
                    <a:pt x="1520" y="2037"/>
                    <a:pt x="1885" y="1733"/>
                  </a:cubicBezTo>
                  <a:cubicBezTo>
                    <a:pt x="2250" y="1429"/>
                    <a:pt x="2462" y="1003"/>
                    <a:pt x="2523" y="547"/>
                  </a:cubicBezTo>
                  <a:cubicBezTo>
                    <a:pt x="2554" y="213"/>
                    <a:pt x="2462" y="0"/>
                    <a:pt x="240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2"/>
            <p:cNvSpPr/>
            <p:nvPr/>
          </p:nvSpPr>
          <p:spPr>
            <a:xfrm>
              <a:off x="4899300" y="2194375"/>
              <a:ext cx="392875" cy="279225"/>
            </a:xfrm>
            <a:custGeom>
              <a:rect b="b" l="l" r="r" t="t"/>
              <a:pathLst>
                <a:path extrusionOk="0" h="11169" w="15715">
                  <a:moveTo>
                    <a:pt x="8649" y="1"/>
                  </a:moveTo>
                  <a:cubicBezTo>
                    <a:pt x="8329" y="1"/>
                    <a:pt x="8009" y="8"/>
                    <a:pt x="7690" y="20"/>
                  </a:cubicBezTo>
                  <a:cubicBezTo>
                    <a:pt x="5715" y="111"/>
                    <a:pt x="3587" y="415"/>
                    <a:pt x="2158" y="1600"/>
                  </a:cubicBezTo>
                  <a:cubicBezTo>
                    <a:pt x="1064" y="2512"/>
                    <a:pt x="365" y="3789"/>
                    <a:pt x="213" y="5187"/>
                  </a:cubicBezTo>
                  <a:cubicBezTo>
                    <a:pt x="0" y="6859"/>
                    <a:pt x="0" y="8530"/>
                    <a:pt x="152" y="10172"/>
                  </a:cubicBezTo>
                  <a:cubicBezTo>
                    <a:pt x="152" y="10506"/>
                    <a:pt x="304" y="10840"/>
                    <a:pt x="578" y="11053"/>
                  </a:cubicBezTo>
                  <a:cubicBezTo>
                    <a:pt x="753" y="11119"/>
                    <a:pt x="944" y="11169"/>
                    <a:pt x="1140" y="11169"/>
                  </a:cubicBezTo>
                  <a:cubicBezTo>
                    <a:pt x="1215" y="11169"/>
                    <a:pt x="1292" y="11161"/>
                    <a:pt x="1368" y="11144"/>
                  </a:cubicBezTo>
                  <a:cubicBezTo>
                    <a:pt x="3648" y="10992"/>
                    <a:pt x="6110" y="9229"/>
                    <a:pt x="7812" y="7892"/>
                  </a:cubicBezTo>
                  <a:lnTo>
                    <a:pt x="7812" y="7892"/>
                  </a:lnTo>
                  <a:cubicBezTo>
                    <a:pt x="7386" y="8500"/>
                    <a:pt x="5046" y="9989"/>
                    <a:pt x="4620" y="10567"/>
                  </a:cubicBezTo>
                  <a:cubicBezTo>
                    <a:pt x="8420" y="9837"/>
                    <a:pt x="13709" y="6767"/>
                    <a:pt x="15684" y="3849"/>
                  </a:cubicBezTo>
                  <a:lnTo>
                    <a:pt x="15715" y="3758"/>
                  </a:lnTo>
                  <a:cubicBezTo>
                    <a:pt x="15472" y="2330"/>
                    <a:pt x="14134" y="1175"/>
                    <a:pt x="12614" y="597"/>
                  </a:cubicBezTo>
                  <a:cubicBezTo>
                    <a:pt x="11360" y="130"/>
                    <a:pt x="10006" y="1"/>
                    <a:pt x="8649"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2"/>
            <p:cNvSpPr/>
            <p:nvPr/>
          </p:nvSpPr>
          <p:spPr>
            <a:xfrm>
              <a:off x="5213900" y="2227325"/>
              <a:ext cx="274675" cy="637025"/>
            </a:xfrm>
            <a:custGeom>
              <a:rect b="b" l="l" r="r" t="t"/>
              <a:pathLst>
                <a:path extrusionOk="0" h="25481" w="10987">
                  <a:moveTo>
                    <a:pt x="2568" y="1"/>
                  </a:moveTo>
                  <a:cubicBezTo>
                    <a:pt x="2159" y="1"/>
                    <a:pt x="1729" y="23"/>
                    <a:pt x="1277" y="69"/>
                  </a:cubicBezTo>
                  <a:lnTo>
                    <a:pt x="1824" y="2835"/>
                  </a:lnTo>
                  <a:cubicBezTo>
                    <a:pt x="1824" y="2835"/>
                    <a:pt x="0" y="9249"/>
                    <a:pt x="4195" y="13565"/>
                  </a:cubicBezTo>
                  <a:cubicBezTo>
                    <a:pt x="4195" y="13565"/>
                    <a:pt x="3009" y="22562"/>
                    <a:pt x="5927" y="25480"/>
                  </a:cubicBezTo>
                  <a:cubicBezTo>
                    <a:pt x="5927" y="25480"/>
                    <a:pt x="9088" y="18945"/>
                    <a:pt x="9605" y="15875"/>
                  </a:cubicBezTo>
                  <a:cubicBezTo>
                    <a:pt x="9848" y="14659"/>
                    <a:pt x="10031" y="13413"/>
                    <a:pt x="10091" y="12167"/>
                  </a:cubicBezTo>
                  <a:cubicBezTo>
                    <a:pt x="10207" y="9471"/>
                    <a:pt x="10987" y="1"/>
                    <a:pt x="2568" y="1"/>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2"/>
            <p:cNvSpPr/>
            <p:nvPr/>
          </p:nvSpPr>
          <p:spPr>
            <a:xfrm>
              <a:off x="5311150" y="2552450"/>
              <a:ext cx="88175" cy="134600"/>
            </a:xfrm>
            <a:custGeom>
              <a:rect b="b" l="l" r="r" t="t"/>
              <a:pathLst>
                <a:path extrusionOk="0" h="5384" w="3527">
                  <a:moveTo>
                    <a:pt x="911" y="1"/>
                  </a:moveTo>
                  <a:cubicBezTo>
                    <a:pt x="669" y="1"/>
                    <a:pt x="426" y="25"/>
                    <a:pt x="183" y="74"/>
                  </a:cubicBezTo>
                  <a:lnTo>
                    <a:pt x="1" y="5119"/>
                  </a:lnTo>
                  <a:cubicBezTo>
                    <a:pt x="235" y="5295"/>
                    <a:pt x="507" y="5383"/>
                    <a:pt x="785" y="5383"/>
                  </a:cubicBezTo>
                  <a:cubicBezTo>
                    <a:pt x="939" y="5383"/>
                    <a:pt x="1095" y="5356"/>
                    <a:pt x="1247" y="5302"/>
                  </a:cubicBezTo>
                  <a:cubicBezTo>
                    <a:pt x="1642" y="5150"/>
                    <a:pt x="2007" y="4907"/>
                    <a:pt x="2311" y="4603"/>
                  </a:cubicBezTo>
                  <a:cubicBezTo>
                    <a:pt x="2736" y="4177"/>
                    <a:pt x="3071" y="3660"/>
                    <a:pt x="3314" y="3113"/>
                  </a:cubicBezTo>
                  <a:cubicBezTo>
                    <a:pt x="3527" y="2536"/>
                    <a:pt x="3496" y="1897"/>
                    <a:pt x="3283" y="1350"/>
                  </a:cubicBezTo>
                  <a:cubicBezTo>
                    <a:pt x="3010" y="803"/>
                    <a:pt x="2554" y="378"/>
                    <a:pt x="1976" y="165"/>
                  </a:cubicBezTo>
                  <a:cubicBezTo>
                    <a:pt x="1630" y="55"/>
                    <a:pt x="1272" y="1"/>
                    <a:pt x="911"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2"/>
            <p:cNvSpPr/>
            <p:nvPr/>
          </p:nvSpPr>
          <p:spPr>
            <a:xfrm>
              <a:off x="5323325" y="2572525"/>
              <a:ext cx="44075" cy="77700"/>
            </a:xfrm>
            <a:custGeom>
              <a:rect b="b" l="l" r="r" t="t"/>
              <a:pathLst>
                <a:path extrusionOk="0" h="3108" w="1763">
                  <a:moveTo>
                    <a:pt x="730" y="0"/>
                  </a:moveTo>
                  <a:cubicBezTo>
                    <a:pt x="152" y="0"/>
                    <a:pt x="0" y="395"/>
                    <a:pt x="61" y="395"/>
                  </a:cubicBezTo>
                  <a:cubicBezTo>
                    <a:pt x="108" y="395"/>
                    <a:pt x="226" y="305"/>
                    <a:pt x="445" y="305"/>
                  </a:cubicBezTo>
                  <a:cubicBezTo>
                    <a:pt x="510" y="305"/>
                    <a:pt x="585" y="313"/>
                    <a:pt x="669" y="335"/>
                  </a:cubicBezTo>
                  <a:cubicBezTo>
                    <a:pt x="1125" y="486"/>
                    <a:pt x="1398" y="973"/>
                    <a:pt x="1307" y="1459"/>
                  </a:cubicBezTo>
                  <a:cubicBezTo>
                    <a:pt x="1246" y="2067"/>
                    <a:pt x="1003" y="2614"/>
                    <a:pt x="699" y="2766"/>
                  </a:cubicBezTo>
                  <a:cubicBezTo>
                    <a:pt x="563" y="2828"/>
                    <a:pt x="438" y="2844"/>
                    <a:pt x="334" y="2844"/>
                  </a:cubicBezTo>
                  <a:cubicBezTo>
                    <a:pt x="213" y="2844"/>
                    <a:pt x="123" y="2822"/>
                    <a:pt x="82" y="2822"/>
                  </a:cubicBezTo>
                  <a:cubicBezTo>
                    <a:pt x="72" y="2822"/>
                    <a:pt x="64" y="2823"/>
                    <a:pt x="61" y="2827"/>
                  </a:cubicBezTo>
                  <a:cubicBezTo>
                    <a:pt x="10" y="2852"/>
                    <a:pt x="169" y="3107"/>
                    <a:pt x="536" y="3107"/>
                  </a:cubicBezTo>
                  <a:cubicBezTo>
                    <a:pt x="612" y="3107"/>
                    <a:pt x="697" y="3096"/>
                    <a:pt x="790" y="3070"/>
                  </a:cubicBezTo>
                  <a:cubicBezTo>
                    <a:pt x="1064" y="2979"/>
                    <a:pt x="1307" y="2766"/>
                    <a:pt x="1459" y="2493"/>
                  </a:cubicBezTo>
                  <a:cubicBezTo>
                    <a:pt x="1611" y="2189"/>
                    <a:pt x="1702" y="1854"/>
                    <a:pt x="1733" y="1490"/>
                  </a:cubicBezTo>
                  <a:cubicBezTo>
                    <a:pt x="1763" y="1125"/>
                    <a:pt x="1672" y="760"/>
                    <a:pt x="1489" y="456"/>
                  </a:cubicBezTo>
                  <a:cubicBezTo>
                    <a:pt x="1307" y="213"/>
                    <a:pt x="1034" y="31"/>
                    <a:pt x="73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2"/>
            <p:cNvSpPr/>
            <p:nvPr/>
          </p:nvSpPr>
          <p:spPr>
            <a:xfrm>
              <a:off x="4830900" y="3474500"/>
              <a:ext cx="4575" cy="250025"/>
            </a:xfrm>
            <a:custGeom>
              <a:rect b="b" l="l" r="r" t="t"/>
              <a:pathLst>
                <a:path extrusionOk="0" h="10001" w="183">
                  <a:moveTo>
                    <a:pt x="92" y="1"/>
                  </a:moveTo>
                  <a:cubicBezTo>
                    <a:pt x="31" y="1"/>
                    <a:pt x="1" y="2250"/>
                    <a:pt x="1" y="5016"/>
                  </a:cubicBezTo>
                  <a:cubicBezTo>
                    <a:pt x="1" y="7782"/>
                    <a:pt x="31" y="10001"/>
                    <a:pt x="92" y="10001"/>
                  </a:cubicBezTo>
                  <a:cubicBezTo>
                    <a:pt x="153" y="10001"/>
                    <a:pt x="183" y="7782"/>
                    <a:pt x="183" y="5016"/>
                  </a:cubicBezTo>
                  <a:cubicBezTo>
                    <a:pt x="183" y="2250"/>
                    <a:pt x="153" y="1"/>
                    <a:pt x="9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2"/>
            <p:cNvSpPr/>
            <p:nvPr/>
          </p:nvSpPr>
          <p:spPr>
            <a:xfrm>
              <a:off x="5045950" y="3468125"/>
              <a:ext cx="240975" cy="361275"/>
            </a:xfrm>
            <a:custGeom>
              <a:rect b="b" l="l" r="r" t="t"/>
              <a:pathLst>
                <a:path extrusionOk="0" h="14451" w="9639">
                  <a:moveTo>
                    <a:pt x="7020" y="0"/>
                  </a:moveTo>
                  <a:cubicBezTo>
                    <a:pt x="6319" y="0"/>
                    <a:pt x="5745" y="73"/>
                    <a:pt x="5745" y="73"/>
                  </a:cubicBezTo>
                  <a:cubicBezTo>
                    <a:pt x="5745" y="73"/>
                    <a:pt x="821" y="134"/>
                    <a:pt x="517" y="1198"/>
                  </a:cubicBezTo>
                  <a:cubicBezTo>
                    <a:pt x="1" y="3022"/>
                    <a:pt x="912" y="12931"/>
                    <a:pt x="912" y="12931"/>
                  </a:cubicBezTo>
                  <a:lnTo>
                    <a:pt x="5472" y="14450"/>
                  </a:lnTo>
                  <a:cubicBezTo>
                    <a:pt x="5472" y="14450"/>
                    <a:pt x="7660" y="13964"/>
                    <a:pt x="6627" y="9739"/>
                  </a:cubicBezTo>
                  <a:cubicBezTo>
                    <a:pt x="5989" y="7095"/>
                    <a:pt x="4955" y="4541"/>
                    <a:pt x="3648" y="2171"/>
                  </a:cubicBezTo>
                  <a:lnTo>
                    <a:pt x="3648" y="2171"/>
                  </a:lnTo>
                  <a:cubicBezTo>
                    <a:pt x="3648" y="2171"/>
                    <a:pt x="3855" y="2176"/>
                    <a:pt x="4190" y="2176"/>
                  </a:cubicBezTo>
                  <a:cubicBezTo>
                    <a:pt x="5666" y="2176"/>
                    <a:pt x="9638" y="2075"/>
                    <a:pt x="9514" y="985"/>
                  </a:cubicBezTo>
                  <a:cubicBezTo>
                    <a:pt x="9405" y="165"/>
                    <a:pt x="8070" y="0"/>
                    <a:pt x="702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2"/>
            <p:cNvSpPr/>
            <p:nvPr/>
          </p:nvSpPr>
          <p:spPr>
            <a:xfrm>
              <a:off x="5140950" y="3538525"/>
              <a:ext cx="152625" cy="44675"/>
            </a:xfrm>
            <a:custGeom>
              <a:rect b="b" l="l" r="r" t="t"/>
              <a:pathLst>
                <a:path extrusionOk="0" h="1787" w="6105">
                  <a:moveTo>
                    <a:pt x="3331" y="0"/>
                  </a:moveTo>
                  <a:cubicBezTo>
                    <a:pt x="1801" y="0"/>
                    <a:pt x="141" y="144"/>
                    <a:pt x="0" y="175"/>
                  </a:cubicBezTo>
                  <a:lnTo>
                    <a:pt x="0" y="1786"/>
                  </a:lnTo>
                  <a:cubicBezTo>
                    <a:pt x="0" y="1786"/>
                    <a:pt x="5532" y="1543"/>
                    <a:pt x="5927" y="601"/>
                  </a:cubicBezTo>
                  <a:cubicBezTo>
                    <a:pt x="6104" y="128"/>
                    <a:pt x="4776" y="0"/>
                    <a:pt x="3331"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2"/>
            <p:cNvSpPr/>
            <p:nvPr/>
          </p:nvSpPr>
          <p:spPr>
            <a:xfrm>
              <a:off x="5098375" y="3178150"/>
              <a:ext cx="526650" cy="660375"/>
            </a:xfrm>
            <a:custGeom>
              <a:rect b="b" l="l" r="r" t="t"/>
              <a:pathLst>
                <a:path extrusionOk="0" h="26415" w="21066">
                  <a:moveTo>
                    <a:pt x="21065" y="0"/>
                  </a:moveTo>
                  <a:lnTo>
                    <a:pt x="1" y="3070"/>
                  </a:lnTo>
                  <a:lnTo>
                    <a:pt x="670" y="26414"/>
                  </a:lnTo>
                  <a:lnTo>
                    <a:pt x="17570" y="26049"/>
                  </a:lnTo>
                  <a:lnTo>
                    <a:pt x="20336" y="18815"/>
                  </a:lnTo>
                  <a:lnTo>
                    <a:pt x="21065"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2"/>
            <p:cNvSpPr/>
            <p:nvPr/>
          </p:nvSpPr>
          <p:spPr>
            <a:xfrm>
              <a:off x="4542900" y="3635600"/>
              <a:ext cx="506125" cy="250025"/>
            </a:xfrm>
            <a:custGeom>
              <a:rect b="b" l="l" r="r" t="t"/>
              <a:pathLst>
                <a:path extrusionOk="0" h="10001" w="20245">
                  <a:moveTo>
                    <a:pt x="20244" y="1"/>
                  </a:moveTo>
                  <a:lnTo>
                    <a:pt x="20244" y="1"/>
                  </a:lnTo>
                  <a:cubicBezTo>
                    <a:pt x="20183" y="31"/>
                    <a:pt x="20092" y="61"/>
                    <a:pt x="20031" y="92"/>
                  </a:cubicBezTo>
                  <a:cubicBezTo>
                    <a:pt x="20123" y="92"/>
                    <a:pt x="20183" y="31"/>
                    <a:pt x="20244" y="1"/>
                  </a:cubicBezTo>
                  <a:close/>
                  <a:moveTo>
                    <a:pt x="20031" y="92"/>
                  </a:moveTo>
                  <a:lnTo>
                    <a:pt x="19424" y="335"/>
                  </a:lnTo>
                  <a:lnTo>
                    <a:pt x="17144" y="1247"/>
                  </a:lnTo>
                  <a:lnTo>
                    <a:pt x="9666" y="4286"/>
                  </a:lnTo>
                  <a:lnTo>
                    <a:pt x="5563" y="5989"/>
                  </a:lnTo>
                  <a:cubicBezTo>
                    <a:pt x="4408" y="6444"/>
                    <a:pt x="3314" y="6961"/>
                    <a:pt x="2280" y="7569"/>
                  </a:cubicBezTo>
                  <a:cubicBezTo>
                    <a:pt x="1551" y="7964"/>
                    <a:pt x="943" y="8542"/>
                    <a:pt x="457" y="9210"/>
                  </a:cubicBezTo>
                  <a:cubicBezTo>
                    <a:pt x="305" y="9393"/>
                    <a:pt x="183" y="9575"/>
                    <a:pt x="92" y="9788"/>
                  </a:cubicBezTo>
                  <a:cubicBezTo>
                    <a:pt x="61" y="9849"/>
                    <a:pt x="31" y="9910"/>
                    <a:pt x="1" y="10001"/>
                  </a:cubicBezTo>
                  <a:cubicBezTo>
                    <a:pt x="31" y="10001"/>
                    <a:pt x="153" y="9697"/>
                    <a:pt x="517" y="9241"/>
                  </a:cubicBezTo>
                  <a:cubicBezTo>
                    <a:pt x="1004" y="8603"/>
                    <a:pt x="1642" y="8055"/>
                    <a:pt x="2341" y="7660"/>
                  </a:cubicBezTo>
                  <a:cubicBezTo>
                    <a:pt x="3405" y="7083"/>
                    <a:pt x="4499" y="6566"/>
                    <a:pt x="5624" y="6140"/>
                  </a:cubicBezTo>
                  <a:lnTo>
                    <a:pt x="9727" y="4438"/>
                  </a:lnTo>
                  <a:lnTo>
                    <a:pt x="17174" y="1338"/>
                  </a:lnTo>
                  <a:lnTo>
                    <a:pt x="19424" y="396"/>
                  </a:lnTo>
                  <a:lnTo>
                    <a:pt x="20031" y="92"/>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2"/>
            <p:cNvSpPr/>
            <p:nvPr/>
          </p:nvSpPr>
          <p:spPr>
            <a:xfrm>
              <a:off x="4906900" y="3820250"/>
              <a:ext cx="281925" cy="240150"/>
            </a:xfrm>
            <a:custGeom>
              <a:rect b="b" l="l" r="r" t="t"/>
              <a:pathLst>
                <a:path extrusionOk="0" h="9606" w="11277">
                  <a:moveTo>
                    <a:pt x="11277" y="1"/>
                  </a:moveTo>
                  <a:cubicBezTo>
                    <a:pt x="11125" y="122"/>
                    <a:pt x="10973" y="244"/>
                    <a:pt x="10851" y="396"/>
                  </a:cubicBezTo>
                  <a:cubicBezTo>
                    <a:pt x="10578" y="639"/>
                    <a:pt x="10183" y="1034"/>
                    <a:pt x="9696" y="1490"/>
                  </a:cubicBezTo>
                  <a:cubicBezTo>
                    <a:pt x="8754" y="2432"/>
                    <a:pt x="7356" y="3679"/>
                    <a:pt x="5806" y="4986"/>
                  </a:cubicBezTo>
                  <a:cubicBezTo>
                    <a:pt x="4225" y="6293"/>
                    <a:pt x="2766" y="7448"/>
                    <a:pt x="1702" y="8268"/>
                  </a:cubicBezTo>
                  <a:lnTo>
                    <a:pt x="426" y="9211"/>
                  </a:lnTo>
                  <a:cubicBezTo>
                    <a:pt x="274" y="9332"/>
                    <a:pt x="122" y="9454"/>
                    <a:pt x="0" y="9606"/>
                  </a:cubicBezTo>
                  <a:cubicBezTo>
                    <a:pt x="152" y="9515"/>
                    <a:pt x="335" y="9423"/>
                    <a:pt x="487" y="9302"/>
                  </a:cubicBezTo>
                  <a:cubicBezTo>
                    <a:pt x="790" y="9089"/>
                    <a:pt x="1246" y="8755"/>
                    <a:pt x="1794" y="8390"/>
                  </a:cubicBezTo>
                  <a:cubicBezTo>
                    <a:pt x="2888" y="7600"/>
                    <a:pt x="4347" y="6445"/>
                    <a:pt x="5927" y="5138"/>
                  </a:cubicBezTo>
                  <a:cubicBezTo>
                    <a:pt x="7478" y="3831"/>
                    <a:pt x="8845" y="2554"/>
                    <a:pt x="9818" y="1612"/>
                  </a:cubicBezTo>
                  <a:cubicBezTo>
                    <a:pt x="10274" y="1125"/>
                    <a:pt x="10639" y="730"/>
                    <a:pt x="10882" y="457"/>
                  </a:cubicBezTo>
                  <a:cubicBezTo>
                    <a:pt x="11034" y="305"/>
                    <a:pt x="11155" y="153"/>
                    <a:pt x="1127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2"/>
            <p:cNvSpPr/>
            <p:nvPr/>
          </p:nvSpPr>
          <p:spPr>
            <a:xfrm>
              <a:off x="5550525" y="3801250"/>
              <a:ext cx="275850" cy="319975"/>
            </a:xfrm>
            <a:custGeom>
              <a:rect b="b" l="l" r="r" t="t"/>
              <a:pathLst>
                <a:path extrusionOk="0" h="12799" w="11034">
                  <a:moveTo>
                    <a:pt x="62" y="1"/>
                  </a:moveTo>
                  <a:cubicBezTo>
                    <a:pt x="62" y="1"/>
                    <a:pt x="61" y="1"/>
                    <a:pt x="61" y="1"/>
                  </a:cubicBezTo>
                  <a:cubicBezTo>
                    <a:pt x="0" y="31"/>
                    <a:pt x="2432" y="2919"/>
                    <a:pt x="5441" y="6475"/>
                  </a:cubicBezTo>
                  <a:cubicBezTo>
                    <a:pt x="8419" y="9964"/>
                    <a:pt x="10891" y="12798"/>
                    <a:pt x="10971" y="12798"/>
                  </a:cubicBezTo>
                  <a:cubicBezTo>
                    <a:pt x="10972" y="12798"/>
                    <a:pt x="10973" y="12798"/>
                    <a:pt x="10973" y="12797"/>
                  </a:cubicBezTo>
                  <a:cubicBezTo>
                    <a:pt x="11034" y="12767"/>
                    <a:pt x="8602" y="9879"/>
                    <a:pt x="5593" y="6323"/>
                  </a:cubicBezTo>
                  <a:cubicBezTo>
                    <a:pt x="2600" y="2816"/>
                    <a:pt x="118" y="1"/>
                    <a:pt x="6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2"/>
            <p:cNvSpPr/>
            <p:nvPr/>
          </p:nvSpPr>
          <p:spPr>
            <a:xfrm>
              <a:off x="5625000" y="3594575"/>
              <a:ext cx="319175" cy="184675"/>
            </a:xfrm>
            <a:custGeom>
              <a:rect b="b" l="l" r="r" t="t"/>
              <a:pathLst>
                <a:path extrusionOk="0" h="7387" w="12767">
                  <a:moveTo>
                    <a:pt x="0" y="0"/>
                  </a:moveTo>
                  <a:cubicBezTo>
                    <a:pt x="122" y="122"/>
                    <a:pt x="274" y="274"/>
                    <a:pt x="426" y="365"/>
                  </a:cubicBezTo>
                  <a:cubicBezTo>
                    <a:pt x="730" y="608"/>
                    <a:pt x="1155" y="942"/>
                    <a:pt x="1702" y="1338"/>
                  </a:cubicBezTo>
                  <a:cubicBezTo>
                    <a:pt x="2797" y="2128"/>
                    <a:pt x="4347" y="3161"/>
                    <a:pt x="6110" y="4164"/>
                  </a:cubicBezTo>
                  <a:cubicBezTo>
                    <a:pt x="7873" y="5198"/>
                    <a:pt x="9544" y="6019"/>
                    <a:pt x="10760" y="6566"/>
                  </a:cubicBezTo>
                  <a:cubicBezTo>
                    <a:pt x="11368" y="6839"/>
                    <a:pt x="11885" y="7052"/>
                    <a:pt x="12219" y="7204"/>
                  </a:cubicBezTo>
                  <a:cubicBezTo>
                    <a:pt x="12402" y="7265"/>
                    <a:pt x="12584" y="7326"/>
                    <a:pt x="12766" y="7386"/>
                  </a:cubicBezTo>
                  <a:cubicBezTo>
                    <a:pt x="12614" y="7295"/>
                    <a:pt x="12432" y="7204"/>
                    <a:pt x="12250" y="7113"/>
                  </a:cubicBezTo>
                  <a:lnTo>
                    <a:pt x="10821" y="6444"/>
                  </a:lnTo>
                  <a:cubicBezTo>
                    <a:pt x="9636" y="5867"/>
                    <a:pt x="7964" y="5015"/>
                    <a:pt x="6201" y="4012"/>
                  </a:cubicBezTo>
                  <a:cubicBezTo>
                    <a:pt x="4438" y="2979"/>
                    <a:pt x="2888" y="1976"/>
                    <a:pt x="1793" y="1216"/>
                  </a:cubicBezTo>
                  <a:cubicBezTo>
                    <a:pt x="1246" y="851"/>
                    <a:pt x="821" y="547"/>
                    <a:pt x="486" y="304"/>
                  </a:cubicBezTo>
                  <a:cubicBezTo>
                    <a:pt x="334" y="183"/>
                    <a:pt x="183" y="91"/>
                    <a:pt x="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2"/>
            <p:cNvSpPr/>
            <p:nvPr/>
          </p:nvSpPr>
          <p:spPr>
            <a:xfrm>
              <a:off x="5696425" y="3450950"/>
              <a:ext cx="31175" cy="224950"/>
            </a:xfrm>
            <a:custGeom>
              <a:rect b="b" l="l" r="r" t="t"/>
              <a:pathLst>
                <a:path extrusionOk="0" h="8998" w="1247">
                  <a:moveTo>
                    <a:pt x="61" y="0"/>
                  </a:moveTo>
                  <a:lnTo>
                    <a:pt x="61" y="0"/>
                  </a:lnTo>
                  <a:cubicBezTo>
                    <a:pt x="0" y="0"/>
                    <a:pt x="213" y="2037"/>
                    <a:pt x="517" y="4529"/>
                  </a:cubicBezTo>
                  <a:cubicBezTo>
                    <a:pt x="821" y="6991"/>
                    <a:pt x="1125" y="8998"/>
                    <a:pt x="1186" y="8998"/>
                  </a:cubicBezTo>
                  <a:cubicBezTo>
                    <a:pt x="1247" y="8998"/>
                    <a:pt x="1034" y="6961"/>
                    <a:pt x="699" y="4499"/>
                  </a:cubicBezTo>
                  <a:cubicBezTo>
                    <a:pt x="395" y="2007"/>
                    <a:pt x="92" y="0"/>
                    <a:pt x="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2"/>
            <p:cNvSpPr/>
            <p:nvPr/>
          </p:nvSpPr>
          <p:spPr>
            <a:xfrm>
              <a:off x="5304325" y="2642425"/>
              <a:ext cx="144400" cy="142125"/>
            </a:xfrm>
            <a:custGeom>
              <a:rect b="b" l="l" r="r" t="t"/>
              <a:pathLst>
                <a:path extrusionOk="0" h="5685" w="5776">
                  <a:moveTo>
                    <a:pt x="2553" y="1"/>
                  </a:moveTo>
                  <a:cubicBezTo>
                    <a:pt x="2553" y="1"/>
                    <a:pt x="2493" y="61"/>
                    <a:pt x="2371" y="244"/>
                  </a:cubicBezTo>
                  <a:lnTo>
                    <a:pt x="1854" y="852"/>
                  </a:lnTo>
                  <a:lnTo>
                    <a:pt x="61" y="3071"/>
                  </a:lnTo>
                  <a:lnTo>
                    <a:pt x="0" y="3131"/>
                  </a:lnTo>
                  <a:lnTo>
                    <a:pt x="61" y="3192"/>
                  </a:lnTo>
                  <a:cubicBezTo>
                    <a:pt x="912" y="3861"/>
                    <a:pt x="1885" y="4651"/>
                    <a:pt x="2918" y="5472"/>
                  </a:cubicBezTo>
                  <a:lnTo>
                    <a:pt x="3131" y="5624"/>
                  </a:lnTo>
                  <a:lnTo>
                    <a:pt x="3222" y="5685"/>
                  </a:lnTo>
                  <a:lnTo>
                    <a:pt x="3283" y="5593"/>
                  </a:lnTo>
                  <a:cubicBezTo>
                    <a:pt x="4195" y="4438"/>
                    <a:pt x="5015" y="3374"/>
                    <a:pt x="5715" y="2493"/>
                  </a:cubicBezTo>
                  <a:lnTo>
                    <a:pt x="5775" y="2432"/>
                  </a:lnTo>
                  <a:lnTo>
                    <a:pt x="5715" y="2371"/>
                  </a:lnTo>
                  <a:lnTo>
                    <a:pt x="3800" y="912"/>
                  </a:lnTo>
                  <a:lnTo>
                    <a:pt x="3283" y="517"/>
                  </a:lnTo>
                  <a:cubicBezTo>
                    <a:pt x="3161" y="426"/>
                    <a:pt x="3070" y="396"/>
                    <a:pt x="3070" y="396"/>
                  </a:cubicBezTo>
                  <a:lnTo>
                    <a:pt x="3070" y="396"/>
                  </a:lnTo>
                  <a:cubicBezTo>
                    <a:pt x="3131" y="456"/>
                    <a:pt x="3192" y="517"/>
                    <a:pt x="3252" y="578"/>
                  </a:cubicBezTo>
                  <a:lnTo>
                    <a:pt x="3769" y="1004"/>
                  </a:lnTo>
                  <a:lnTo>
                    <a:pt x="5565" y="2475"/>
                  </a:lnTo>
                  <a:lnTo>
                    <a:pt x="3211" y="5439"/>
                  </a:lnTo>
                  <a:lnTo>
                    <a:pt x="3211" y="5439"/>
                  </a:lnTo>
                  <a:lnTo>
                    <a:pt x="3040" y="5289"/>
                  </a:lnTo>
                  <a:lnTo>
                    <a:pt x="240" y="3086"/>
                  </a:lnTo>
                  <a:lnTo>
                    <a:pt x="1915" y="882"/>
                  </a:lnTo>
                  <a:lnTo>
                    <a:pt x="2401" y="244"/>
                  </a:lnTo>
                  <a:cubicBezTo>
                    <a:pt x="2462" y="183"/>
                    <a:pt x="2523" y="92"/>
                    <a:pt x="255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2"/>
            <p:cNvSpPr/>
            <p:nvPr/>
          </p:nvSpPr>
          <p:spPr>
            <a:xfrm>
              <a:off x="5213900" y="3438400"/>
              <a:ext cx="411125" cy="355275"/>
            </a:xfrm>
            <a:custGeom>
              <a:rect b="b" l="l" r="r" t="t"/>
              <a:pathLst>
                <a:path extrusionOk="0" h="14211" w="16445">
                  <a:moveTo>
                    <a:pt x="10441" y="1"/>
                  </a:moveTo>
                  <a:cubicBezTo>
                    <a:pt x="10175" y="1"/>
                    <a:pt x="9909" y="138"/>
                    <a:pt x="9757" y="411"/>
                  </a:cubicBezTo>
                  <a:cubicBezTo>
                    <a:pt x="9544" y="989"/>
                    <a:pt x="9939" y="2782"/>
                    <a:pt x="11216" y="4545"/>
                  </a:cubicBezTo>
                  <a:lnTo>
                    <a:pt x="11277" y="4606"/>
                  </a:lnTo>
                  <a:cubicBezTo>
                    <a:pt x="11836" y="5424"/>
                    <a:pt x="11478" y="5679"/>
                    <a:pt x="10808" y="5679"/>
                  </a:cubicBezTo>
                  <a:cubicBezTo>
                    <a:pt x="9985" y="5679"/>
                    <a:pt x="8692" y="5293"/>
                    <a:pt x="8055" y="5092"/>
                  </a:cubicBezTo>
                  <a:cubicBezTo>
                    <a:pt x="7025" y="4802"/>
                    <a:pt x="4021" y="4098"/>
                    <a:pt x="2992" y="4098"/>
                  </a:cubicBezTo>
                  <a:cubicBezTo>
                    <a:pt x="2837" y="4098"/>
                    <a:pt x="2727" y="4114"/>
                    <a:pt x="2675" y="4150"/>
                  </a:cubicBezTo>
                  <a:cubicBezTo>
                    <a:pt x="2097" y="4575"/>
                    <a:pt x="2462" y="5275"/>
                    <a:pt x="3678" y="5609"/>
                  </a:cubicBezTo>
                  <a:cubicBezTo>
                    <a:pt x="4894" y="5913"/>
                    <a:pt x="8450" y="7129"/>
                    <a:pt x="8268" y="7737"/>
                  </a:cubicBezTo>
                  <a:cubicBezTo>
                    <a:pt x="8236" y="7830"/>
                    <a:pt x="8078" y="7870"/>
                    <a:pt x="7830" y="7870"/>
                  </a:cubicBezTo>
                  <a:cubicBezTo>
                    <a:pt x="6392" y="7870"/>
                    <a:pt x="1945" y="6521"/>
                    <a:pt x="1945" y="6521"/>
                  </a:cubicBezTo>
                  <a:cubicBezTo>
                    <a:pt x="1945" y="6521"/>
                    <a:pt x="1462" y="6297"/>
                    <a:pt x="1038" y="6297"/>
                  </a:cubicBezTo>
                  <a:cubicBezTo>
                    <a:pt x="782" y="6297"/>
                    <a:pt x="548" y="6379"/>
                    <a:pt x="456" y="6642"/>
                  </a:cubicBezTo>
                  <a:cubicBezTo>
                    <a:pt x="0" y="7949"/>
                    <a:pt x="6626" y="9408"/>
                    <a:pt x="7265" y="9530"/>
                  </a:cubicBezTo>
                  <a:cubicBezTo>
                    <a:pt x="7684" y="9614"/>
                    <a:pt x="7563" y="10213"/>
                    <a:pt x="7162" y="10213"/>
                  </a:cubicBezTo>
                  <a:cubicBezTo>
                    <a:pt x="7127" y="10213"/>
                    <a:pt x="7091" y="10208"/>
                    <a:pt x="7052" y="10199"/>
                  </a:cubicBezTo>
                  <a:cubicBezTo>
                    <a:pt x="6693" y="10109"/>
                    <a:pt x="3576" y="9078"/>
                    <a:pt x="1768" y="9078"/>
                  </a:cubicBezTo>
                  <a:cubicBezTo>
                    <a:pt x="1123" y="9078"/>
                    <a:pt x="645" y="9209"/>
                    <a:pt x="517" y="9560"/>
                  </a:cubicBezTo>
                  <a:cubicBezTo>
                    <a:pt x="182" y="10563"/>
                    <a:pt x="5958" y="10807"/>
                    <a:pt x="6930" y="11840"/>
                  </a:cubicBezTo>
                  <a:cubicBezTo>
                    <a:pt x="7171" y="12104"/>
                    <a:pt x="7001" y="12192"/>
                    <a:pt x="6609" y="12192"/>
                  </a:cubicBezTo>
                  <a:cubicBezTo>
                    <a:pt x="5842" y="12192"/>
                    <a:pt x="4226" y="11857"/>
                    <a:pt x="3180" y="11857"/>
                  </a:cubicBezTo>
                  <a:cubicBezTo>
                    <a:pt x="2668" y="11857"/>
                    <a:pt x="2293" y="11937"/>
                    <a:pt x="2219" y="12174"/>
                  </a:cubicBezTo>
                  <a:cubicBezTo>
                    <a:pt x="2097" y="12539"/>
                    <a:pt x="2067" y="12843"/>
                    <a:pt x="5259" y="13360"/>
                  </a:cubicBezTo>
                  <a:cubicBezTo>
                    <a:pt x="7964" y="13816"/>
                    <a:pt x="10699" y="14089"/>
                    <a:pt x="13435" y="14211"/>
                  </a:cubicBezTo>
                  <a:lnTo>
                    <a:pt x="16444" y="6642"/>
                  </a:lnTo>
                  <a:cubicBezTo>
                    <a:pt x="15988" y="6338"/>
                    <a:pt x="14408" y="4667"/>
                    <a:pt x="13769" y="4211"/>
                  </a:cubicBezTo>
                  <a:cubicBezTo>
                    <a:pt x="13253" y="3816"/>
                    <a:pt x="12766" y="3329"/>
                    <a:pt x="12402" y="2782"/>
                  </a:cubicBezTo>
                  <a:cubicBezTo>
                    <a:pt x="11976" y="2174"/>
                    <a:pt x="11581" y="1536"/>
                    <a:pt x="11277" y="837"/>
                  </a:cubicBezTo>
                  <a:cubicBezTo>
                    <a:pt x="11277" y="806"/>
                    <a:pt x="11246" y="746"/>
                    <a:pt x="11246" y="685"/>
                  </a:cubicBezTo>
                  <a:cubicBezTo>
                    <a:pt x="11216" y="594"/>
                    <a:pt x="11186" y="502"/>
                    <a:pt x="11125" y="411"/>
                  </a:cubicBezTo>
                  <a:cubicBezTo>
                    <a:pt x="10973" y="138"/>
                    <a:pt x="10707" y="1"/>
                    <a:pt x="10441"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52"/>
          <p:cNvGrpSpPr/>
          <p:nvPr/>
        </p:nvGrpSpPr>
        <p:grpSpPr>
          <a:xfrm>
            <a:off x="295150" y="1644729"/>
            <a:ext cx="830525" cy="1206920"/>
            <a:chOff x="3084675" y="2302575"/>
            <a:chExt cx="1636825" cy="2239600"/>
          </a:xfrm>
        </p:grpSpPr>
        <p:sp>
          <p:nvSpPr>
            <p:cNvPr id="854" name="Google Shape;854;p52"/>
            <p:cNvSpPr/>
            <p:nvPr/>
          </p:nvSpPr>
          <p:spPr>
            <a:xfrm>
              <a:off x="3178900" y="3619650"/>
              <a:ext cx="464325" cy="532700"/>
            </a:xfrm>
            <a:custGeom>
              <a:rect b="b" l="l" r="r" t="t"/>
              <a:pathLst>
                <a:path extrusionOk="0" h="21308" w="18573">
                  <a:moveTo>
                    <a:pt x="10305" y="0"/>
                  </a:moveTo>
                  <a:lnTo>
                    <a:pt x="0" y="6140"/>
                  </a:lnTo>
                  <a:lnTo>
                    <a:pt x="5928" y="21308"/>
                  </a:lnTo>
                  <a:lnTo>
                    <a:pt x="18572" y="21308"/>
                  </a:lnTo>
                  <a:lnTo>
                    <a:pt x="10305" y="0"/>
                  </a:lnTo>
                  <a:close/>
                </a:path>
              </a:pathLst>
            </a:custGeom>
            <a:solidFill>
              <a:srgbClr val="B788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2"/>
            <p:cNvSpPr/>
            <p:nvPr/>
          </p:nvSpPr>
          <p:spPr>
            <a:xfrm>
              <a:off x="3691825" y="2342275"/>
              <a:ext cx="699875" cy="987025"/>
            </a:xfrm>
            <a:custGeom>
              <a:rect b="b" l="l" r="r" t="t"/>
              <a:pathLst>
                <a:path extrusionOk="0" h="39481" w="27995">
                  <a:moveTo>
                    <a:pt x="7843" y="0"/>
                  </a:moveTo>
                  <a:cubicBezTo>
                    <a:pt x="5411" y="1490"/>
                    <a:pt x="3709" y="3982"/>
                    <a:pt x="2706" y="6657"/>
                  </a:cubicBezTo>
                  <a:cubicBezTo>
                    <a:pt x="1703" y="9332"/>
                    <a:pt x="1338" y="12189"/>
                    <a:pt x="1034" y="15016"/>
                  </a:cubicBezTo>
                  <a:cubicBezTo>
                    <a:pt x="244" y="22523"/>
                    <a:pt x="0" y="30062"/>
                    <a:pt x="244" y="37600"/>
                  </a:cubicBezTo>
                  <a:cubicBezTo>
                    <a:pt x="7665" y="38530"/>
                    <a:pt x="15126" y="39481"/>
                    <a:pt x="22595" y="39481"/>
                  </a:cubicBezTo>
                  <a:cubicBezTo>
                    <a:pt x="24395" y="39481"/>
                    <a:pt x="26195" y="39426"/>
                    <a:pt x="27995" y="39302"/>
                  </a:cubicBezTo>
                  <a:cubicBezTo>
                    <a:pt x="26384" y="28724"/>
                    <a:pt x="25350" y="18177"/>
                    <a:pt x="26658" y="7538"/>
                  </a:cubicBezTo>
                  <a:lnTo>
                    <a:pt x="7843"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2"/>
            <p:cNvSpPr/>
            <p:nvPr/>
          </p:nvSpPr>
          <p:spPr>
            <a:xfrm>
              <a:off x="3148500" y="3108525"/>
              <a:ext cx="1549450" cy="1433650"/>
            </a:xfrm>
            <a:custGeom>
              <a:rect b="b" l="l" r="r" t="t"/>
              <a:pathLst>
                <a:path extrusionOk="0" h="57346" w="61978">
                  <a:moveTo>
                    <a:pt x="31228" y="0"/>
                  </a:moveTo>
                  <a:cubicBezTo>
                    <a:pt x="25427" y="0"/>
                    <a:pt x="19571" y="1049"/>
                    <a:pt x="13405" y="3150"/>
                  </a:cubicBezTo>
                  <a:cubicBezTo>
                    <a:pt x="13405" y="3150"/>
                    <a:pt x="7964" y="4609"/>
                    <a:pt x="5320" y="11691"/>
                  </a:cubicBezTo>
                  <a:cubicBezTo>
                    <a:pt x="2675" y="18804"/>
                    <a:pt x="1" y="29230"/>
                    <a:pt x="1" y="29230"/>
                  </a:cubicBezTo>
                  <a:lnTo>
                    <a:pt x="12189" y="33546"/>
                  </a:lnTo>
                  <a:lnTo>
                    <a:pt x="12280" y="31479"/>
                  </a:lnTo>
                  <a:lnTo>
                    <a:pt x="14986" y="41813"/>
                  </a:lnTo>
                  <a:lnTo>
                    <a:pt x="9058" y="56829"/>
                  </a:lnTo>
                  <a:lnTo>
                    <a:pt x="29697" y="57345"/>
                  </a:lnTo>
                  <a:lnTo>
                    <a:pt x="50245" y="57194"/>
                  </a:lnTo>
                  <a:lnTo>
                    <a:pt x="43558" y="43637"/>
                  </a:lnTo>
                  <a:lnTo>
                    <a:pt x="46111" y="33728"/>
                  </a:lnTo>
                  <a:cubicBezTo>
                    <a:pt x="46415" y="35825"/>
                    <a:pt x="46658" y="37649"/>
                    <a:pt x="46658" y="37649"/>
                  </a:cubicBezTo>
                  <a:lnTo>
                    <a:pt x="61066" y="36889"/>
                  </a:lnTo>
                  <a:cubicBezTo>
                    <a:pt x="61582" y="36859"/>
                    <a:pt x="61977" y="36373"/>
                    <a:pt x="61917" y="35856"/>
                  </a:cubicBezTo>
                  <a:lnTo>
                    <a:pt x="59120" y="16038"/>
                  </a:lnTo>
                  <a:cubicBezTo>
                    <a:pt x="59120" y="16038"/>
                    <a:pt x="58208" y="6828"/>
                    <a:pt x="49515" y="3393"/>
                  </a:cubicBezTo>
                  <a:lnTo>
                    <a:pt x="49454" y="3393"/>
                  </a:lnTo>
                  <a:cubicBezTo>
                    <a:pt x="49120" y="3272"/>
                    <a:pt x="48755" y="3150"/>
                    <a:pt x="48391" y="3029"/>
                  </a:cubicBezTo>
                  <a:cubicBezTo>
                    <a:pt x="42563" y="1011"/>
                    <a:pt x="36922" y="0"/>
                    <a:pt x="31228"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2"/>
            <p:cNvSpPr/>
            <p:nvPr/>
          </p:nvSpPr>
          <p:spPr>
            <a:xfrm>
              <a:off x="3084675" y="3836225"/>
              <a:ext cx="1327550" cy="538300"/>
            </a:xfrm>
            <a:custGeom>
              <a:rect b="b" l="l" r="r" t="t"/>
              <a:pathLst>
                <a:path extrusionOk="0" h="21532" w="53102">
                  <a:moveTo>
                    <a:pt x="2554" y="0"/>
                  </a:moveTo>
                  <a:lnTo>
                    <a:pt x="1186" y="6444"/>
                  </a:lnTo>
                  <a:cubicBezTo>
                    <a:pt x="0" y="12006"/>
                    <a:pt x="4134" y="17721"/>
                    <a:pt x="9788" y="18359"/>
                  </a:cubicBezTo>
                  <a:lnTo>
                    <a:pt x="39849" y="21459"/>
                  </a:lnTo>
                  <a:cubicBezTo>
                    <a:pt x="40295" y="21508"/>
                    <a:pt x="40738" y="21532"/>
                    <a:pt x="41176" y="21532"/>
                  </a:cubicBezTo>
                  <a:cubicBezTo>
                    <a:pt x="47307" y="21532"/>
                    <a:pt x="52534" y="16879"/>
                    <a:pt x="53102" y="10638"/>
                  </a:cubicBezTo>
                  <a:lnTo>
                    <a:pt x="15198" y="7021"/>
                  </a:lnTo>
                  <a:lnTo>
                    <a:pt x="15441" y="3374"/>
                  </a:lnTo>
                  <a:lnTo>
                    <a:pt x="2554"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2"/>
            <p:cNvSpPr/>
            <p:nvPr/>
          </p:nvSpPr>
          <p:spPr>
            <a:xfrm>
              <a:off x="4083925" y="3835775"/>
              <a:ext cx="430900" cy="270975"/>
            </a:xfrm>
            <a:custGeom>
              <a:rect b="b" l="l" r="r" t="t"/>
              <a:pathLst>
                <a:path extrusionOk="0" h="10839" w="17236">
                  <a:moveTo>
                    <a:pt x="11455" y="0"/>
                  </a:moveTo>
                  <a:cubicBezTo>
                    <a:pt x="10351" y="0"/>
                    <a:pt x="9423" y="13"/>
                    <a:pt x="9089" y="48"/>
                  </a:cubicBezTo>
                  <a:cubicBezTo>
                    <a:pt x="8056" y="140"/>
                    <a:pt x="2524" y="6188"/>
                    <a:pt x="2524" y="6188"/>
                  </a:cubicBezTo>
                  <a:lnTo>
                    <a:pt x="183" y="6614"/>
                  </a:lnTo>
                  <a:lnTo>
                    <a:pt x="1" y="10839"/>
                  </a:lnTo>
                  <a:lnTo>
                    <a:pt x="5958" y="10839"/>
                  </a:lnTo>
                  <a:lnTo>
                    <a:pt x="10426" y="7283"/>
                  </a:lnTo>
                  <a:lnTo>
                    <a:pt x="14955" y="7708"/>
                  </a:lnTo>
                  <a:cubicBezTo>
                    <a:pt x="14973" y="7710"/>
                    <a:pt x="14990" y="7711"/>
                    <a:pt x="15007" y="7711"/>
                  </a:cubicBezTo>
                  <a:cubicBezTo>
                    <a:pt x="15293" y="7711"/>
                    <a:pt x="15565" y="7478"/>
                    <a:pt x="15594" y="7191"/>
                  </a:cubicBezTo>
                  <a:cubicBezTo>
                    <a:pt x="15654" y="6857"/>
                    <a:pt x="15442" y="6583"/>
                    <a:pt x="15138" y="6523"/>
                  </a:cubicBezTo>
                  <a:lnTo>
                    <a:pt x="10882" y="5611"/>
                  </a:lnTo>
                  <a:lnTo>
                    <a:pt x="10730" y="5216"/>
                  </a:lnTo>
                  <a:lnTo>
                    <a:pt x="10730" y="5216"/>
                  </a:lnTo>
                  <a:cubicBezTo>
                    <a:pt x="10731" y="5216"/>
                    <a:pt x="13580" y="5321"/>
                    <a:pt x="14794" y="5321"/>
                  </a:cubicBezTo>
                  <a:cubicBezTo>
                    <a:pt x="15036" y="5321"/>
                    <a:pt x="15214" y="5317"/>
                    <a:pt x="15290" y="5307"/>
                  </a:cubicBezTo>
                  <a:cubicBezTo>
                    <a:pt x="16627" y="5124"/>
                    <a:pt x="16354" y="4547"/>
                    <a:pt x="16354" y="4547"/>
                  </a:cubicBezTo>
                  <a:cubicBezTo>
                    <a:pt x="16354" y="4304"/>
                    <a:pt x="15715" y="4182"/>
                    <a:pt x="15472" y="4152"/>
                  </a:cubicBezTo>
                  <a:lnTo>
                    <a:pt x="10761" y="3483"/>
                  </a:lnTo>
                  <a:lnTo>
                    <a:pt x="10761" y="3179"/>
                  </a:lnTo>
                  <a:lnTo>
                    <a:pt x="15411" y="3027"/>
                  </a:lnTo>
                  <a:cubicBezTo>
                    <a:pt x="17235" y="2875"/>
                    <a:pt x="16870" y="1963"/>
                    <a:pt x="16293" y="1933"/>
                  </a:cubicBezTo>
                  <a:lnTo>
                    <a:pt x="10730" y="1842"/>
                  </a:lnTo>
                  <a:lnTo>
                    <a:pt x="10761" y="1386"/>
                  </a:lnTo>
                  <a:lnTo>
                    <a:pt x="16323" y="1173"/>
                  </a:lnTo>
                  <a:cubicBezTo>
                    <a:pt x="16627" y="1173"/>
                    <a:pt x="16870" y="930"/>
                    <a:pt x="16870" y="626"/>
                  </a:cubicBezTo>
                  <a:cubicBezTo>
                    <a:pt x="16870" y="292"/>
                    <a:pt x="16627" y="48"/>
                    <a:pt x="16293" y="48"/>
                  </a:cubicBezTo>
                  <a:cubicBezTo>
                    <a:pt x="15295" y="30"/>
                    <a:pt x="13165" y="0"/>
                    <a:pt x="11455"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2"/>
            <p:cNvSpPr/>
            <p:nvPr/>
          </p:nvSpPr>
          <p:spPr>
            <a:xfrm>
              <a:off x="3719175" y="3089425"/>
              <a:ext cx="491675" cy="768125"/>
            </a:xfrm>
            <a:custGeom>
              <a:rect b="b" l="l" r="r" t="t"/>
              <a:pathLst>
                <a:path extrusionOk="0" h="30725" w="19667">
                  <a:moveTo>
                    <a:pt x="6578" y="1"/>
                  </a:moveTo>
                  <a:cubicBezTo>
                    <a:pt x="4246" y="1"/>
                    <a:pt x="1943" y="268"/>
                    <a:pt x="1" y="996"/>
                  </a:cubicBezTo>
                  <a:cubicBezTo>
                    <a:pt x="1" y="996"/>
                    <a:pt x="5826" y="30724"/>
                    <a:pt x="7912" y="30724"/>
                  </a:cubicBezTo>
                  <a:cubicBezTo>
                    <a:pt x="7919" y="30724"/>
                    <a:pt x="7927" y="30724"/>
                    <a:pt x="7934" y="30723"/>
                  </a:cubicBezTo>
                  <a:cubicBezTo>
                    <a:pt x="9971" y="30510"/>
                    <a:pt x="19667" y="2030"/>
                    <a:pt x="19667" y="2030"/>
                  </a:cubicBezTo>
                  <a:cubicBezTo>
                    <a:pt x="19667" y="2030"/>
                    <a:pt x="13007" y="1"/>
                    <a:pt x="6578"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52"/>
            <p:cNvSpPr/>
            <p:nvPr/>
          </p:nvSpPr>
          <p:spPr>
            <a:xfrm>
              <a:off x="4364325" y="3608250"/>
              <a:ext cx="5350" cy="230275"/>
            </a:xfrm>
            <a:custGeom>
              <a:rect b="b" l="l" r="r" t="t"/>
              <a:pathLst>
                <a:path extrusionOk="0" h="9211" w="214">
                  <a:moveTo>
                    <a:pt x="92" y="0"/>
                  </a:moveTo>
                  <a:cubicBezTo>
                    <a:pt x="61" y="0"/>
                    <a:pt x="1" y="2067"/>
                    <a:pt x="1" y="4620"/>
                  </a:cubicBezTo>
                  <a:cubicBezTo>
                    <a:pt x="1" y="7143"/>
                    <a:pt x="61" y="9210"/>
                    <a:pt x="92" y="9210"/>
                  </a:cubicBezTo>
                  <a:cubicBezTo>
                    <a:pt x="153" y="9210"/>
                    <a:pt x="213" y="7143"/>
                    <a:pt x="213" y="4620"/>
                  </a:cubicBezTo>
                  <a:cubicBezTo>
                    <a:pt x="213" y="2067"/>
                    <a:pt x="153" y="0"/>
                    <a:pt x="9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2"/>
            <p:cNvSpPr/>
            <p:nvPr/>
          </p:nvSpPr>
          <p:spPr>
            <a:xfrm>
              <a:off x="3468425" y="3618125"/>
              <a:ext cx="32700" cy="225700"/>
            </a:xfrm>
            <a:custGeom>
              <a:rect b="b" l="l" r="r" t="t"/>
              <a:pathLst>
                <a:path extrusionOk="0" h="9028" w="1308">
                  <a:moveTo>
                    <a:pt x="1307" y="0"/>
                  </a:moveTo>
                  <a:cubicBezTo>
                    <a:pt x="1186" y="456"/>
                    <a:pt x="1094" y="882"/>
                    <a:pt x="1034" y="1338"/>
                  </a:cubicBezTo>
                  <a:cubicBezTo>
                    <a:pt x="912" y="2128"/>
                    <a:pt x="730" y="3253"/>
                    <a:pt x="547" y="4499"/>
                  </a:cubicBezTo>
                  <a:cubicBezTo>
                    <a:pt x="365" y="5745"/>
                    <a:pt x="213" y="6870"/>
                    <a:pt x="122" y="7691"/>
                  </a:cubicBezTo>
                  <a:cubicBezTo>
                    <a:pt x="31" y="8116"/>
                    <a:pt x="0" y="8572"/>
                    <a:pt x="0" y="9028"/>
                  </a:cubicBezTo>
                  <a:cubicBezTo>
                    <a:pt x="122" y="8572"/>
                    <a:pt x="213" y="8146"/>
                    <a:pt x="274" y="7721"/>
                  </a:cubicBezTo>
                  <a:cubicBezTo>
                    <a:pt x="395" y="6900"/>
                    <a:pt x="578" y="5776"/>
                    <a:pt x="760" y="4529"/>
                  </a:cubicBezTo>
                  <a:cubicBezTo>
                    <a:pt x="942" y="3283"/>
                    <a:pt x="1094" y="2159"/>
                    <a:pt x="1186" y="1338"/>
                  </a:cubicBezTo>
                  <a:cubicBezTo>
                    <a:pt x="1246" y="912"/>
                    <a:pt x="1307" y="456"/>
                    <a:pt x="13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52"/>
            <p:cNvSpPr/>
            <p:nvPr/>
          </p:nvSpPr>
          <p:spPr>
            <a:xfrm>
              <a:off x="3890925" y="3859775"/>
              <a:ext cx="23575" cy="681650"/>
            </a:xfrm>
            <a:custGeom>
              <a:rect b="b" l="l" r="r" t="t"/>
              <a:pathLst>
                <a:path extrusionOk="0" h="27266" w="943">
                  <a:moveTo>
                    <a:pt x="942" y="0"/>
                  </a:moveTo>
                  <a:cubicBezTo>
                    <a:pt x="912" y="91"/>
                    <a:pt x="912" y="183"/>
                    <a:pt x="912" y="274"/>
                  </a:cubicBezTo>
                  <a:cubicBezTo>
                    <a:pt x="882" y="487"/>
                    <a:pt x="882" y="760"/>
                    <a:pt x="882" y="1064"/>
                  </a:cubicBezTo>
                  <a:cubicBezTo>
                    <a:pt x="851" y="1794"/>
                    <a:pt x="821" y="2797"/>
                    <a:pt x="790" y="4012"/>
                  </a:cubicBezTo>
                  <a:cubicBezTo>
                    <a:pt x="699" y="6475"/>
                    <a:pt x="547" y="9879"/>
                    <a:pt x="395" y="13648"/>
                  </a:cubicBezTo>
                  <a:cubicBezTo>
                    <a:pt x="213" y="17387"/>
                    <a:pt x="91" y="20821"/>
                    <a:pt x="31" y="23283"/>
                  </a:cubicBezTo>
                  <a:cubicBezTo>
                    <a:pt x="0" y="24499"/>
                    <a:pt x="0" y="25502"/>
                    <a:pt x="0" y="26201"/>
                  </a:cubicBezTo>
                  <a:lnTo>
                    <a:pt x="0" y="26992"/>
                  </a:lnTo>
                  <a:cubicBezTo>
                    <a:pt x="0" y="27083"/>
                    <a:pt x="0" y="27174"/>
                    <a:pt x="0" y="27265"/>
                  </a:cubicBezTo>
                  <a:cubicBezTo>
                    <a:pt x="31" y="27174"/>
                    <a:pt x="31" y="27083"/>
                    <a:pt x="31" y="26992"/>
                  </a:cubicBezTo>
                  <a:cubicBezTo>
                    <a:pt x="61" y="26809"/>
                    <a:pt x="61" y="26536"/>
                    <a:pt x="61" y="26201"/>
                  </a:cubicBezTo>
                  <a:cubicBezTo>
                    <a:pt x="91" y="25502"/>
                    <a:pt x="122" y="24499"/>
                    <a:pt x="152" y="23283"/>
                  </a:cubicBezTo>
                  <a:cubicBezTo>
                    <a:pt x="243" y="20821"/>
                    <a:pt x="395" y="17417"/>
                    <a:pt x="547" y="13648"/>
                  </a:cubicBezTo>
                  <a:cubicBezTo>
                    <a:pt x="730" y="9879"/>
                    <a:pt x="851" y="6475"/>
                    <a:pt x="912" y="4012"/>
                  </a:cubicBezTo>
                  <a:cubicBezTo>
                    <a:pt x="942" y="2766"/>
                    <a:pt x="942" y="1763"/>
                    <a:pt x="942" y="1095"/>
                  </a:cubicBezTo>
                  <a:lnTo>
                    <a:pt x="942" y="274"/>
                  </a:lnTo>
                  <a:cubicBezTo>
                    <a:pt x="942" y="183"/>
                    <a:pt x="942" y="91"/>
                    <a:pt x="94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52"/>
            <p:cNvSpPr/>
            <p:nvPr/>
          </p:nvSpPr>
          <p:spPr>
            <a:xfrm>
              <a:off x="3910675" y="3138625"/>
              <a:ext cx="367800" cy="739400"/>
            </a:xfrm>
            <a:custGeom>
              <a:rect b="b" l="l" r="r" t="t"/>
              <a:pathLst>
                <a:path extrusionOk="0" h="29576" w="14712">
                  <a:moveTo>
                    <a:pt x="11946" y="1"/>
                  </a:moveTo>
                  <a:cubicBezTo>
                    <a:pt x="11946" y="31"/>
                    <a:pt x="11946" y="62"/>
                    <a:pt x="11946" y="92"/>
                  </a:cubicBezTo>
                  <a:cubicBezTo>
                    <a:pt x="11946" y="183"/>
                    <a:pt x="11946" y="274"/>
                    <a:pt x="11946" y="366"/>
                  </a:cubicBezTo>
                  <a:cubicBezTo>
                    <a:pt x="12007" y="730"/>
                    <a:pt x="12098" y="1095"/>
                    <a:pt x="12220" y="1429"/>
                  </a:cubicBezTo>
                  <a:cubicBezTo>
                    <a:pt x="12432" y="1977"/>
                    <a:pt x="12675" y="2493"/>
                    <a:pt x="12949" y="2980"/>
                  </a:cubicBezTo>
                  <a:cubicBezTo>
                    <a:pt x="13344" y="3648"/>
                    <a:pt x="13679" y="4317"/>
                    <a:pt x="14013" y="4986"/>
                  </a:cubicBezTo>
                  <a:cubicBezTo>
                    <a:pt x="14408" y="5806"/>
                    <a:pt x="14560" y="6718"/>
                    <a:pt x="14438" y="7630"/>
                  </a:cubicBezTo>
                  <a:cubicBezTo>
                    <a:pt x="14286" y="8603"/>
                    <a:pt x="13557" y="9454"/>
                    <a:pt x="12767" y="10214"/>
                  </a:cubicBezTo>
                  <a:cubicBezTo>
                    <a:pt x="11916" y="11004"/>
                    <a:pt x="11156" y="11886"/>
                    <a:pt x="10457" y="12828"/>
                  </a:cubicBezTo>
                  <a:cubicBezTo>
                    <a:pt x="9727" y="13861"/>
                    <a:pt x="9302" y="15107"/>
                    <a:pt x="9271" y="16384"/>
                  </a:cubicBezTo>
                  <a:cubicBezTo>
                    <a:pt x="9241" y="17022"/>
                    <a:pt x="9393" y="17661"/>
                    <a:pt x="9666" y="18269"/>
                  </a:cubicBezTo>
                  <a:cubicBezTo>
                    <a:pt x="9940" y="18816"/>
                    <a:pt x="10183" y="19363"/>
                    <a:pt x="10396" y="19940"/>
                  </a:cubicBezTo>
                  <a:cubicBezTo>
                    <a:pt x="10487" y="20214"/>
                    <a:pt x="10548" y="20518"/>
                    <a:pt x="10517" y="20791"/>
                  </a:cubicBezTo>
                  <a:cubicBezTo>
                    <a:pt x="10487" y="21065"/>
                    <a:pt x="10426" y="21339"/>
                    <a:pt x="10274" y="21582"/>
                  </a:cubicBezTo>
                  <a:cubicBezTo>
                    <a:pt x="9940" y="22038"/>
                    <a:pt x="9514" y="22433"/>
                    <a:pt x="9058" y="22737"/>
                  </a:cubicBezTo>
                  <a:lnTo>
                    <a:pt x="4317" y="26263"/>
                  </a:lnTo>
                  <a:lnTo>
                    <a:pt x="1155" y="28664"/>
                  </a:lnTo>
                  <a:lnTo>
                    <a:pt x="304" y="29333"/>
                  </a:lnTo>
                  <a:lnTo>
                    <a:pt x="61" y="29515"/>
                  </a:lnTo>
                  <a:cubicBezTo>
                    <a:pt x="31" y="29545"/>
                    <a:pt x="0" y="29576"/>
                    <a:pt x="0" y="29576"/>
                  </a:cubicBezTo>
                  <a:lnTo>
                    <a:pt x="92" y="29515"/>
                  </a:lnTo>
                  <a:lnTo>
                    <a:pt x="304" y="29363"/>
                  </a:lnTo>
                  <a:lnTo>
                    <a:pt x="1186" y="28725"/>
                  </a:lnTo>
                  <a:lnTo>
                    <a:pt x="4408" y="26384"/>
                  </a:lnTo>
                  <a:lnTo>
                    <a:pt x="9180" y="22858"/>
                  </a:lnTo>
                  <a:cubicBezTo>
                    <a:pt x="9666" y="22554"/>
                    <a:pt x="10092" y="22159"/>
                    <a:pt x="10457" y="21673"/>
                  </a:cubicBezTo>
                  <a:cubicBezTo>
                    <a:pt x="10609" y="21430"/>
                    <a:pt x="10700" y="21126"/>
                    <a:pt x="10730" y="20822"/>
                  </a:cubicBezTo>
                  <a:cubicBezTo>
                    <a:pt x="10730" y="20487"/>
                    <a:pt x="10700" y="20184"/>
                    <a:pt x="10609" y="19880"/>
                  </a:cubicBezTo>
                  <a:cubicBezTo>
                    <a:pt x="10396" y="19302"/>
                    <a:pt x="10153" y="18725"/>
                    <a:pt x="9879" y="18177"/>
                  </a:cubicBezTo>
                  <a:cubicBezTo>
                    <a:pt x="9605" y="17630"/>
                    <a:pt x="9484" y="16992"/>
                    <a:pt x="9484" y="16384"/>
                  </a:cubicBezTo>
                  <a:cubicBezTo>
                    <a:pt x="9514" y="15138"/>
                    <a:pt x="9909" y="13952"/>
                    <a:pt x="10639" y="12949"/>
                  </a:cubicBezTo>
                  <a:cubicBezTo>
                    <a:pt x="11338" y="12007"/>
                    <a:pt x="12098" y="11126"/>
                    <a:pt x="12919" y="10335"/>
                  </a:cubicBezTo>
                  <a:cubicBezTo>
                    <a:pt x="13314" y="9940"/>
                    <a:pt x="13679" y="9545"/>
                    <a:pt x="13982" y="9089"/>
                  </a:cubicBezTo>
                  <a:cubicBezTo>
                    <a:pt x="14317" y="8664"/>
                    <a:pt x="14499" y="8177"/>
                    <a:pt x="14621" y="7661"/>
                  </a:cubicBezTo>
                  <a:cubicBezTo>
                    <a:pt x="14712" y="6718"/>
                    <a:pt x="14560" y="5776"/>
                    <a:pt x="14165" y="4925"/>
                  </a:cubicBezTo>
                  <a:cubicBezTo>
                    <a:pt x="13830" y="4256"/>
                    <a:pt x="13466" y="3588"/>
                    <a:pt x="13071" y="2919"/>
                  </a:cubicBezTo>
                  <a:cubicBezTo>
                    <a:pt x="12797" y="2433"/>
                    <a:pt x="12523" y="1946"/>
                    <a:pt x="12311" y="1399"/>
                  </a:cubicBezTo>
                  <a:cubicBezTo>
                    <a:pt x="12189" y="1065"/>
                    <a:pt x="12068" y="730"/>
                    <a:pt x="12007" y="366"/>
                  </a:cubicBezTo>
                  <a:cubicBezTo>
                    <a:pt x="11976" y="122"/>
                    <a:pt x="11946" y="1"/>
                    <a:pt x="1194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2"/>
            <p:cNvSpPr/>
            <p:nvPr/>
          </p:nvSpPr>
          <p:spPr>
            <a:xfrm>
              <a:off x="3624950" y="3115075"/>
              <a:ext cx="290300" cy="734850"/>
            </a:xfrm>
            <a:custGeom>
              <a:rect b="b" l="l" r="r" t="t"/>
              <a:pathLst>
                <a:path extrusionOk="0" h="29394" w="11612">
                  <a:moveTo>
                    <a:pt x="3648" y="1"/>
                  </a:moveTo>
                  <a:cubicBezTo>
                    <a:pt x="3618" y="31"/>
                    <a:pt x="3587" y="61"/>
                    <a:pt x="3587" y="92"/>
                  </a:cubicBezTo>
                  <a:lnTo>
                    <a:pt x="3435" y="305"/>
                  </a:lnTo>
                  <a:cubicBezTo>
                    <a:pt x="3314" y="517"/>
                    <a:pt x="3131" y="821"/>
                    <a:pt x="2888" y="1216"/>
                  </a:cubicBezTo>
                  <a:cubicBezTo>
                    <a:pt x="2280" y="2341"/>
                    <a:pt x="1733" y="3526"/>
                    <a:pt x="1308" y="4742"/>
                  </a:cubicBezTo>
                  <a:cubicBezTo>
                    <a:pt x="639" y="6536"/>
                    <a:pt x="244" y="8420"/>
                    <a:pt x="61" y="10305"/>
                  </a:cubicBezTo>
                  <a:cubicBezTo>
                    <a:pt x="1" y="10882"/>
                    <a:pt x="31" y="11429"/>
                    <a:pt x="153" y="11976"/>
                  </a:cubicBezTo>
                  <a:cubicBezTo>
                    <a:pt x="244" y="12584"/>
                    <a:pt x="517" y="13131"/>
                    <a:pt x="943" y="13557"/>
                  </a:cubicBezTo>
                  <a:cubicBezTo>
                    <a:pt x="1156" y="13770"/>
                    <a:pt x="1399" y="13952"/>
                    <a:pt x="1703" y="14043"/>
                  </a:cubicBezTo>
                  <a:cubicBezTo>
                    <a:pt x="1976" y="14165"/>
                    <a:pt x="2280" y="14256"/>
                    <a:pt x="2554" y="14347"/>
                  </a:cubicBezTo>
                  <a:cubicBezTo>
                    <a:pt x="2827" y="14408"/>
                    <a:pt x="3101" y="14560"/>
                    <a:pt x="3344" y="14712"/>
                  </a:cubicBezTo>
                  <a:cubicBezTo>
                    <a:pt x="3557" y="14925"/>
                    <a:pt x="3709" y="15168"/>
                    <a:pt x="3800" y="15442"/>
                  </a:cubicBezTo>
                  <a:cubicBezTo>
                    <a:pt x="3891" y="16019"/>
                    <a:pt x="3891" y="16627"/>
                    <a:pt x="3739" y="17205"/>
                  </a:cubicBezTo>
                  <a:cubicBezTo>
                    <a:pt x="3618" y="17812"/>
                    <a:pt x="3527" y="18390"/>
                    <a:pt x="3496" y="18998"/>
                  </a:cubicBezTo>
                  <a:cubicBezTo>
                    <a:pt x="3435" y="20122"/>
                    <a:pt x="3557" y="21278"/>
                    <a:pt x="3891" y="22372"/>
                  </a:cubicBezTo>
                  <a:cubicBezTo>
                    <a:pt x="4408" y="24226"/>
                    <a:pt x="5472" y="25898"/>
                    <a:pt x="6961" y="27144"/>
                  </a:cubicBezTo>
                  <a:cubicBezTo>
                    <a:pt x="7934" y="27995"/>
                    <a:pt x="9059" y="28633"/>
                    <a:pt x="10305" y="29059"/>
                  </a:cubicBezTo>
                  <a:cubicBezTo>
                    <a:pt x="10609" y="29150"/>
                    <a:pt x="10974" y="29272"/>
                    <a:pt x="11308" y="29332"/>
                  </a:cubicBezTo>
                  <a:lnTo>
                    <a:pt x="11581" y="29393"/>
                  </a:lnTo>
                  <a:lnTo>
                    <a:pt x="11612" y="29393"/>
                  </a:lnTo>
                  <a:lnTo>
                    <a:pt x="11369" y="29332"/>
                  </a:lnTo>
                  <a:cubicBezTo>
                    <a:pt x="11125" y="29272"/>
                    <a:pt x="10791" y="29150"/>
                    <a:pt x="10366" y="28998"/>
                  </a:cubicBezTo>
                  <a:cubicBezTo>
                    <a:pt x="9150" y="28572"/>
                    <a:pt x="8056" y="27904"/>
                    <a:pt x="7083" y="27053"/>
                  </a:cubicBezTo>
                  <a:cubicBezTo>
                    <a:pt x="5654" y="25806"/>
                    <a:pt x="4621" y="24165"/>
                    <a:pt x="4104" y="22341"/>
                  </a:cubicBezTo>
                  <a:cubicBezTo>
                    <a:pt x="3800" y="21247"/>
                    <a:pt x="3648" y="20122"/>
                    <a:pt x="3709" y="19028"/>
                  </a:cubicBezTo>
                  <a:cubicBezTo>
                    <a:pt x="3739" y="18420"/>
                    <a:pt x="3831" y="17843"/>
                    <a:pt x="3952" y="17265"/>
                  </a:cubicBezTo>
                  <a:cubicBezTo>
                    <a:pt x="4104" y="16657"/>
                    <a:pt x="4134" y="16019"/>
                    <a:pt x="4013" y="15411"/>
                  </a:cubicBezTo>
                  <a:cubicBezTo>
                    <a:pt x="3922" y="15077"/>
                    <a:pt x="3739" y="14803"/>
                    <a:pt x="3466" y="14590"/>
                  </a:cubicBezTo>
                  <a:cubicBezTo>
                    <a:pt x="3223" y="14378"/>
                    <a:pt x="2949" y="14256"/>
                    <a:pt x="2645" y="14165"/>
                  </a:cubicBezTo>
                  <a:cubicBezTo>
                    <a:pt x="2341" y="14074"/>
                    <a:pt x="2037" y="13983"/>
                    <a:pt x="1794" y="13861"/>
                  </a:cubicBezTo>
                  <a:cubicBezTo>
                    <a:pt x="1520" y="13770"/>
                    <a:pt x="1277" y="13618"/>
                    <a:pt x="1065" y="13405"/>
                  </a:cubicBezTo>
                  <a:cubicBezTo>
                    <a:pt x="700" y="13010"/>
                    <a:pt x="426" y="12493"/>
                    <a:pt x="335" y="11946"/>
                  </a:cubicBezTo>
                  <a:cubicBezTo>
                    <a:pt x="244" y="11399"/>
                    <a:pt x="213" y="10882"/>
                    <a:pt x="244" y="10335"/>
                  </a:cubicBezTo>
                  <a:cubicBezTo>
                    <a:pt x="426" y="8420"/>
                    <a:pt x="821" y="6566"/>
                    <a:pt x="1429" y="4773"/>
                  </a:cubicBezTo>
                  <a:cubicBezTo>
                    <a:pt x="1855" y="3557"/>
                    <a:pt x="2372" y="2371"/>
                    <a:pt x="2949" y="1247"/>
                  </a:cubicBezTo>
                  <a:cubicBezTo>
                    <a:pt x="3192" y="852"/>
                    <a:pt x="3344" y="548"/>
                    <a:pt x="3466" y="335"/>
                  </a:cubicBezTo>
                  <a:lnTo>
                    <a:pt x="3618" y="92"/>
                  </a:lnTo>
                  <a:cubicBezTo>
                    <a:pt x="3648" y="31"/>
                    <a:pt x="3648" y="1"/>
                    <a:pt x="36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2"/>
            <p:cNvSpPr/>
            <p:nvPr/>
          </p:nvSpPr>
          <p:spPr>
            <a:xfrm>
              <a:off x="3682700" y="3982100"/>
              <a:ext cx="1038800" cy="347300"/>
            </a:xfrm>
            <a:custGeom>
              <a:rect b="b" l="l" r="r" t="t"/>
              <a:pathLst>
                <a:path extrusionOk="0" h="13892" w="41552">
                  <a:moveTo>
                    <a:pt x="1" y="1"/>
                  </a:moveTo>
                  <a:lnTo>
                    <a:pt x="31" y="8360"/>
                  </a:lnTo>
                  <a:lnTo>
                    <a:pt x="16688" y="12007"/>
                  </a:lnTo>
                  <a:lnTo>
                    <a:pt x="28421" y="13892"/>
                  </a:lnTo>
                  <a:cubicBezTo>
                    <a:pt x="35716" y="13892"/>
                    <a:pt x="41552" y="7205"/>
                    <a:pt x="40427" y="1"/>
                  </a:cubicBezTo>
                  <a:lnTo>
                    <a:pt x="40397" y="1"/>
                  </a:lnTo>
                  <a:lnTo>
                    <a:pt x="25168" y="791"/>
                  </a:lnTo>
                  <a:lnTo>
                    <a:pt x="1"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52"/>
            <p:cNvSpPr/>
            <p:nvPr/>
          </p:nvSpPr>
          <p:spPr>
            <a:xfrm>
              <a:off x="3682700" y="3982100"/>
              <a:ext cx="802475" cy="20450"/>
            </a:xfrm>
            <a:custGeom>
              <a:rect b="b" l="l" r="r" t="t"/>
              <a:pathLst>
                <a:path extrusionOk="0" h="818" w="32099">
                  <a:moveTo>
                    <a:pt x="1" y="1"/>
                  </a:moveTo>
                  <a:cubicBezTo>
                    <a:pt x="122" y="31"/>
                    <a:pt x="213" y="31"/>
                    <a:pt x="335" y="62"/>
                  </a:cubicBezTo>
                  <a:lnTo>
                    <a:pt x="1247" y="153"/>
                  </a:lnTo>
                  <a:cubicBezTo>
                    <a:pt x="2068" y="244"/>
                    <a:pt x="3223" y="335"/>
                    <a:pt x="4682" y="426"/>
                  </a:cubicBezTo>
                  <a:cubicBezTo>
                    <a:pt x="7569" y="609"/>
                    <a:pt x="11612" y="761"/>
                    <a:pt x="16050" y="791"/>
                  </a:cubicBezTo>
                  <a:cubicBezTo>
                    <a:pt x="17426" y="810"/>
                    <a:pt x="18761" y="817"/>
                    <a:pt x="20035" y="817"/>
                  </a:cubicBezTo>
                  <a:cubicBezTo>
                    <a:pt x="22868" y="817"/>
                    <a:pt x="25395" y="782"/>
                    <a:pt x="27387" y="761"/>
                  </a:cubicBezTo>
                  <a:lnTo>
                    <a:pt x="30852" y="700"/>
                  </a:lnTo>
                  <a:lnTo>
                    <a:pt x="31764" y="670"/>
                  </a:lnTo>
                  <a:cubicBezTo>
                    <a:pt x="31886" y="670"/>
                    <a:pt x="31977" y="670"/>
                    <a:pt x="32099" y="639"/>
                  </a:cubicBezTo>
                  <a:cubicBezTo>
                    <a:pt x="31977" y="609"/>
                    <a:pt x="31886" y="609"/>
                    <a:pt x="31764" y="609"/>
                  </a:cubicBezTo>
                  <a:lnTo>
                    <a:pt x="27387" y="609"/>
                  </a:lnTo>
                  <a:cubicBezTo>
                    <a:pt x="25442" y="609"/>
                    <a:pt x="23024" y="622"/>
                    <a:pt x="20313" y="622"/>
                  </a:cubicBezTo>
                  <a:cubicBezTo>
                    <a:pt x="18958" y="622"/>
                    <a:pt x="17529" y="619"/>
                    <a:pt x="16050" y="609"/>
                  </a:cubicBezTo>
                  <a:cubicBezTo>
                    <a:pt x="11612" y="578"/>
                    <a:pt x="7600" y="426"/>
                    <a:pt x="4682" y="275"/>
                  </a:cubicBezTo>
                  <a:cubicBezTo>
                    <a:pt x="3253" y="183"/>
                    <a:pt x="2068" y="123"/>
                    <a:pt x="1277" y="62"/>
                  </a:cubicBezTo>
                  <a:lnTo>
                    <a:pt x="335"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2"/>
            <p:cNvSpPr/>
            <p:nvPr/>
          </p:nvSpPr>
          <p:spPr>
            <a:xfrm>
              <a:off x="3251075" y="3835775"/>
              <a:ext cx="430900" cy="270975"/>
            </a:xfrm>
            <a:custGeom>
              <a:rect b="b" l="l" r="r" t="t"/>
              <a:pathLst>
                <a:path extrusionOk="0" h="10839" w="17236">
                  <a:moveTo>
                    <a:pt x="5781" y="0"/>
                  </a:moveTo>
                  <a:cubicBezTo>
                    <a:pt x="4071" y="0"/>
                    <a:pt x="1941" y="30"/>
                    <a:pt x="943" y="48"/>
                  </a:cubicBezTo>
                  <a:cubicBezTo>
                    <a:pt x="609" y="48"/>
                    <a:pt x="366" y="292"/>
                    <a:pt x="366" y="626"/>
                  </a:cubicBezTo>
                  <a:cubicBezTo>
                    <a:pt x="366" y="930"/>
                    <a:pt x="609" y="1173"/>
                    <a:pt x="913" y="1173"/>
                  </a:cubicBezTo>
                  <a:lnTo>
                    <a:pt x="6475" y="1386"/>
                  </a:lnTo>
                  <a:lnTo>
                    <a:pt x="6506" y="1842"/>
                  </a:lnTo>
                  <a:lnTo>
                    <a:pt x="943" y="1933"/>
                  </a:lnTo>
                  <a:cubicBezTo>
                    <a:pt x="366" y="1963"/>
                    <a:pt x="1" y="2875"/>
                    <a:pt x="1825" y="3027"/>
                  </a:cubicBezTo>
                  <a:lnTo>
                    <a:pt x="6475" y="3179"/>
                  </a:lnTo>
                  <a:lnTo>
                    <a:pt x="6475" y="3483"/>
                  </a:lnTo>
                  <a:lnTo>
                    <a:pt x="1764" y="4152"/>
                  </a:lnTo>
                  <a:cubicBezTo>
                    <a:pt x="1521" y="4182"/>
                    <a:pt x="882" y="4304"/>
                    <a:pt x="882" y="4547"/>
                  </a:cubicBezTo>
                  <a:cubicBezTo>
                    <a:pt x="882" y="4547"/>
                    <a:pt x="609" y="5124"/>
                    <a:pt x="1946" y="5307"/>
                  </a:cubicBezTo>
                  <a:cubicBezTo>
                    <a:pt x="2022" y="5317"/>
                    <a:pt x="2200" y="5321"/>
                    <a:pt x="2442" y="5321"/>
                  </a:cubicBezTo>
                  <a:cubicBezTo>
                    <a:pt x="3656" y="5321"/>
                    <a:pt x="6505" y="5216"/>
                    <a:pt x="6506" y="5216"/>
                  </a:cubicBezTo>
                  <a:lnTo>
                    <a:pt x="6506" y="5216"/>
                  </a:lnTo>
                  <a:lnTo>
                    <a:pt x="6354" y="5611"/>
                  </a:lnTo>
                  <a:lnTo>
                    <a:pt x="2098" y="6523"/>
                  </a:lnTo>
                  <a:cubicBezTo>
                    <a:pt x="1794" y="6583"/>
                    <a:pt x="1582" y="6857"/>
                    <a:pt x="1642" y="7191"/>
                  </a:cubicBezTo>
                  <a:cubicBezTo>
                    <a:pt x="1671" y="7478"/>
                    <a:pt x="1943" y="7711"/>
                    <a:pt x="2229" y="7711"/>
                  </a:cubicBezTo>
                  <a:cubicBezTo>
                    <a:pt x="2246" y="7711"/>
                    <a:pt x="2263" y="7710"/>
                    <a:pt x="2281" y="7708"/>
                  </a:cubicBezTo>
                  <a:lnTo>
                    <a:pt x="6810" y="7283"/>
                  </a:lnTo>
                  <a:lnTo>
                    <a:pt x="11278" y="10839"/>
                  </a:lnTo>
                  <a:lnTo>
                    <a:pt x="17235" y="10839"/>
                  </a:lnTo>
                  <a:lnTo>
                    <a:pt x="17053" y="6614"/>
                  </a:lnTo>
                  <a:lnTo>
                    <a:pt x="14712" y="6188"/>
                  </a:lnTo>
                  <a:cubicBezTo>
                    <a:pt x="14712" y="6188"/>
                    <a:pt x="9180" y="140"/>
                    <a:pt x="8147" y="48"/>
                  </a:cubicBezTo>
                  <a:cubicBezTo>
                    <a:pt x="7813" y="13"/>
                    <a:pt x="6885" y="0"/>
                    <a:pt x="5781"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2"/>
            <p:cNvSpPr/>
            <p:nvPr/>
          </p:nvSpPr>
          <p:spPr>
            <a:xfrm>
              <a:off x="3692575" y="4191075"/>
              <a:ext cx="690025" cy="134525"/>
            </a:xfrm>
            <a:custGeom>
              <a:rect b="b" l="l" r="r" t="t"/>
              <a:pathLst>
                <a:path extrusionOk="0" h="5381" w="27601">
                  <a:moveTo>
                    <a:pt x="1" y="1"/>
                  </a:moveTo>
                  <a:cubicBezTo>
                    <a:pt x="92" y="62"/>
                    <a:pt x="183" y="92"/>
                    <a:pt x="274" y="92"/>
                  </a:cubicBezTo>
                  <a:lnTo>
                    <a:pt x="1065" y="335"/>
                  </a:lnTo>
                  <a:cubicBezTo>
                    <a:pt x="1764" y="517"/>
                    <a:pt x="2767" y="791"/>
                    <a:pt x="3983" y="1095"/>
                  </a:cubicBezTo>
                  <a:cubicBezTo>
                    <a:pt x="6475" y="1733"/>
                    <a:pt x="9879" y="2524"/>
                    <a:pt x="13679" y="3283"/>
                  </a:cubicBezTo>
                  <a:cubicBezTo>
                    <a:pt x="17509" y="4013"/>
                    <a:pt x="20974" y="4560"/>
                    <a:pt x="23497" y="4925"/>
                  </a:cubicBezTo>
                  <a:cubicBezTo>
                    <a:pt x="24773" y="5077"/>
                    <a:pt x="25776" y="5229"/>
                    <a:pt x="26476" y="5290"/>
                  </a:cubicBezTo>
                  <a:lnTo>
                    <a:pt x="27296" y="5381"/>
                  </a:lnTo>
                  <a:lnTo>
                    <a:pt x="27600" y="5381"/>
                  </a:lnTo>
                  <a:cubicBezTo>
                    <a:pt x="27479" y="5381"/>
                    <a:pt x="27387" y="5350"/>
                    <a:pt x="27296" y="5350"/>
                  </a:cubicBezTo>
                  <a:lnTo>
                    <a:pt x="26506" y="5229"/>
                  </a:lnTo>
                  <a:lnTo>
                    <a:pt x="23527" y="4803"/>
                  </a:lnTo>
                  <a:cubicBezTo>
                    <a:pt x="21004" y="4408"/>
                    <a:pt x="17539" y="3831"/>
                    <a:pt x="13740" y="3101"/>
                  </a:cubicBezTo>
                  <a:cubicBezTo>
                    <a:pt x="9910" y="2341"/>
                    <a:pt x="6506" y="1551"/>
                    <a:pt x="4013" y="973"/>
                  </a:cubicBezTo>
                  <a:lnTo>
                    <a:pt x="1095" y="244"/>
                  </a:lnTo>
                  <a:lnTo>
                    <a:pt x="305" y="62"/>
                  </a:lnTo>
                  <a:cubicBezTo>
                    <a:pt x="214" y="31"/>
                    <a:pt x="122" y="31"/>
                    <a:pt x="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2"/>
            <p:cNvSpPr/>
            <p:nvPr/>
          </p:nvSpPr>
          <p:spPr>
            <a:xfrm>
              <a:off x="3675100" y="3985900"/>
              <a:ext cx="13700" cy="205975"/>
            </a:xfrm>
            <a:custGeom>
              <a:rect b="b" l="l" r="r" t="t"/>
              <a:pathLst>
                <a:path extrusionOk="0" h="8239" w="548">
                  <a:moveTo>
                    <a:pt x="122" y="1"/>
                  </a:moveTo>
                  <a:cubicBezTo>
                    <a:pt x="62" y="396"/>
                    <a:pt x="31" y="791"/>
                    <a:pt x="31" y="1217"/>
                  </a:cubicBezTo>
                  <a:cubicBezTo>
                    <a:pt x="31" y="1946"/>
                    <a:pt x="1" y="3010"/>
                    <a:pt x="62" y="4135"/>
                  </a:cubicBezTo>
                  <a:cubicBezTo>
                    <a:pt x="122" y="5259"/>
                    <a:pt x="244" y="6293"/>
                    <a:pt x="335" y="7053"/>
                  </a:cubicBezTo>
                  <a:cubicBezTo>
                    <a:pt x="366" y="7448"/>
                    <a:pt x="457" y="7843"/>
                    <a:pt x="548" y="8238"/>
                  </a:cubicBezTo>
                  <a:cubicBezTo>
                    <a:pt x="548" y="7813"/>
                    <a:pt x="548" y="7417"/>
                    <a:pt x="487" y="7022"/>
                  </a:cubicBezTo>
                  <a:cubicBezTo>
                    <a:pt x="426" y="6293"/>
                    <a:pt x="335" y="5259"/>
                    <a:pt x="274" y="4135"/>
                  </a:cubicBezTo>
                  <a:cubicBezTo>
                    <a:pt x="214" y="2980"/>
                    <a:pt x="183" y="1977"/>
                    <a:pt x="183" y="1217"/>
                  </a:cubicBezTo>
                  <a:cubicBezTo>
                    <a:pt x="183" y="822"/>
                    <a:pt x="183" y="396"/>
                    <a:pt x="12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2"/>
            <p:cNvSpPr/>
            <p:nvPr/>
          </p:nvSpPr>
          <p:spPr>
            <a:xfrm>
              <a:off x="3736650" y="3988950"/>
              <a:ext cx="21300" cy="210525"/>
            </a:xfrm>
            <a:custGeom>
              <a:rect b="b" l="l" r="r" t="t"/>
              <a:pathLst>
                <a:path extrusionOk="0" h="8421" w="852">
                  <a:moveTo>
                    <a:pt x="335" y="1"/>
                  </a:moveTo>
                  <a:lnTo>
                    <a:pt x="335" y="1"/>
                  </a:lnTo>
                  <a:cubicBezTo>
                    <a:pt x="274" y="92"/>
                    <a:pt x="244" y="213"/>
                    <a:pt x="244" y="335"/>
                  </a:cubicBezTo>
                  <a:cubicBezTo>
                    <a:pt x="214" y="548"/>
                    <a:pt x="183" y="852"/>
                    <a:pt x="153" y="1247"/>
                  </a:cubicBezTo>
                  <a:cubicBezTo>
                    <a:pt x="1" y="3253"/>
                    <a:pt x="122" y="5259"/>
                    <a:pt x="518" y="7235"/>
                  </a:cubicBezTo>
                  <a:cubicBezTo>
                    <a:pt x="609" y="7599"/>
                    <a:pt x="670" y="7903"/>
                    <a:pt x="730" y="8116"/>
                  </a:cubicBezTo>
                  <a:cubicBezTo>
                    <a:pt x="761" y="8238"/>
                    <a:pt x="791" y="8329"/>
                    <a:pt x="852" y="8420"/>
                  </a:cubicBezTo>
                  <a:cubicBezTo>
                    <a:pt x="822" y="8025"/>
                    <a:pt x="730" y="7599"/>
                    <a:pt x="639" y="7204"/>
                  </a:cubicBezTo>
                  <a:cubicBezTo>
                    <a:pt x="518" y="6444"/>
                    <a:pt x="396" y="5411"/>
                    <a:pt x="335" y="4226"/>
                  </a:cubicBezTo>
                  <a:cubicBezTo>
                    <a:pt x="244" y="3070"/>
                    <a:pt x="274" y="2007"/>
                    <a:pt x="305" y="1247"/>
                  </a:cubicBezTo>
                  <a:cubicBezTo>
                    <a:pt x="335" y="821"/>
                    <a:pt x="335" y="426"/>
                    <a:pt x="3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2"/>
            <p:cNvSpPr/>
            <p:nvPr/>
          </p:nvSpPr>
          <p:spPr>
            <a:xfrm>
              <a:off x="3692575" y="4015900"/>
              <a:ext cx="29250" cy="27025"/>
            </a:xfrm>
            <a:custGeom>
              <a:rect b="b" l="l" r="r" t="t"/>
              <a:pathLst>
                <a:path extrusionOk="0" h="1081" w="1170">
                  <a:moveTo>
                    <a:pt x="586" y="1"/>
                  </a:moveTo>
                  <a:cubicBezTo>
                    <a:pt x="430" y="1"/>
                    <a:pt x="335" y="86"/>
                    <a:pt x="335" y="108"/>
                  </a:cubicBezTo>
                  <a:cubicBezTo>
                    <a:pt x="335" y="113"/>
                    <a:pt x="340" y="115"/>
                    <a:pt x="349" y="115"/>
                  </a:cubicBezTo>
                  <a:cubicBezTo>
                    <a:pt x="371" y="115"/>
                    <a:pt x="419" y="103"/>
                    <a:pt x="483" y="103"/>
                  </a:cubicBezTo>
                  <a:cubicBezTo>
                    <a:pt x="552" y="103"/>
                    <a:pt x="638" y="116"/>
                    <a:pt x="730" y="169"/>
                  </a:cubicBezTo>
                  <a:cubicBezTo>
                    <a:pt x="852" y="260"/>
                    <a:pt x="913" y="351"/>
                    <a:pt x="943" y="473"/>
                  </a:cubicBezTo>
                  <a:cubicBezTo>
                    <a:pt x="974" y="655"/>
                    <a:pt x="882" y="777"/>
                    <a:pt x="730" y="868"/>
                  </a:cubicBezTo>
                  <a:cubicBezTo>
                    <a:pt x="670" y="913"/>
                    <a:pt x="601" y="936"/>
                    <a:pt x="533" y="936"/>
                  </a:cubicBezTo>
                  <a:cubicBezTo>
                    <a:pt x="464" y="936"/>
                    <a:pt x="396" y="913"/>
                    <a:pt x="335" y="868"/>
                  </a:cubicBezTo>
                  <a:cubicBezTo>
                    <a:pt x="214" y="777"/>
                    <a:pt x="153" y="655"/>
                    <a:pt x="183" y="533"/>
                  </a:cubicBezTo>
                  <a:cubicBezTo>
                    <a:pt x="153" y="260"/>
                    <a:pt x="305" y="169"/>
                    <a:pt x="274" y="138"/>
                  </a:cubicBezTo>
                  <a:cubicBezTo>
                    <a:pt x="274" y="135"/>
                    <a:pt x="271" y="133"/>
                    <a:pt x="266" y="133"/>
                  </a:cubicBezTo>
                  <a:cubicBezTo>
                    <a:pt x="225" y="133"/>
                    <a:pt x="58" y="232"/>
                    <a:pt x="31" y="473"/>
                  </a:cubicBezTo>
                  <a:cubicBezTo>
                    <a:pt x="1" y="655"/>
                    <a:pt x="62" y="837"/>
                    <a:pt x="214" y="959"/>
                  </a:cubicBezTo>
                  <a:cubicBezTo>
                    <a:pt x="322" y="1042"/>
                    <a:pt x="444" y="1080"/>
                    <a:pt x="563" y="1080"/>
                  </a:cubicBezTo>
                  <a:cubicBezTo>
                    <a:pt x="878" y="1080"/>
                    <a:pt x="1170" y="817"/>
                    <a:pt x="1126" y="442"/>
                  </a:cubicBezTo>
                  <a:cubicBezTo>
                    <a:pt x="1065" y="260"/>
                    <a:pt x="943" y="138"/>
                    <a:pt x="791" y="47"/>
                  </a:cubicBezTo>
                  <a:cubicBezTo>
                    <a:pt x="715" y="13"/>
                    <a:pt x="646" y="1"/>
                    <a:pt x="58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2"/>
            <p:cNvSpPr/>
            <p:nvPr/>
          </p:nvSpPr>
          <p:spPr>
            <a:xfrm>
              <a:off x="3203225" y="4229075"/>
              <a:ext cx="610975" cy="73825"/>
            </a:xfrm>
            <a:custGeom>
              <a:rect b="b" l="l" r="r" t="t"/>
              <a:pathLst>
                <a:path extrusionOk="0" h="2953" w="24439">
                  <a:moveTo>
                    <a:pt x="23435" y="1"/>
                  </a:moveTo>
                  <a:cubicBezTo>
                    <a:pt x="22523" y="1"/>
                    <a:pt x="21611" y="61"/>
                    <a:pt x="20730" y="183"/>
                  </a:cubicBezTo>
                  <a:cubicBezTo>
                    <a:pt x="19392" y="396"/>
                    <a:pt x="18055" y="669"/>
                    <a:pt x="16748" y="1034"/>
                  </a:cubicBezTo>
                  <a:cubicBezTo>
                    <a:pt x="15289" y="1399"/>
                    <a:pt x="13678" y="1855"/>
                    <a:pt x="11976" y="2250"/>
                  </a:cubicBezTo>
                  <a:cubicBezTo>
                    <a:pt x="10365" y="2615"/>
                    <a:pt x="8724" y="2797"/>
                    <a:pt x="7082" y="2797"/>
                  </a:cubicBezTo>
                  <a:cubicBezTo>
                    <a:pt x="5745" y="2767"/>
                    <a:pt x="4407" y="2523"/>
                    <a:pt x="3131" y="2067"/>
                  </a:cubicBezTo>
                  <a:cubicBezTo>
                    <a:pt x="2280" y="1763"/>
                    <a:pt x="1489" y="1338"/>
                    <a:pt x="760" y="791"/>
                  </a:cubicBezTo>
                  <a:cubicBezTo>
                    <a:pt x="243" y="426"/>
                    <a:pt x="0" y="183"/>
                    <a:pt x="0" y="183"/>
                  </a:cubicBezTo>
                  <a:lnTo>
                    <a:pt x="0" y="183"/>
                  </a:lnTo>
                  <a:cubicBezTo>
                    <a:pt x="30" y="244"/>
                    <a:pt x="91" y="304"/>
                    <a:pt x="152" y="365"/>
                  </a:cubicBezTo>
                  <a:cubicBezTo>
                    <a:pt x="334" y="548"/>
                    <a:pt x="517" y="700"/>
                    <a:pt x="699" y="852"/>
                  </a:cubicBezTo>
                  <a:cubicBezTo>
                    <a:pt x="1429" y="1429"/>
                    <a:pt x="2249" y="1885"/>
                    <a:pt x="3100" y="2189"/>
                  </a:cubicBezTo>
                  <a:cubicBezTo>
                    <a:pt x="4377" y="2675"/>
                    <a:pt x="5714" y="2918"/>
                    <a:pt x="7082" y="2949"/>
                  </a:cubicBezTo>
                  <a:cubicBezTo>
                    <a:pt x="7200" y="2951"/>
                    <a:pt x="7318" y="2952"/>
                    <a:pt x="7436" y="2952"/>
                  </a:cubicBezTo>
                  <a:cubicBezTo>
                    <a:pt x="8963" y="2952"/>
                    <a:pt x="10511" y="2771"/>
                    <a:pt x="12006" y="2432"/>
                  </a:cubicBezTo>
                  <a:cubicBezTo>
                    <a:pt x="13739" y="2037"/>
                    <a:pt x="15350" y="1581"/>
                    <a:pt x="16809" y="1186"/>
                  </a:cubicBezTo>
                  <a:cubicBezTo>
                    <a:pt x="18085" y="821"/>
                    <a:pt x="19423" y="548"/>
                    <a:pt x="20730" y="304"/>
                  </a:cubicBezTo>
                  <a:cubicBezTo>
                    <a:pt x="21642" y="183"/>
                    <a:pt x="22523" y="92"/>
                    <a:pt x="23435" y="61"/>
                  </a:cubicBezTo>
                  <a:lnTo>
                    <a:pt x="24438" y="61"/>
                  </a:lnTo>
                  <a:cubicBezTo>
                    <a:pt x="24347" y="31"/>
                    <a:pt x="24256" y="31"/>
                    <a:pt x="24195" y="31"/>
                  </a:cubicBezTo>
                  <a:cubicBezTo>
                    <a:pt x="24013" y="1"/>
                    <a:pt x="23769" y="1"/>
                    <a:pt x="234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52"/>
            <p:cNvSpPr/>
            <p:nvPr/>
          </p:nvSpPr>
          <p:spPr>
            <a:xfrm>
              <a:off x="3768575" y="2391125"/>
              <a:ext cx="589700" cy="933350"/>
            </a:xfrm>
            <a:custGeom>
              <a:rect b="b" l="l" r="r" t="t"/>
              <a:pathLst>
                <a:path extrusionOk="0" h="37334" w="23588">
                  <a:moveTo>
                    <a:pt x="14950" y="0"/>
                  </a:moveTo>
                  <a:cubicBezTo>
                    <a:pt x="11400" y="0"/>
                    <a:pt x="7862" y="1149"/>
                    <a:pt x="4925" y="3426"/>
                  </a:cubicBezTo>
                  <a:lnTo>
                    <a:pt x="517" y="30630"/>
                  </a:lnTo>
                  <a:cubicBezTo>
                    <a:pt x="0" y="33761"/>
                    <a:pt x="2311" y="36740"/>
                    <a:pt x="5684" y="37257"/>
                  </a:cubicBezTo>
                  <a:cubicBezTo>
                    <a:pt x="6027" y="37309"/>
                    <a:pt x="6369" y="37334"/>
                    <a:pt x="6706" y="37334"/>
                  </a:cubicBezTo>
                  <a:cubicBezTo>
                    <a:pt x="9717" y="37334"/>
                    <a:pt x="12396" y="35324"/>
                    <a:pt x="12888" y="32454"/>
                  </a:cubicBezTo>
                  <a:cubicBezTo>
                    <a:pt x="13496" y="29111"/>
                    <a:pt x="14195" y="25615"/>
                    <a:pt x="14195" y="25615"/>
                  </a:cubicBezTo>
                  <a:cubicBezTo>
                    <a:pt x="14195" y="25615"/>
                    <a:pt x="14196" y="25615"/>
                    <a:pt x="14197" y="25615"/>
                  </a:cubicBezTo>
                  <a:cubicBezTo>
                    <a:pt x="14293" y="25615"/>
                    <a:pt x="18653" y="25585"/>
                    <a:pt x="20487" y="20205"/>
                  </a:cubicBezTo>
                  <a:cubicBezTo>
                    <a:pt x="22280" y="14977"/>
                    <a:pt x="23588" y="2454"/>
                    <a:pt x="23588" y="2454"/>
                  </a:cubicBezTo>
                  <a:cubicBezTo>
                    <a:pt x="20934" y="814"/>
                    <a:pt x="17938" y="0"/>
                    <a:pt x="1495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2"/>
            <p:cNvSpPr/>
            <p:nvPr/>
          </p:nvSpPr>
          <p:spPr>
            <a:xfrm>
              <a:off x="4238175" y="2667300"/>
              <a:ext cx="38800" cy="35400"/>
            </a:xfrm>
            <a:custGeom>
              <a:rect b="b" l="l" r="r" t="t"/>
              <a:pathLst>
                <a:path extrusionOk="0" h="1416" w="1552">
                  <a:moveTo>
                    <a:pt x="772" y="0"/>
                  </a:moveTo>
                  <a:cubicBezTo>
                    <a:pt x="422" y="0"/>
                    <a:pt x="117" y="258"/>
                    <a:pt x="62" y="617"/>
                  </a:cubicBezTo>
                  <a:cubicBezTo>
                    <a:pt x="1" y="1012"/>
                    <a:pt x="305" y="1376"/>
                    <a:pt x="700" y="1407"/>
                  </a:cubicBezTo>
                  <a:cubicBezTo>
                    <a:pt x="737" y="1413"/>
                    <a:pt x="774" y="1415"/>
                    <a:pt x="810" y="1415"/>
                  </a:cubicBezTo>
                  <a:cubicBezTo>
                    <a:pt x="1161" y="1415"/>
                    <a:pt x="1466" y="1157"/>
                    <a:pt x="1521" y="799"/>
                  </a:cubicBezTo>
                  <a:cubicBezTo>
                    <a:pt x="1551" y="404"/>
                    <a:pt x="1278" y="39"/>
                    <a:pt x="882" y="9"/>
                  </a:cubicBezTo>
                  <a:cubicBezTo>
                    <a:pt x="845" y="3"/>
                    <a:pt x="809" y="0"/>
                    <a:pt x="7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52"/>
            <p:cNvSpPr/>
            <p:nvPr/>
          </p:nvSpPr>
          <p:spPr>
            <a:xfrm>
              <a:off x="4236675" y="2646275"/>
              <a:ext cx="72975" cy="26075"/>
            </a:xfrm>
            <a:custGeom>
              <a:rect b="b" l="l" r="r" t="t"/>
              <a:pathLst>
                <a:path extrusionOk="0" h="1043" w="2919">
                  <a:moveTo>
                    <a:pt x="1257" y="0"/>
                  </a:moveTo>
                  <a:cubicBezTo>
                    <a:pt x="964" y="0"/>
                    <a:pt x="680" y="54"/>
                    <a:pt x="426" y="181"/>
                  </a:cubicBezTo>
                  <a:cubicBezTo>
                    <a:pt x="122" y="333"/>
                    <a:pt x="0" y="485"/>
                    <a:pt x="61" y="515"/>
                  </a:cubicBezTo>
                  <a:cubicBezTo>
                    <a:pt x="73" y="538"/>
                    <a:pt x="105" y="547"/>
                    <a:pt x="155" y="547"/>
                  </a:cubicBezTo>
                  <a:cubicBezTo>
                    <a:pt x="319" y="547"/>
                    <a:pt x="671" y="453"/>
                    <a:pt x="1103" y="453"/>
                  </a:cubicBezTo>
                  <a:cubicBezTo>
                    <a:pt x="1236" y="453"/>
                    <a:pt x="1376" y="462"/>
                    <a:pt x="1520" y="485"/>
                  </a:cubicBezTo>
                  <a:cubicBezTo>
                    <a:pt x="2247" y="597"/>
                    <a:pt x="2691" y="1043"/>
                    <a:pt x="2852" y="1043"/>
                  </a:cubicBezTo>
                  <a:cubicBezTo>
                    <a:pt x="2866" y="1043"/>
                    <a:pt x="2878" y="1039"/>
                    <a:pt x="2888" y="1032"/>
                  </a:cubicBezTo>
                  <a:cubicBezTo>
                    <a:pt x="2918" y="1002"/>
                    <a:pt x="2888" y="819"/>
                    <a:pt x="2705" y="606"/>
                  </a:cubicBezTo>
                  <a:cubicBezTo>
                    <a:pt x="2401" y="302"/>
                    <a:pt x="2037" y="90"/>
                    <a:pt x="1642" y="29"/>
                  </a:cubicBezTo>
                  <a:cubicBezTo>
                    <a:pt x="1513" y="11"/>
                    <a:pt x="1384" y="0"/>
                    <a:pt x="12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2"/>
            <p:cNvSpPr/>
            <p:nvPr/>
          </p:nvSpPr>
          <p:spPr>
            <a:xfrm>
              <a:off x="4039850" y="2636125"/>
              <a:ext cx="38025" cy="34650"/>
            </a:xfrm>
            <a:custGeom>
              <a:rect b="b" l="l" r="r" t="t"/>
              <a:pathLst>
                <a:path extrusionOk="0" h="1386" w="1521">
                  <a:moveTo>
                    <a:pt x="742" y="1"/>
                  </a:moveTo>
                  <a:cubicBezTo>
                    <a:pt x="391" y="1"/>
                    <a:pt x="86" y="259"/>
                    <a:pt x="31" y="617"/>
                  </a:cubicBezTo>
                  <a:cubicBezTo>
                    <a:pt x="1" y="1012"/>
                    <a:pt x="274" y="1347"/>
                    <a:pt x="669" y="1377"/>
                  </a:cubicBezTo>
                  <a:cubicBezTo>
                    <a:pt x="706" y="1383"/>
                    <a:pt x="743" y="1386"/>
                    <a:pt x="779" y="1386"/>
                  </a:cubicBezTo>
                  <a:cubicBezTo>
                    <a:pt x="1130" y="1386"/>
                    <a:pt x="1435" y="1127"/>
                    <a:pt x="1490" y="769"/>
                  </a:cubicBezTo>
                  <a:cubicBezTo>
                    <a:pt x="1520" y="374"/>
                    <a:pt x="1247" y="40"/>
                    <a:pt x="852" y="9"/>
                  </a:cubicBezTo>
                  <a:cubicBezTo>
                    <a:pt x="815" y="4"/>
                    <a:pt x="778" y="1"/>
                    <a:pt x="74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2"/>
            <p:cNvSpPr/>
            <p:nvPr/>
          </p:nvSpPr>
          <p:spPr>
            <a:xfrm>
              <a:off x="4033775" y="2617825"/>
              <a:ext cx="72975" cy="26275"/>
            </a:xfrm>
            <a:custGeom>
              <a:rect b="b" l="l" r="r" t="t"/>
              <a:pathLst>
                <a:path extrusionOk="0" h="1051" w="2919">
                  <a:moveTo>
                    <a:pt x="1238" y="0"/>
                  </a:moveTo>
                  <a:cubicBezTo>
                    <a:pt x="956" y="0"/>
                    <a:pt x="669" y="68"/>
                    <a:pt x="396" y="194"/>
                  </a:cubicBezTo>
                  <a:cubicBezTo>
                    <a:pt x="122" y="316"/>
                    <a:pt x="1" y="468"/>
                    <a:pt x="31" y="529"/>
                  </a:cubicBezTo>
                  <a:cubicBezTo>
                    <a:pt x="40" y="542"/>
                    <a:pt x="62" y="548"/>
                    <a:pt x="94" y="548"/>
                  </a:cubicBezTo>
                  <a:cubicBezTo>
                    <a:pt x="242" y="548"/>
                    <a:pt x="617" y="436"/>
                    <a:pt x="1094" y="436"/>
                  </a:cubicBezTo>
                  <a:cubicBezTo>
                    <a:pt x="1229" y="436"/>
                    <a:pt x="1372" y="445"/>
                    <a:pt x="1520" y="468"/>
                  </a:cubicBezTo>
                  <a:cubicBezTo>
                    <a:pt x="2236" y="611"/>
                    <a:pt x="2709" y="1051"/>
                    <a:pt x="2838" y="1051"/>
                  </a:cubicBezTo>
                  <a:cubicBezTo>
                    <a:pt x="2846" y="1051"/>
                    <a:pt x="2852" y="1049"/>
                    <a:pt x="2858" y="1045"/>
                  </a:cubicBezTo>
                  <a:cubicBezTo>
                    <a:pt x="2919" y="1015"/>
                    <a:pt x="2858" y="802"/>
                    <a:pt x="2675" y="589"/>
                  </a:cubicBezTo>
                  <a:cubicBezTo>
                    <a:pt x="2402" y="285"/>
                    <a:pt x="2007" y="103"/>
                    <a:pt x="1612" y="42"/>
                  </a:cubicBezTo>
                  <a:cubicBezTo>
                    <a:pt x="1489" y="14"/>
                    <a:pt x="1364" y="0"/>
                    <a:pt x="123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2"/>
            <p:cNvSpPr/>
            <p:nvPr/>
          </p:nvSpPr>
          <p:spPr>
            <a:xfrm>
              <a:off x="4150050" y="2636350"/>
              <a:ext cx="53200" cy="169475"/>
            </a:xfrm>
            <a:custGeom>
              <a:rect b="b" l="l" r="r" t="t"/>
              <a:pathLst>
                <a:path extrusionOk="0" h="6779" w="2128">
                  <a:moveTo>
                    <a:pt x="790" y="0"/>
                  </a:moveTo>
                  <a:lnTo>
                    <a:pt x="790" y="0"/>
                  </a:lnTo>
                  <a:cubicBezTo>
                    <a:pt x="699" y="31"/>
                    <a:pt x="973" y="1915"/>
                    <a:pt x="1429" y="4195"/>
                  </a:cubicBezTo>
                  <a:cubicBezTo>
                    <a:pt x="1520" y="4742"/>
                    <a:pt x="1641" y="5289"/>
                    <a:pt x="1733" y="5806"/>
                  </a:cubicBezTo>
                  <a:cubicBezTo>
                    <a:pt x="1793" y="5988"/>
                    <a:pt x="1824" y="6201"/>
                    <a:pt x="1763" y="6414"/>
                  </a:cubicBezTo>
                  <a:cubicBezTo>
                    <a:pt x="1702" y="6535"/>
                    <a:pt x="1520" y="6535"/>
                    <a:pt x="1307" y="6535"/>
                  </a:cubicBezTo>
                  <a:cubicBezTo>
                    <a:pt x="1094" y="6505"/>
                    <a:pt x="874" y="6490"/>
                    <a:pt x="654" y="6490"/>
                  </a:cubicBezTo>
                  <a:cubicBezTo>
                    <a:pt x="433" y="6490"/>
                    <a:pt x="213" y="6505"/>
                    <a:pt x="0" y="6535"/>
                  </a:cubicBezTo>
                  <a:cubicBezTo>
                    <a:pt x="426" y="6657"/>
                    <a:pt x="851" y="6748"/>
                    <a:pt x="1277" y="6779"/>
                  </a:cubicBezTo>
                  <a:lnTo>
                    <a:pt x="1641" y="6779"/>
                  </a:lnTo>
                  <a:cubicBezTo>
                    <a:pt x="1793" y="6748"/>
                    <a:pt x="1915" y="6657"/>
                    <a:pt x="2006" y="6535"/>
                  </a:cubicBezTo>
                  <a:cubicBezTo>
                    <a:pt x="2097" y="6292"/>
                    <a:pt x="2128" y="5988"/>
                    <a:pt x="2037" y="5745"/>
                  </a:cubicBezTo>
                  <a:cubicBezTo>
                    <a:pt x="1945" y="5228"/>
                    <a:pt x="1854" y="4681"/>
                    <a:pt x="1763" y="4134"/>
                  </a:cubicBezTo>
                  <a:cubicBezTo>
                    <a:pt x="1307" y="1824"/>
                    <a:pt x="882" y="0"/>
                    <a:pt x="79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2"/>
            <p:cNvSpPr/>
            <p:nvPr/>
          </p:nvSpPr>
          <p:spPr>
            <a:xfrm>
              <a:off x="3944100" y="2947900"/>
              <a:ext cx="179375" cy="116300"/>
            </a:xfrm>
            <a:custGeom>
              <a:rect b="b" l="l" r="r" t="t"/>
              <a:pathLst>
                <a:path extrusionOk="0" h="4652" w="7175">
                  <a:moveTo>
                    <a:pt x="1" y="1"/>
                  </a:moveTo>
                  <a:cubicBezTo>
                    <a:pt x="1" y="1"/>
                    <a:pt x="1126" y="4195"/>
                    <a:pt x="6840" y="4651"/>
                  </a:cubicBezTo>
                  <a:lnTo>
                    <a:pt x="7174" y="3344"/>
                  </a:lnTo>
                  <a:cubicBezTo>
                    <a:pt x="4499" y="2919"/>
                    <a:pt x="2037" y="1764"/>
                    <a:pt x="1"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52"/>
            <p:cNvSpPr/>
            <p:nvPr/>
          </p:nvSpPr>
          <p:spPr>
            <a:xfrm>
              <a:off x="4071775" y="2826200"/>
              <a:ext cx="63850" cy="42225"/>
            </a:xfrm>
            <a:custGeom>
              <a:rect b="b" l="l" r="r" t="t"/>
              <a:pathLst>
                <a:path extrusionOk="0" h="1689" w="2554">
                  <a:moveTo>
                    <a:pt x="1228" y="1"/>
                  </a:moveTo>
                  <a:cubicBezTo>
                    <a:pt x="906" y="1"/>
                    <a:pt x="611" y="121"/>
                    <a:pt x="365" y="340"/>
                  </a:cubicBezTo>
                  <a:cubicBezTo>
                    <a:pt x="92" y="552"/>
                    <a:pt x="0" y="917"/>
                    <a:pt x="152" y="1252"/>
                  </a:cubicBezTo>
                  <a:cubicBezTo>
                    <a:pt x="311" y="1516"/>
                    <a:pt x="631" y="1689"/>
                    <a:pt x="952" y="1689"/>
                  </a:cubicBezTo>
                  <a:cubicBezTo>
                    <a:pt x="1000" y="1689"/>
                    <a:pt x="1047" y="1685"/>
                    <a:pt x="1095" y="1677"/>
                  </a:cubicBezTo>
                  <a:cubicBezTo>
                    <a:pt x="1490" y="1616"/>
                    <a:pt x="1854" y="1464"/>
                    <a:pt x="2189" y="1252"/>
                  </a:cubicBezTo>
                  <a:cubicBezTo>
                    <a:pt x="2310" y="1221"/>
                    <a:pt x="2402" y="1130"/>
                    <a:pt x="2462" y="1069"/>
                  </a:cubicBezTo>
                  <a:cubicBezTo>
                    <a:pt x="2523" y="978"/>
                    <a:pt x="2554" y="887"/>
                    <a:pt x="2523" y="765"/>
                  </a:cubicBezTo>
                  <a:lnTo>
                    <a:pt x="2493" y="765"/>
                  </a:lnTo>
                  <a:cubicBezTo>
                    <a:pt x="2250" y="340"/>
                    <a:pt x="1824" y="36"/>
                    <a:pt x="1338" y="5"/>
                  </a:cubicBezTo>
                  <a:cubicBezTo>
                    <a:pt x="1301" y="2"/>
                    <a:pt x="1264" y="1"/>
                    <a:pt x="122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52"/>
            <p:cNvSpPr/>
            <p:nvPr/>
          </p:nvSpPr>
          <p:spPr>
            <a:xfrm>
              <a:off x="4084700" y="2802775"/>
              <a:ext cx="59275" cy="64800"/>
            </a:xfrm>
            <a:custGeom>
              <a:rect b="b" l="l" r="r" t="t"/>
              <a:pathLst>
                <a:path extrusionOk="0" h="2592" w="2371">
                  <a:moveTo>
                    <a:pt x="243" y="0"/>
                  </a:moveTo>
                  <a:cubicBezTo>
                    <a:pt x="182" y="0"/>
                    <a:pt x="61" y="182"/>
                    <a:pt x="30" y="578"/>
                  </a:cubicBezTo>
                  <a:cubicBezTo>
                    <a:pt x="0" y="1033"/>
                    <a:pt x="182" y="1520"/>
                    <a:pt x="486" y="1854"/>
                  </a:cubicBezTo>
                  <a:cubicBezTo>
                    <a:pt x="821" y="2249"/>
                    <a:pt x="1277" y="2492"/>
                    <a:pt x="1763" y="2584"/>
                  </a:cubicBezTo>
                  <a:cubicBezTo>
                    <a:pt x="1830" y="2589"/>
                    <a:pt x="1893" y="2592"/>
                    <a:pt x="1951" y="2592"/>
                  </a:cubicBezTo>
                  <a:cubicBezTo>
                    <a:pt x="2209" y="2592"/>
                    <a:pt x="2371" y="2542"/>
                    <a:pt x="2371" y="2492"/>
                  </a:cubicBezTo>
                  <a:cubicBezTo>
                    <a:pt x="2371" y="2371"/>
                    <a:pt x="1459" y="2310"/>
                    <a:pt x="851" y="1581"/>
                  </a:cubicBezTo>
                  <a:cubicBezTo>
                    <a:pt x="243" y="881"/>
                    <a:pt x="365" y="0"/>
                    <a:pt x="2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2"/>
            <p:cNvSpPr/>
            <p:nvPr/>
          </p:nvSpPr>
          <p:spPr>
            <a:xfrm>
              <a:off x="3986675" y="2302575"/>
              <a:ext cx="390600" cy="323450"/>
            </a:xfrm>
            <a:custGeom>
              <a:rect b="b" l="l" r="r" t="t"/>
              <a:pathLst>
                <a:path extrusionOk="0" h="12938" w="15624">
                  <a:moveTo>
                    <a:pt x="5404" y="1"/>
                  </a:moveTo>
                  <a:cubicBezTo>
                    <a:pt x="4833" y="1"/>
                    <a:pt x="4266" y="48"/>
                    <a:pt x="3708" y="160"/>
                  </a:cubicBezTo>
                  <a:cubicBezTo>
                    <a:pt x="2037" y="464"/>
                    <a:pt x="486" y="1436"/>
                    <a:pt x="0" y="2835"/>
                  </a:cubicBezTo>
                  <a:lnTo>
                    <a:pt x="0" y="2956"/>
                  </a:lnTo>
                  <a:cubicBezTo>
                    <a:pt x="1489" y="6269"/>
                    <a:pt x="6353" y="10281"/>
                    <a:pt x="10122" y="11710"/>
                  </a:cubicBezTo>
                  <a:cubicBezTo>
                    <a:pt x="9757" y="11041"/>
                    <a:pt x="7660" y="9096"/>
                    <a:pt x="7325" y="8427"/>
                  </a:cubicBezTo>
                  <a:lnTo>
                    <a:pt x="7325" y="8427"/>
                  </a:lnTo>
                  <a:cubicBezTo>
                    <a:pt x="8845" y="10069"/>
                    <a:pt x="11034" y="12318"/>
                    <a:pt x="13344" y="12865"/>
                  </a:cubicBezTo>
                  <a:cubicBezTo>
                    <a:pt x="13478" y="12915"/>
                    <a:pt x="13630" y="12938"/>
                    <a:pt x="13785" y="12938"/>
                  </a:cubicBezTo>
                  <a:cubicBezTo>
                    <a:pt x="13912" y="12938"/>
                    <a:pt x="14041" y="12923"/>
                    <a:pt x="14164" y="12895"/>
                  </a:cubicBezTo>
                  <a:cubicBezTo>
                    <a:pt x="14468" y="12713"/>
                    <a:pt x="14681" y="12440"/>
                    <a:pt x="14742" y="12075"/>
                  </a:cubicBezTo>
                  <a:cubicBezTo>
                    <a:pt x="15167" y="10433"/>
                    <a:pt x="15441" y="8701"/>
                    <a:pt x="15532" y="6968"/>
                  </a:cubicBezTo>
                  <a:cubicBezTo>
                    <a:pt x="15623" y="5540"/>
                    <a:pt x="15137" y="4081"/>
                    <a:pt x="14195" y="2987"/>
                  </a:cubicBezTo>
                  <a:cubicBezTo>
                    <a:pt x="12918" y="1528"/>
                    <a:pt x="10821" y="859"/>
                    <a:pt x="8815" y="433"/>
                  </a:cubicBezTo>
                  <a:cubicBezTo>
                    <a:pt x="7700" y="190"/>
                    <a:pt x="6545" y="1"/>
                    <a:pt x="54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2"/>
            <p:cNvSpPr/>
            <p:nvPr/>
          </p:nvSpPr>
          <p:spPr>
            <a:xfrm>
              <a:off x="3761725" y="2309850"/>
              <a:ext cx="281950" cy="574250"/>
            </a:xfrm>
            <a:custGeom>
              <a:rect b="b" l="l" r="r" t="t"/>
              <a:pathLst>
                <a:path extrusionOk="0" h="22970" w="11278">
                  <a:moveTo>
                    <a:pt x="8298" y="1"/>
                  </a:moveTo>
                  <a:cubicBezTo>
                    <a:pt x="1262" y="1"/>
                    <a:pt x="507" y="8676"/>
                    <a:pt x="183" y="11267"/>
                  </a:cubicBezTo>
                  <a:cubicBezTo>
                    <a:pt x="62" y="12544"/>
                    <a:pt x="1" y="13820"/>
                    <a:pt x="31" y="15127"/>
                  </a:cubicBezTo>
                  <a:cubicBezTo>
                    <a:pt x="62" y="18349"/>
                    <a:pt x="2493" y="22969"/>
                    <a:pt x="2493" y="22969"/>
                  </a:cubicBezTo>
                  <a:cubicBezTo>
                    <a:pt x="5989" y="20538"/>
                    <a:pt x="5958" y="13699"/>
                    <a:pt x="5958" y="13699"/>
                  </a:cubicBezTo>
                  <a:cubicBezTo>
                    <a:pt x="11004" y="10021"/>
                    <a:pt x="10244" y="3182"/>
                    <a:pt x="10244" y="3182"/>
                  </a:cubicBezTo>
                  <a:lnTo>
                    <a:pt x="11278" y="446"/>
                  </a:lnTo>
                  <a:cubicBezTo>
                    <a:pt x="10176" y="139"/>
                    <a:pt x="9187" y="1"/>
                    <a:pt x="829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2"/>
            <p:cNvSpPr/>
            <p:nvPr/>
          </p:nvSpPr>
          <p:spPr>
            <a:xfrm>
              <a:off x="3821000" y="2634225"/>
              <a:ext cx="95025" cy="139525"/>
            </a:xfrm>
            <a:custGeom>
              <a:rect b="b" l="l" r="r" t="t"/>
              <a:pathLst>
                <a:path extrusionOk="0" h="5581" w="3801">
                  <a:moveTo>
                    <a:pt x="2540" y="1"/>
                  </a:moveTo>
                  <a:cubicBezTo>
                    <a:pt x="2351" y="1"/>
                    <a:pt x="2162" y="18"/>
                    <a:pt x="1976" y="55"/>
                  </a:cubicBezTo>
                  <a:cubicBezTo>
                    <a:pt x="1338" y="146"/>
                    <a:pt x="791" y="511"/>
                    <a:pt x="457" y="1028"/>
                  </a:cubicBezTo>
                  <a:cubicBezTo>
                    <a:pt x="122" y="1544"/>
                    <a:pt x="1" y="2183"/>
                    <a:pt x="122" y="2821"/>
                  </a:cubicBezTo>
                  <a:cubicBezTo>
                    <a:pt x="244" y="3429"/>
                    <a:pt x="487" y="4006"/>
                    <a:pt x="882" y="4493"/>
                  </a:cubicBezTo>
                  <a:cubicBezTo>
                    <a:pt x="1125" y="4857"/>
                    <a:pt x="1429" y="5192"/>
                    <a:pt x="1824" y="5405"/>
                  </a:cubicBezTo>
                  <a:cubicBezTo>
                    <a:pt x="2036" y="5519"/>
                    <a:pt x="2274" y="5580"/>
                    <a:pt x="2510" y="5580"/>
                  </a:cubicBezTo>
                  <a:cubicBezTo>
                    <a:pt x="2714" y="5580"/>
                    <a:pt x="2918" y="5534"/>
                    <a:pt x="3101" y="5435"/>
                  </a:cubicBezTo>
                  <a:lnTo>
                    <a:pt x="3800" y="237"/>
                  </a:lnTo>
                  <a:cubicBezTo>
                    <a:pt x="3399" y="90"/>
                    <a:pt x="2969" y="1"/>
                    <a:pt x="2540"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2"/>
            <p:cNvSpPr/>
            <p:nvPr/>
          </p:nvSpPr>
          <p:spPr>
            <a:xfrm>
              <a:off x="3853675" y="2655225"/>
              <a:ext cx="50175" cy="79850"/>
            </a:xfrm>
            <a:custGeom>
              <a:rect b="b" l="l" r="r" t="t"/>
              <a:pathLst>
                <a:path extrusionOk="0" h="3194" w="2007">
                  <a:moveTo>
                    <a:pt x="1238" y="1"/>
                  </a:moveTo>
                  <a:cubicBezTo>
                    <a:pt x="943" y="1"/>
                    <a:pt x="675" y="121"/>
                    <a:pt x="457" y="340"/>
                  </a:cubicBezTo>
                  <a:cubicBezTo>
                    <a:pt x="214" y="613"/>
                    <a:pt x="62" y="948"/>
                    <a:pt x="31" y="1343"/>
                  </a:cubicBezTo>
                  <a:cubicBezTo>
                    <a:pt x="1" y="1707"/>
                    <a:pt x="31" y="2042"/>
                    <a:pt x="153" y="2376"/>
                  </a:cubicBezTo>
                  <a:cubicBezTo>
                    <a:pt x="244" y="2680"/>
                    <a:pt x="457" y="2954"/>
                    <a:pt x="730" y="3106"/>
                  </a:cubicBezTo>
                  <a:cubicBezTo>
                    <a:pt x="866" y="3170"/>
                    <a:pt x="990" y="3194"/>
                    <a:pt x="1097" y="3194"/>
                  </a:cubicBezTo>
                  <a:cubicBezTo>
                    <a:pt x="1396" y="3194"/>
                    <a:pt x="1565" y="3006"/>
                    <a:pt x="1521" y="2984"/>
                  </a:cubicBezTo>
                  <a:cubicBezTo>
                    <a:pt x="1490" y="2923"/>
                    <a:pt x="1186" y="3014"/>
                    <a:pt x="882" y="2802"/>
                  </a:cubicBezTo>
                  <a:cubicBezTo>
                    <a:pt x="578" y="2619"/>
                    <a:pt x="457" y="2011"/>
                    <a:pt x="487" y="1373"/>
                  </a:cubicBezTo>
                  <a:cubicBezTo>
                    <a:pt x="487" y="856"/>
                    <a:pt x="821" y="431"/>
                    <a:pt x="1338" y="340"/>
                  </a:cubicBezTo>
                  <a:cubicBezTo>
                    <a:pt x="1362" y="338"/>
                    <a:pt x="1386" y="337"/>
                    <a:pt x="1409" y="337"/>
                  </a:cubicBezTo>
                  <a:cubicBezTo>
                    <a:pt x="1727" y="337"/>
                    <a:pt x="1889" y="522"/>
                    <a:pt x="1946" y="522"/>
                  </a:cubicBezTo>
                  <a:cubicBezTo>
                    <a:pt x="2007" y="522"/>
                    <a:pt x="1916" y="96"/>
                    <a:pt x="1338" y="5"/>
                  </a:cubicBezTo>
                  <a:cubicBezTo>
                    <a:pt x="1304" y="2"/>
                    <a:pt x="1271" y="1"/>
                    <a:pt x="123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2"/>
            <p:cNvSpPr/>
            <p:nvPr/>
          </p:nvSpPr>
          <p:spPr>
            <a:xfrm>
              <a:off x="3654600" y="2770100"/>
              <a:ext cx="237100" cy="801700"/>
            </a:xfrm>
            <a:custGeom>
              <a:rect b="b" l="l" r="r" t="t"/>
              <a:pathLst>
                <a:path extrusionOk="0" h="32068" w="9484">
                  <a:moveTo>
                    <a:pt x="9453" y="0"/>
                  </a:moveTo>
                  <a:lnTo>
                    <a:pt x="1915" y="12675"/>
                  </a:lnTo>
                  <a:cubicBezTo>
                    <a:pt x="1216" y="19149"/>
                    <a:pt x="578" y="25593"/>
                    <a:pt x="0" y="32067"/>
                  </a:cubicBezTo>
                  <a:cubicBezTo>
                    <a:pt x="426" y="31064"/>
                    <a:pt x="882" y="30031"/>
                    <a:pt x="1307" y="29028"/>
                  </a:cubicBezTo>
                  <a:cubicBezTo>
                    <a:pt x="1459" y="29909"/>
                    <a:pt x="1611" y="30791"/>
                    <a:pt x="1763" y="31672"/>
                  </a:cubicBezTo>
                  <a:cubicBezTo>
                    <a:pt x="2904" y="31778"/>
                    <a:pt x="4068" y="32023"/>
                    <a:pt x="5235" y="32023"/>
                  </a:cubicBezTo>
                  <a:cubicBezTo>
                    <a:pt x="5405" y="32023"/>
                    <a:pt x="5575" y="32018"/>
                    <a:pt x="5745" y="32007"/>
                  </a:cubicBezTo>
                  <a:cubicBezTo>
                    <a:pt x="7082" y="31946"/>
                    <a:pt x="8480" y="31338"/>
                    <a:pt x="9088" y="30152"/>
                  </a:cubicBezTo>
                  <a:cubicBezTo>
                    <a:pt x="9484" y="29362"/>
                    <a:pt x="9484" y="28450"/>
                    <a:pt x="9453" y="27569"/>
                  </a:cubicBezTo>
                  <a:cubicBezTo>
                    <a:pt x="9180" y="18359"/>
                    <a:pt x="7933" y="9088"/>
                    <a:pt x="945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 name="Google Shape;887;p52"/>
          <p:cNvSpPr txBox="1"/>
          <p:nvPr>
            <p:ph idx="1" type="subTitle"/>
          </p:nvPr>
        </p:nvSpPr>
        <p:spPr>
          <a:xfrm>
            <a:off x="1463075" y="2044129"/>
            <a:ext cx="1463400" cy="17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Working with hardware and manufacturing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Ensuring the production of the device gets off the ground.</a:t>
            </a:r>
            <a:endParaRPr sz="1200"/>
          </a:p>
        </p:txBody>
      </p:sp>
      <p:sp>
        <p:nvSpPr>
          <p:cNvPr id="888" name="Google Shape;888;p52"/>
          <p:cNvSpPr txBox="1"/>
          <p:nvPr>
            <p:ph idx="2" type="subTitle"/>
          </p:nvPr>
        </p:nvSpPr>
        <p:spPr>
          <a:xfrm>
            <a:off x="1463140" y="1679843"/>
            <a:ext cx="14634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Yolanda Gomez</a:t>
            </a:r>
            <a:endParaRPr sz="1300"/>
          </a:p>
        </p:txBody>
      </p:sp>
      <p:sp>
        <p:nvSpPr>
          <p:cNvPr id="889" name="Google Shape;889;p52"/>
          <p:cNvSpPr txBox="1"/>
          <p:nvPr>
            <p:ph idx="3" type="subTitle"/>
          </p:nvPr>
        </p:nvSpPr>
        <p:spPr>
          <a:xfrm>
            <a:off x="4445999" y="2044161"/>
            <a:ext cx="1463400" cy="61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Shared Responsibility:</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 Developing and revising the prototype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 Confirming changes are effective and well-documented.</a:t>
            </a:r>
            <a:endParaRPr sz="1200"/>
          </a:p>
          <a:p>
            <a:pPr indent="0" lvl="0" marL="0" rtl="0" algn="l">
              <a:spcBef>
                <a:spcPts val="0"/>
              </a:spcBef>
              <a:spcAft>
                <a:spcPts val="0"/>
              </a:spcAft>
              <a:buClr>
                <a:schemeClr val="dk1"/>
              </a:buClr>
              <a:buSzPts val="1100"/>
              <a:buFont typeface="Arial"/>
              <a:buNone/>
            </a:pPr>
            <a:r>
              <a:t/>
            </a:r>
            <a:endParaRPr sz="1100"/>
          </a:p>
        </p:txBody>
      </p:sp>
      <p:sp>
        <p:nvSpPr>
          <p:cNvPr id="890" name="Google Shape;890;p52"/>
          <p:cNvSpPr txBox="1"/>
          <p:nvPr>
            <p:ph idx="4" type="subTitle"/>
          </p:nvPr>
        </p:nvSpPr>
        <p:spPr>
          <a:xfrm>
            <a:off x="4445994" y="1679843"/>
            <a:ext cx="14634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Tandol Mathew Jerthsattayanukul</a:t>
            </a:r>
            <a:endParaRPr sz="1100"/>
          </a:p>
        </p:txBody>
      </p:sp>
      <p:sp>
        <p:nvSpPr>
          <p:cNvPr id="891" name="Google Shape;891;p52"/>
          <p:cNvSpPr/>
          <p:nvPr/>
        </p:nvSpPr>
        <p:spPr>
          <a:xfrm>
            <a:off x="6158543" y="1492215"/>
            <a:ext cx="1272900" cy="1351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2" name="Google Shape;892;p52"/>
          <p:cNvGrpSpPr/>
          <p:nvPr/>
        </p:nvGrpSpPr>
        <p:grpSpPr>
          <a:xfrm>
            <a:off x="6386769" y="1644719"/>
            <a:ext cx="830525" cy="1206920"/>
            <a:chOff x="3084675" y="2302575"/>
            <a:chExt cx="1636825" cy="2239600"/>
          </a:xfrm>
        </p:grpSpPr>
        <p:sp>
          <p:nvSpPr>
            <p:cNvPr id="893" name="Google Shape;893;p52"/>
            <p:cNvSpPr/>
            <p:nvPr/>
          </p:nvSpPr>
          <p:spPr>
            <a:xfrm>
              <a:off x="3178900" y="3619650"/>
              <a:ext cx="464325" cy="532700"/>
            </a:xfrm>
            <a:custGeom>
              <a:rect b="b" l="l" r="r" t="t"/>
              <a:pathLst>
                <a:path extrusionOk="0" h="21308" w="18573">
                  <a:moveTo>
                    <a:pt x="10305" y="0"/>
                  </a:moveTo>
                  <a:lnTo>
                    <a:pt x="0" y="6140"/>
                  </a:lnTo>
                  <a:lnTo>
                    <a:pt x="5928" y="21308"/>
                  </a:lnTo>
                  <a:lnTo>
                    <a:pt x="18572" y="21308"/>
                  </a:lnTo>
                  <a:lnTo>
                    <a:pt x="10305" y="0"/>
                  </a:lnTo>
                  <a:close/>
                </a:path>
              </a:pathLst>
            </a:custGeom>
            <a:solidFill>
              <a:srgbClr val="B788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2"/>
            <p:cNvSpPr/>
            <p:nvPr/>
          </p:nvSpPr>
          <p:spPr>
            <a:xfrm>
              <a:off x="3691825" y="2342275"/>
              <a:ext cx="699875" cy="987025"/>
            </a:xfrm>
            <a:custGeom>
              <a:rect b="b" l="l" r="r" t="t"/>
              <a:pathLst>
                <a:path extrusionOk="0" h="39481" w="27995">
                  <a:moveTo>
                    <a:pt x="7843" y="0"/>
                  </a:moveTo>
                  <a:cubicBezTo>
                    <a:pt x="5411" y="1490"/>
                    <a:pt x="3709" y="3982"/>
                    <a:pt x="2706" y="6657"/>
                  </a:cubicBezTo>
                  <a:cubicBezTo>
                    <a:pt x="1703" y="9332"/>
                    <a:pt x="1338" y="12189"/>
                    <a:pt x="1034" y="15016"/>
                  </a:cubicBezTo>
                  <a:cubicBezTo>
                    <a:pt x="244" y="22523"/>
                    <a:pt x="0" y="30062"/>
                    <a:pt x="244" y="37600"/>
                  </a:cubicBezTo>
                  <a:cubicBezTo>
                    <a:pt x="7665" y="38530"/>
                    <a:pt x="15126" y="39481"/>
                    <a:pt x="22595" y="39481"/>
                  </a:cubicBezTo>
                  <a:cubicBezTo>
                    <a:pt x="24395" y="39481"/>
                    <a:pt x="26195" y="39426"/>
                    <a:pt x="27995" y="39302"/>
                  </a:cubicBezTo>
                  <a:cubicBezTo>
                    <a:pt x="26384" y="28724"/>
                    <a:pt x="25350" y="18177"/>
                    <a:pt x="26658" y="7538"/>
                  </a:cubicBezTo>
                  <a:lnTo>
                    <a:pt x="7843"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52"/>
            <p:cNvSpPr/>
            <p:nvPr/>
          </p:nvSpPr>
          <p:spPr>
            <a:xfrm>
              <a:off x="3148500" y="3108525"/>
              <a:ext cx="1549450" cy="1433650"/>
            </a:xfrm>
            <a:custGeom>
              <a:rect b="b" l="l" r="r" t="t"/>
              <a:pathLst>
                <a:path extrusionOk="0" h="57346" w="61978">
                  <a:moveTo>
                    <a:pt x="31228" y="0"/>
                  </a:moveTo>
                  <a:cubicBezTo>
                    <a:pt x="25427" y="0"/>
                    <a:pt x="19571" y="1049"/>
                    <a:pt x="13405" y="3150"/>
                  </a:cubicBezTo>
                  <a:cubicBezTo>
                    <a:pt x="13405" y="3150"/>
                    <a:pt x="7964" y="4609"/>
                    <a:pt x="5320" y="11691"/>
                  </a:cubicBezTo>
                  <a:cubicBezTo>
                    <a:pt x="2675" y="18804"/>
                    <a:pt x="1" y="29230"/>
                    <a:pt x="1" y="29230"/>
                  </a:cubicBezTo>
                  <a:lnTo>
                    <a:pt x="12189" y="33546"/>
                  </a:lnTo>
                  <a:lnTo>
                    <a:pt x="12280" y="31479"/>
                  </a:lnTo>
                  <a:lnTo>
                    <a:pt x="14986" y="41813"/>
                  </a:lnTo>
                  <a:lnTo>
                    <a:pt x="9058" y="56829"/>
                  </a:lnTo>
                  <a:lnTo>
                    <a:pt x="29697" y="57345"/>
                  </a:lnTo>
                  <a:lnTo>
                    <a:pt x="50245" y="57194"/>
                  </a:lnTo>
                  <a:lnTo>
                    <a:pt x="43558" y="43637"/>
                  </a:lnTo>
                  <a:lnTo>
                    <a:pt x="46111" y="33728"/>
                  </a:lnTo>
                  <a:cubicBezTo>
                    <a:pt x="46415" y="35825"/>
                    <a:pt x="46658" y="37649"/>
                    <a:pt x="46658" y="37649"/>
                  </a:cubicBezTo>
                  <a:lnTo>
                    <a:pt x="61066" y="36889"/>
                  </a:lnTo>
                  <a:cubicBezTo>
                    <a:pt x="61582" y="36859"/>
                    <a:pt x="61977" y="36373"/>
                    <a:pt x="61917" y="35856"/>
                  </a:cubicBezTo>
                  <a:lnTo>
                    <a:pt x="59120" y="16038"/>
                  </a:lnTo>
                  <a:cubicBezTo>
                    <a:pt x="59120" y="16038"/>
                    <a:pt x="58208" y="6828"/>
                    <a:pt x="49515" y="3393"/>
                  </a:cubicBezTo>
                  <a:lnTo>
                    <a:pt x="49454" y="3393"/>
                  </a:lnTo>
                  <a:cubicBezTo>
                    <a:pt x="49120" y="3272"/>
                    <a:pt x="48755" y="3150"/>
                    <a:pt x="48391" y="3029"/>
                  </a:cubicBezTo>
                  <a:cubicBezTo>
                    <a:pt x="42563" y="1011"/>
                    <a:pt x="36922" y="0"/>
                    <a:pt x="31228"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52"/>
            <p:cNvSpPr/>
            <p:nvPr/>
          </p:nvSpPr>
          <p:spPr>
            <a:xfrm>
              <a:off x="3084675" y="3836225"/>
              <a:ext cx="1327550" cy="538300"/>
            </a:xfrm>
            <a:custGeom>
              <a:rect b="b" l="l" r="r" t="t"/>
              <a:pathLst>
                <a:path extrusionOk="0" h="21532" w="53102">
                  <a:moveTo>
                    <a:pt x="2554" y="0"/>
                  </a:moveTo>
                  <a:lnTo>
                    <a:pt x="1186" y="6444"/>
                  </a:lnTo>
                  <a:cubicBezTo>
                    <a:pt x="0" y="12006"/>
                    <a:pt x="4134" y="17721"/>
                    <a:pt x="9788" y="18359"/>
                  </a:cubicBezTo>
                  <a:lnTo>
                    <a:pt x="39849" y="21459"/>
                  </a:lnTo>
                  <a:cubicBezTo>
                    <a:pt x="40295" y="21508"/>
                    <a:pt x="40738" y="21532"/>
                    <a:pt x="41176" y="21532"/>
                  </a:cubicBezTo>
                  <a:cubicBezTo>
                    <a:pt x="47307" y="21532"/>
                    <a:pt x="52534" y="16879"/>
                    <a:pt x="53102" y="10638"/>
                  </a:cubicBezTo>
                  <a:lnTo>
                    <a:pt x="15198" y="7021"/>
                  </a:lnTo>
                  <a:lnTo>
                    <a:pt x="15441" y="3374"/>
                  </a:lnTo>
                  <a:lnTo>
                    <a:pt x="2554" y="0"/>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2"/>
            <p:cNvSpPr/>
            <p:nvPr/>
          </p:nvSpPr>
          <p:spPr>
            <a:xfrm>
              <a:off x="4083925" y="3835775"/>
              <a:ext cx="430900" cy="270975"/>
            </a:xfrm>
            <a:custGeom>
              <a:rect b="b" l="l" r="r" t="t"/>
              <a:pathLst>
                <a:path extrusionOk="0" h="10839" w="17236">
                  <a:moveTo>
                    <a:pt x="11455" y="0"/>
                  </a:moveTo>
                  <a:cubicBezTo>
                    <a:pt x="10351" y="0"/>
                    <a:pt x="9423" y="13"/>
                    <a:pt x="9089" y="48"/>
                  </a:cubicBezTo>
                  <a:cubicBezTo>
                    <a:pt x="8056" y="140"/>
                    <a:pt x="2524" y="6188"/>
                    <a:pt x="2524" y="6188"/>
                  </a:cubicBezTo>
                  <a:lnTo>
                    <a:pt x="183" y="6614"/>
                  </a:lnTo>
                  <a:lnTo>
                    <a:pt x="1" y="10839"/>
                  </a:lnTo>
                  <a:lnTo>
                    <a:pt x="5958" y="10839"/>
                  </a:lnTo>
                  <a:lnTo>
                    <a:pt x="10426" y="7283"/>
                  </a:lnTo>
                  <a:lnTo>
                    <a:pt x="14955" y="7708"/>
                  </a:lnTo>
                  <a:cubicBezTo>
                    <a:pt x="14973" y="7710"/>
                    <a:pt x="14990" y="7711"/>
                    <a:pt x="15007" y="7711"/>
                  </a:cubicBezTo>
                  <a:cubicBezTo>
                    <a:pt x="15293" y="7711"/>
                    <a:pt x="15565" y="7478"/>
                    <a:pt x="15594" y="7191"/>
                  </a:cubicBezTo>
                  <a:cubicBezTo>
                    <a:pt x="15654" y="6857"/>
                    <a:pt x="15442" y="6583"/>
                    <a:pt x="15138" y="6523"/>
                  </a:cubicBezTo>
                  <a:lnTo>
                    <a:pt x="10882" y="5611"/>
                  </a:lnTo>
                  <a:lnTo>
                    <a:pt x="10730" y="5216"/>
                  </a:lnTo>
                  <a:lnTo>
                    <a:pt x="10730" y="5216"/>
                  </a:lnTo>
                  <a:cubicBezTo>
                    <a:pt x="10731" y="5216"/>
                    <a:pt x="13580" y="5321"/>
                    <a:pt x="14794" y="5321"/>
                  </a:cubicBezTo>
                  <a:cubicBezTo>
                    <a:pt x="15036" y="5321"/>
                    <a:pt x="15214" y="5317"/>
                    <a:pt x="15290" y="5307"/>
                  </a:cubicBezTo>
                  <a:cubicBezTo>
                    <a:pt x="16627" y="5124"/>
                    <a:pt x="16354" y="4547"/>
                    <a:pt x="16354" y="4547"/>
                  </a:cubicBezTo>
                  <a:cubicBezTo>
                    <a:pt x="16354" y="4304"/>
                    <a:pt x="15715" y="4182"/>
                    <a:pt x="15472" y="4152"/>
                  </a:cubicBezTo>
                  <a:lnTo>
                    <a:pt x="10761" y="3483"/>
                  </a:lnTo>
                  <a:lnTo>
                    <a:pt x="10761" y="3179"/>
                  </a:lnTo>
                  <a:lnTo>
                    <a:pt x="15411" y="3027"/>
                  </a:lnTo>
                  <a:cubicBezTo>
                    <a:pt x="17235" y="2875"/>
                    <a:pt x="16870" y="1963"/>
                    <a:pt x="16293" y="1933"/>
                  </a:cubicBezTo>
                  <a:lnTo>
                    <a:pt x="10730" y="1842"/>
                  </a:lnTo>
                  <a:lnTo>
                    <a:pt x="10761" y="1386"/>
                  </a:lnTo>
                  <a:lnTo>
                    <a:pt x="16323" y="1173"/>
                  </a:lnTo>
                  <a:cubicBezTo>
                    <a:pt x="16627" y="1173"/>
                    <a:pt x="16870" y="930"/>
                    <a:pt x="16870" y="626"/>
                  </a:cubicBezTo>
                  <a:cubicBezTo>
                    <a:pt x="16870" y="292"/>
                    <a:pt x="16627" y="48"/>
                    <a:pt x="16293" y="48"/>
                  </a:cubicBezTo>
                  <a:cubicBezTo>
                    <a:pt x="15295" y="30"/>
                    <a:pt x="13165" y="0"/>
                    <a:pt x="11455"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2"/>
            <p:cNvSpPr/>
            <p:nvPr/>
          </p:nvSpPr>
          <p:spPr>
            <a:xfrm>
              <a:off x="3719175" y="3089425"/>
              <a:ext cx="491675" cy="768125"/>
            </a:xfrm>
            <a:custGeom>
              <a:rect b="b" l="l" r="r" t="t"/>
              <a:pathLst>
                <a:path extrusionOk="0" h="30725" w="19667">
                  <a:moveTo>
                    <a:pt x="6578" y="1"/>
                  </a:moveTo>
                  <a:cubicBezTo>
                    <a:pt x="4246" y="1"/>
                    <a:pt x="1943" y="268"/>
                    <a:pt x="1" y="996"/>
                  </a:cubicBezTo>
                  <a:cubicBezTo>
                    <a:pt x="1" y="996"/>
                    <a:pt x="5826" y="30724"/>
                    <a:pt x="7912" y="30724"/>
                  </a:cubicBezTo>
                  <a:cubicBezTo>
                    <a:pt x="7919" y="30724"/>
                    <a:pt x="7927" y="30724"/>
                    <a:pt x="7934" y="30723"/>
                  </a:cubicBezTo>
                  <a:cubicBezTo>
                    <a:pt x="9971" y="30510"/>
                    <a:pt x="19667" y="2030"/>
                    <a:pt x="19667" y="2030"/>
                  </a:cubicBezTo>
                  <a:cubicBezTo>
                    <a:pt x="19667" y="2030"/>
                    <a:pt x="13007" y="1"/>
                    <a:pt x="6578"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2"/>
            <p:cNvSpPr/>
            <p:nvPr/>
          </p:nvSpPr>
          <p:spPr>
            <a:xfrm>
              <a:off x="4364325" y="3608250"/>
              <a:ext cx="5350" cy="230275"/>
            </a:xfrm>
            <a:custGeom>
              <a:rect b="b" l="l" r="r" t="t"/>
              <a:pathLst>
                <a:path extrusionOk="0" h="9211" w="214">
                  <a:moveTo>
                    <a:pt x="92" y="0"/>
                  </a:moveTo>
                  <a:cubicBezTo>
                    <a:pt x="61" y="0"/>
                    <a:pt x="1" y="2067"/>
                    <a:pt x="1" y="4620"/>
                  </a:cubicBezTo>
                  <a:cubicBezTo>
                    <a:pt x="1" y="7143"/>
                    <a:pt x="61" y="9210"/>
                    <a:pt x="92" y="9210"/>
                  </a:cubicBezTo>
                  <a:cubicBezTo>
                    <a:pt x="153" y="9210"/>
                    <a:pt x="213" y="7143"/>
                    <a:pt x="213" y="4620"/>
                  </a:cubicBezTo>
                  <a:cubicBezTo>
                    <a:pt x="213" y="2067"/>
                    <a:pt x="153" y="0"/>
                    <a:pt x="9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2"/>
            <p:cNvSpPr/>
            <p:nvPr/>
          </p:nvSpPr>
          <p:spPr>
            <a:xfrm>
              <a:off x="3468425" y="3618125"/>
              <a:ext cx="32700" cy="225700"/>
            </a:xfrm>
            <a:custGeom>
              <a:rect b="b" l="l" r="r" t="t"/>
              <a:pathLst>
                <a:path extrusionOk="0" h="9028" w="1308">
                  <a:moveTo>
                    <a:pt x="1307" y="0"/>
                  </a:moveTo>
                  <a:cubicBezTo>
                    <a:pt x="1186" y="456"/>
                    <a:pt x="1094" y="882"/>
                    <a:pt x="1034" y="1338"/>
                  </a:cubicBezTo>
                  <a:cubicBezTo>
                    <a:pt x="912" y="2128"/>
                    <a:pt x="730" y="3253"/>
                    <a:pt x="547" y="4499"/>
                  </a:cubicBezTo>
                  <a:cubicBezTo>
                    <a:pt x="365" y="5745"/>
                    <a:pt x="213" y="6870"/>
                    <a:pt x="122" y="7691"/>
                  </a:cubicBezTo>
                  <a:cubicBezTo>
                    <a:pt x="31" y="8116"/>
                    <a:pt x="0" y="8572"/>
                    <a:pt x="0" y="9028"/>
                  </a:cubicBezTo>
                  <a:cubicBezTo>
                    <a:pt x="122" y="8572"/>
                    <a:pt x="213" y="8146"/>
                    <a:pt x="274" y="7721"/>
                  </a:cubicBezTo>
                  <a:cubicBezTo>
                    <a:pt x="395" y="6900"/>
                    <a:pt x="578" y="5776"/>
                    <a:pt x="760" y="4529"/>
                  </a:cubicBezTo>
                  <a:cubicBezTo>
                    <a:pt x="942" y="3283"/>
                    <a:pt x="1094" y="2159"/>
                    <a:pt x="1186" y="1338"/>
                  </a:cubicBezTo>
                  <a:cubicBezTo>
                    <a:pt x="1246" y="912"/>
                    <a:pt x="1307" y="456"/>
                    <a:pt x="13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2"/>
            <p:cNvSpPr/>
            <p:nvPr/>
          </p:nvSpPr>
          <p:spPr>
            <a:xfrm>
              <a:off x="3890925" y="3859775"/>
              <a:ext cx="23575" cy="681650"/>
            </a:xfrm>
            <a:custGeom>
              <a:rect b="b" l="l" r="r" t="t"/>
              <a:pathLst>
                <a:path extrusionOk="0" h="27266" w="943">
                  <a:moveTo>
                    <a:pt x="942" y="0"/>
                  </a:moveTo>
                  <a:cubicBezTo>
                    <a:pt x="912" y="91"/>
                    <a:pt x="912" y="183"/>
                    <a:pt x="912" y="274"/>
                  </a:cubicBezTo>
                  <a:cubicBezTo>
                    <a:pt x="882" y="487"/>
                    <a:pt x="882" y="760"/>
                    <a:pt x="882" y="1064"/>
                  </a:cubicBezTo>
                  <a:cubicBezTo>
                    <a:pt x="851" y="1794"/>
                    <a:pt x="821" y="2797"/>
                    <a:pt x="790" y="4012"/>
                  </a:cubicBezTo>
                  <a:cubicBezTo>
                    <a:pt x="699" y="6475"/>
                    <a:pt x="547" y="9879"/>
                    <a:pt x="395" y="13648"/>
                  </a:cubicBezTo>
                  <a:cubicBezTo>
                    <a:pt x="213" y="17387"/>
                    <a:pt x="91" y="20821"/>
                    <a:pt x="31" y="23283"/>
                  </a:cubicBezTo>
                  <a:cubicBezTo>
                    <a:pt x="0" y="24499"/>
                    <a:pt x="0" y="25502"/>
                    <a:pt x="0" y="26201"/>
                  </a:cubicBezTo>
                  <a:lnTo>
                    <a:pt x="0" y="26992"/>
                  </a:lnTo>
                  <a:cubicBezTo>
                    <a:pt x="0" y="27083"/>
                    <a:pt x="0" y="27174"/>
                    <a:pt x="0" y="27265"/>
                  </a:cubicBezTo>
                  <a:cubicBezTo>
                    <a:pt x="31" y="27174"/>
                    <a:pt x="31" y="27083"/>
                    <a:pt x="31" y="26992"/>
                  </a:cubicBezTo>
                  <a:cubicBezTo>
                    <a:pt x="61" y="26809"/>
                    <a:pt x="61" y="26536"/>
                    <a:pt x="61" y="26201"/>
                  </a:cubicBezTo>
                  <a:cubicBezTo>
                    <a:pt x="91" y="25502"/>
                    <a:pt x="122" y="24499"/>
                    <a:pt x="152" y="23283"/>
                  </a:cubicBezTo>
                  <a:cubicBezTo>
                    <a:pt x="243" y="20821"/>
                    <a:pt x="395" y="17417"/>
                    <a:pt x="547" y="13648"/>
                  </a:cubicBezTo>
                  <a:cubicBezTo>
                    <a:pt x="730" y="9879"/>
                    <a:pt x="851" y="6475"/>
                    <a:pt x="912" y="4012"/>
                  </a:cubicBezTo>
                  <a:cubicBezTo>
                    <a:pt x="942" y="2766"/>
                    <a:pt x="942" y="1763"/>
                    <a:pt x="942" y="1095"/>
                  </a:cubicBezTo>
                  <a:lnTo>
                    <a:pt x="942" y="274"/>
                  </a:lnTo>
                  <a:cubicBezTo>
                    <a:pt x="942" y="183"/>
                    <a:pt x="942" y="91"/>
                    <a:pt x="94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52"/>
            <p:cNvSpPr/>
            <p:nvPr/>
          </p:nvSpPr>
          <p:spPr>
            <a:xfrm>
              <a:off x="3910675" y="3138625"/>
              <a:ext cx="367800" cy="739400"/>
            </a:xfrm>
            <a:custGeom>
              <a:rect b="b" l="l" r="r" t="t"/>
              <a:pathLst>
                <a:path extrusionOk="0" h="29576" w="14712">
                  <a:moveTo>
                    <a:pt x="11946" y="1"/>
                  </a:moveTo>
                  <a:cubicBezTo>
                    <a:pt x="11946" y="31"/>
                    <a:pt x="11946" y="62"/>
                    <a:pt x="11946" y="92"/>
                  </a:cubicBezTo>
                  <a:cubicBezTo>
                    <a:pt x="11946" y="183"/>
                    <a:pt x="11946" y="274"/>
                    <a:pt x="11946" y="366"/>
                  </a:cubicBezTo>
                  <a:cubicBezTo>
                    <a:pt x="12007" y="730"/>
                    <a:pt x="12098" y="1095"/>
                    <a:pt x="12220" y="1429"/>
                  </a:cubicBezTo>
                  <a:cubicBezTo>
                    <a:pt x="12432" y="1977"/>
                    <a:pt x="12675" y="2493"/>
                    <a:pt x="12949" y="2980"/>
                  </a:cubicBezTo>
                  <a:cubicBezTo>
                    <a:pt x="13344" y="3648"/>
                    <a:pt x="13679" y="4317"/>
                    <a:pt x="14013" y="4986"/>
                  </a:cubicBezTo>
                  <a:cubicBezTo>
                    <a:pt x="14408" y="5806"/>
                    <a:pt x="14560" y="6718"/>
                    <a:pt x="14438" y="7630"/>
                  </a:cubicBezTo>
                  <a:cubicBezTo>
                    <a:pt x="14286" y="8603"/>
                    <a:pt x="13557" y="9454"/>
                    <a:pt x="12767" y="10214"/>
                  </a:cubicBezTo>
                  <a:cubicBezTo>
                    <a:pt x="11916" y="11004"/>
                    <a:pt x="11156" y="11886"/>
                    <a:pt x="10457" y="12828"/>
                  </a:cubicBezTo>
                  <a:cubicBezTo>
                    <a:pt x="9727" y="13861"/>
                    <a:pt x="9302" y="15107"/>
                    <a:pt x="9271" y="16384"/>
                  </a:cubicBezTo>
                  <a:cubicBezTo>
                    <a:pt x="9241" y="17022"/>
                    <a:pt x="9393" y="17661"/>
                    <a:pt x="9666" y="18269"/>
                  </a:cubicBezTo>
                  <a:cubicBezTo>
                    <a:pt x="9940" y="18816"/>
                    <a:pt x="10183" y="19363"/>
                    <a:pt x="10396" y="19940"/>
                  </a:cubicBezTo>
                  <a:cubicBezTo>
                    <a:pt x="10487" y="20214"/>
                    <a:pt x="10548" y="20518"/>
                    <a:pt x="10517" y="20791"/>
                  </a:cubicBezTo>
                  <a:cubicBezTo>
                    <a:pt x="10487" y="21065"/>
                    <a:pt x="10426" y="21339"/>
                    <a:pt x="10274" y="21582"/>
                  </a:cubicBezTo>
                  <a:cubicBezTo>
                    <a:pt x="9940" y="22038"/>
                    <a:pt x="9514" y="22433"/>
                    <a:pt x="9058" y="22737"/>
                  </a:cubicBezTo>
                  <a:lnTo>
                    <a:pt x="4317" y="26263"/>
                  </a:lnTo>
                  <a:lnTo>
                    <a:pt x="1155" y="28664"/>
                  </a:lnTo>
                  <a:lnTo>
                    <a:pt x="304" y="29333"/>
                  </a:lnTo>
                  <a:lnTo>
                    <a:pt x="61" y="29515"/>
                  </a:lnTo>
                  <a:cubicBezTo>
                    <a:pt x="31" y="29545"/>
                    <a:pt x="0" y="29576"/>
                    <a:pt x="0" y="29576"/>
                  </a:cubicBezTo>
                  <a:lnTo>
                    <a:pt x="92" y="29515"/>
                  </a:lnTo>
                  <a:lnTo>
                    <a:pt x="304" y="29363"/>
                  </a:lnTo>
                  <a:lnTo>
                    <a:pt x="1186" y="28725"/>
                  </a:lnTo>
                  <a:lnTo>
                    <a:pt x="4408" y="26384"/>
                  </a:lnTo>
                  <a:lnTo>
                    <a:pt x="9180" y="22858"/>
                  </a:lnTo>
                  <a:cubicBezTo>
                    <a:pt x="9666" y="22554"/>
                    <a:pt x="10092" y="22159"/>
                    <a:pt x="10457" y="21673"/>
                  </a:cubicBezTo>
                  <a:cubicBezTo>
                    <a:pt x="10609" y="21430"/>
                    <a:pt x="10700" y="21126"/>
                    <a:pt x="10730" y="20822"/>
                  </a:cubicBezTo>
                  <a:cubicBezTo>
                    <a:pt x="10730" y="20487"/>
                    <a:pt x="10700" y="20184"/>
                    <a:pt x="10609" y="19880"/>
                  </a:cubicBezTo>
                  <a:cubicBezTo>
                    <a:pt x="10396" y="19302"/>
                    <a:pt x="10153" y="18725"/>
                    <a:pt x="9879" y="18177"/>
                  </a:cubicBezTo>
                  <a:cubicBezTo>
                    <a:pt x="9605" y="17630"/>
                    <a:pt x="9484" y="16992"/>
                    <a:pt x="9484" y="16384"/>
                  </a:cubicBezTo>
                  <a:cubicBezTo>
                    <a:pt x="9514" y="15138"/>
                    <a:pt x="9909" y="13952"/>
                    <a:pt x="10639" y="12949"/>
                  </a:cubicBezTo>
                  <a:cubicBezTo>
                    <a:pt x="11338" y="12007"/>
                    <a:pt x="12098" y="11126"/>
                    <a:pt x="12919" y="10335"/>
                  </a:cubicBezTo>
                  <a:cubicBezTo>
                    <a:pt x="13314" y="9940"/>
                    <a:pt x="13679" y="9545"/>
                    <a:pt x="13982" y="9089"/>
                  </a:cubicBezTo>
                  <a:cubicBezTo>
                    <a:pt x="14317" y="8664"/>
                    <a:pt x="14499" y="8177"/>
                    <a:pt x="14621" y="7661"/>
                  </a:cubicBezTo>
                  <a:cubicBezTo>
                    <a:pt x="14712" y="6718"/>
                    <a:pt x="14560" y="5776"/>
                    <a:pt x="14165" y="4925"/>
                  </a:cubicBezTo>
                  <a:cubicBezTo>
                    <a:pt x="13830" y="4256"/>
                    <a:pt x="13466" y="3588"/>
                    <a:pt x="13071" y="2919"/>
                  </a:cubicBezTo>
                  <a:cubicBezTo>
                    <a:pt x="12797" y="2433"/>
                    <a:pt x="12523" y="1946"/>
                    <a:pt x="12311" y="1399"/>
                  </a:cubicBezTo>
                  <a:cubicBezTo>
                    <a:pt x="12189" y="1065"/>
                    <a:pt x="12068" y="730"/>
                    <a:pt x="12007" y="366"/>
                  </a:cubicBezTo>
                  <a:cubicBezTo>
                    <a:pt x="11976" y="122"/>
                    <a:pt x="11946" y="1"/>
                    <a:pt x="1194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2"/>
            <p:cNvSpPr/>
            <p:nvPr/>
          </p:nvSpPr>
          <p:spPr>
            <a:xfrm>
              <a:off x="3624950" y="3115075"/>
              <a:ext cx="290300" cy="734850"/>
            </a:xfrm>
            <a:custGeom>
              <a:rect b="b" l="l" r="r" t="t"/>
              <a:pathLst>
                <a:path extrusionOk="0" h="29394" w="11612">
                  <a:moveTo>
                    <a:pt x="3648" y="1"/>
                  </a:moveTo>
                  <a:cubicBezTo>
                    <a:pt x="3618" y="31"/>
                    <a:pt x="3587" y="61"/>
                    <a:pt x="3587" y="92"/>
                  </a:cubicBezTo>
                  <a:lnTo>
                    <a:pt x="3435" y="305"/>
                  </a:lnTo>
                  <a:cubicBezTo>
                    <a:pt x="3314" y="517"/>
                    <a:pt x="3131" y="821"/>
                    <a:pt x="2888" y="1216"/>
                  </a:cubicBezTo>
                  <a:cubicBezTo>
                    <a:pt x="2280" y="2341"/>
                    <a:pt x="1733" y="3526"/>
                    <a:pt x="1308" y="4742"/>
                  </a:cubicBezTo>
                  <a:cubicBezTo>
                    <a:pt x="639" y="6536"/>
                    <a:pt x="244" y="8420"/>
                    <a:pt x="61" y="10305"/>
                  </a:cubicBezTo>
                  <a:cubicBezTo>
                    <a:pt x="1" y="10882"/>
                    <a:pt x="31" y="11429"/>
                    <a:pt x="153" y="11976"/>
                  </a:cubicBezTo>
                  <a:cubicBezTo>
                    <a:pt x="244" y="12584"/>
                    <a:pt x="517" y="13131"/>
                    <a:pt x="943" y="13557"/>
                  </a:cubicBezTo>
                  <a:cubicBezTo>
                    <a:pt x="1156" y="13770"/>
                    <a:pt x="1399" y="13952"/>
                    <a:pt x="1703" y="14043"/>
                  </a:cubicBezTo>
                  <a:cubicBezTo>
                    <a:pt x="1976" y="14165"/>
                    <a:pt x="2280" y="14256"/>
                    <a:pt x="2554" y="14347"/>
                  </a:cubicBezTo>
                  <a:cubicBezTo>
                    <a:pt x="2827" y="14408"/>
                    <a:pt x="3101" y="14560"/>
                    <a:pt x="3344" y="14712"/>
                  </a:cubicBezTo>
                  <a:cubicBezTo>
                    <a:pt x="3557" y="14925"/>
                    <a:pt x="3709" y="15168"/>
                    <a:pt x="3800" y="15442"/>
                  </a:cubicBezTo>
                  <a:cubicBezTo>
                    <a:pt x="3891" y="16019"/>
                    <a:pt x="3891" y="16627"/>
                    <a:pt x="3739" y="17205"/>
                  </a:cubicBezTo>
                  <a:cubicBezTo>
                    <a:pt x="3618" y="17812"/>
                    <a:pt x="3527" y="18390"/>
                    <a:pt x="3496" y="18998"/>
                  </a:cubicBezTo>
                  <a:cubicBezTo>
                    <a:pt x="3435" y="20122"/>
                    <a:pt x="3557" y="21278"/>
                    <a:pt x="3891" y="22372"/>
                  </a:cubicBezTo>
                  <a:cubicBezTo>
                    <a:pt x="4408" y="24226"/>
                    <a:pt x="5472" y="25898"/>
                    <a:pt x="6961" y="27144"/>
                  </a:cubicBezTo>
                  <a:cubicBezTo>
                    <a:pt x="7934" y="27995"/>
                    <a:pt x="9059" y="28633"/>
                    <a:pt x="10305" y="29059"/>
                  </a:cubicBezTo>
                  <a:cubicBezTo>
                    <a:pt x="10609" y="29150"/>
                    <a:pt x="10974" y="29272"/>
                    <a:pt x="11308" y="29332"/>
                  </a:cubicBezTo>
                  <a:lnTo>
                    <a:pt x="11581" y="29393"/>
                  </a:lnTo>
                  <a:lnTo>
                    <a:pt x="11612" y="29393"/>
                  </a:lnTo>
                  <a:lnTo>
                    <a:pt x="11369" y="29332"/>
                  </a:lnTo>
                  <a:cubicBezTo>
                    <a:pt x="11125" y="29272"/>
                    <a:pt x="10791" y="29150"/>
                    <a:pt x="10366" y="28998"/>
                  </a:cubicBezTo>
                  <a:cubicBezTo>
                    <a:pt x="9150" y="28572"/>
                    <a:pt x="8056" y="27904"/>
                    <a:pt x="7083" y="27053"/>
                  </a:cubicBezTo>
                  <a:cubicBezTo>
                    <a:pt x="5654" y="25806"/>
                    <a:pt x="4621" y="24165"/>
                    <a:pt x="4104" y="22341"/>
                  </a:cubicBezTo>
                  <a:cubicBezTo>
                    <a:pt x="3800" y="21247"/>
                    <a:pt x="3648" y="20122"/>
                    <a:pt x="3709" y="19028"/>
                  </a:cubicBezTo>
                  <a:cubicBezTo>
                    <a:pt x="3739" y="18420"/>
                    <a:pt x="3831" y="17843"/>
                    <a:pt x="3952" y="17265"/>
                  </a:cubicBezTo>
                  <a:cubicBezTo>
                    <a:pt x="4104" y="16657"/>
                    <a:pt x="4134" y="16019"/>
                    <a:pt x="4013" y="15411"/>
                  </a:cubicBezTo>
                  <a:cubicBezTo>
                    <a:pt x="3922" y="15077"/>
                    <a:pt x="3739" y="14803"/>
                    <a:pt x="3466" y="14590"/>
                  </a:cubicBezTo>
                  <a:cubicBezTo>
                    <a:pt x="3223" y="14378"/>
                    <a:pt x="2949" y="14256"/>
                    <a:pt x="2645" y="14165"/>
                  </a:cubicBezTo>
                  <a:cubicBezTo>
                    <a:pt x="2341" y="14074"/>
                    <a:pt x="2037" y="13983"/>
                    <a:pt x="1794" y="13861"/>
                  </a:cubicBezTo>
                  <a:cubicBezTo>
                    <a:pt x="1520" y="13770"/>
                    <a:pt x="1277" y="13618"/>
                    <a:pt x="1065" y="13405"/>
                  </a:cubicBezTo>
                  <a:cubicBezTo>
                    <a:pt x="700" y="13010"/>
                    <a:pt x="426" y="12493"/>
                    <a:pt x="335" y="11946"/>
                  </a:cubicBezTo>
                  <a:cubicBezTo>
                    <a:pt x="244" y="11399"/>
                    <a:pt x="213" y="10882"/>
                    <a:pt x="244" y="10335"/>
                  </a:cubicBezTo>
                  <a:cubicBezTo>
                    <a:pt x="426" y="8420"/>
                    <a:pt x="821" y="6566"/>
                    <a:pt x="1429" y="4773"/>
                  </a:cubicBezTo>
                  <a:cubicBezTo>
                    <a:pt x="1855" y="3557"/>
                    <a:pt x="2372" y="2371"/>
                    <a:pt x="2949" y="1247"/>
                  </a:cubicBezTo>
                  <a:cubicBezTo>
                    <a:pt x="3192" y="852"/>
                    <a:pt x="3344" y="548"/>
                    <a:pt x="3466" y="335"/>
                  </a:cubicBezTo>
                  <a:lnTo>
                    <a:pt x="3618" y="92"/>
                  </a:lnTo>
                  <a:cubicBezTo>
                    <a:pt x="3648" y="31"/>
                    <a:pt x="3648" y="1"/>
                    <a:pt x="36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2"/>
            <p:cNvSpPr/>
            <p:nvPr/>
          </p:nvSpPr>
          <p:spPr>
            <a:xfrm>
              <a:off x="3682700" y="3982100"/>
              <a:ext cx="1038800" cy="347300"/>
            </a:xfrm>
            <a:custGeom>
              <a:rect b="b" l="l" r="r" t="t"/>
              <a:pathLst>
                <a:path extrusionOk="0" h="13892" w="41552">
                  <a:moveTo>
                    <a:pt x="1" y="1"/>
                  </a:moveTo>
                  <a:lnTo>
                    <a:pt x="31" y="8360"/>
                  </a:lnTo>
                  <a:lnTo>
                    <a:pt x="16688" y="12007"/>
                  </a:lnTo>
                  <a:lnTo>
                    <a:pt x="28421" y="13892"/>
                  </a:lnTo>
                  <a:cubicBezTo>
                    <a:pt x="35716" y="13892"/>
                    <a:pt x="41552" y="7205"/>
                    <a:pt x="40427" y="1"/>
                  </a:cubicBezTo>
                  <a:lnTo>
                    <a:pt x="40397" y="1"/>
                  </a:lnTo>
                  <a:lnTo>
                    <a:pt x="25168" y="791"/>
                  </a:lnTo>
                  <a:lnTo>
                    <a:pt x="1"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2"/>
            <p:cNvSpPr/>
            <p:nvPr/>
          </p:nvSpPr>
          <p:spPr>
            <a:xfrm>
              <a:off x="3682700" y="3982100"/>
              <a:ext cx="802475" cy="20450"/>
            </a:xfrm>
            <a:custGeom>
              <a:rect b="b" l="l" r="r" t="t"/>
              <a:pathLst>
                <a:path extrusionOk="0" h="818" w="32099">
                  <a:moveTo>
                    <a:pt x="1" y="1"/>
                  </a:moveTo>
                  <a:cubicBezTo>
                    <a:pt x="122" y="31"/>
                    <a:pt x="213" y="31"/>
                    <a:pt x="335" y="62"/>
                  </a:cubicBezTo>
                  <a:lnTo>
                    <a:pt x="1247" y="153"/>
                  </a:lnTo>
                  <a:cubicBezTo>
                    <a:pt x="2068" y="244"/>
                    <a:pt x="3223" y="335"/>
                    <a:pt x="4682" y="426"/>
                  </a:cubicBezTo>
                  <a:cubicBezTo>
                    <a:pt x="7569" y="609"/>
                    <a:pt x="11612" y="761"/>
                    <a:pt x="16050" y="791"/>
                  </a:cubicBezTo>
                  <a:cubicBezTo>
                    <a:pt x="17426" y="810"/>
                    <a:pt x="18761" y="817"/>
                    <a:pt x="20035" y="817"/>
                  </a:cubicBezTo>
                  <a:cubicBezTo>
                    <a:pt x="22868" y="817"/>
                    <a:pt x="25395" y="782"/>
                    <a:pt x="27387" y="761"/>
                  </a:cubicBezTo>
                  <a:lnTo>
                    <a:pt x="30852" y="700"/>
                  </a:lnTo>
                  <a:lnTo>
                    <a:pt x="31764" y="670"/>
                  </a:lnTo>
                  <a:cubicBezTo>
                    <a:pt x="31886" y="670"/>
                    <a:pt x="31977" y="670"/>
                    <a:pt x="32099" y="639"/>
                  </a:cubicBezTo>
                  <a:cubicBezTo>
                    <a:pt x="31977" y="609"/>
                    <a:pt x="31886" y="609"/>
                    <a:pt x="31764" y="609"/>
                  </a:cubicBezTo>
                  <a:lnTo>
                    <a:pt x="27387" y="609"/>
                  </a:lnTo>
                  <a:cubicBezTo>
                    <a:pt x="25442" y="609"/>
                    <a:pt x="23024" y="622"/>
                    <a:pt x="20313" y="622"/>
                  </a:cubicBezTo>
                  <a:cubicBezTo>
                    <a:pt x="18958" y="622"/>
                    <a:pt x="17529" y="619"/>
                    <a:pt x="16050" y="609"/>
                  </a:cubicBezTo>
                  <a:cubicBezTo>
                    <a:pt x="11612" y="578"/>
                    <a:pt x="7600" y="426"/>
                    <a:pt x="4682" y="275"/>
                  </a:cubicBezTo>
                  <a:cubicBezTo>
                    <a:pt x="3253" y="183"/>
                    <a:pt x="2068" y="123"/>
                    <a:pt x="1277" y="62"/>
                  </a:cubicBezTo>
                  <a:lnTo>
                    <a:pt x="335"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2"/>
            <p:cNvSpPr/>
            <p:nvPr/>
          </p:nvSpPr>
          <p:spPr>
            <a:xfrm>
              <a:off x="3251075" y="3835775"/>
              <a:ext cx="430900" cy="270975"/>
            </a:xfrm>
            <a:custGeom>
              <a:rect b="b" l="l" r="r" t="t"/>
              <a:pathLst>
                <a:path extrusionOk="0" h="10839" w="17236">
                  <a:moveTo>
                    <a:pt x="5781" y="0"/>
                  </a:moveTo>
                  <a:cubicBezTo>
                    <a:pt x="4071" y="0"/>
                    <a:pt x="1941" y="30"/>
                    <a:pt x="943" y="48"/>
                  </a:cubicBezTo>
                  <a:cubicBezTo>
                    <a:pt x="609" y="48"/>
                    <a:pt x="366" y="292"/>
                    <a:pt x="366" y="626"/>
                  </a:cubicBezTo>
                  <a:cubicBezTo>
                    <a:pt x="366" y="930"/>
                    <a:pt x="609" y="1173"/>
                    <a:pt x="913" y="1173"/>
                  </a:cubicBezTo>
                  <a:lnTo>
                    <a:pt x="6475" y="1386"/>
                  </a:lnTo>
                  <a:lnTo>
                    <a:pt x="6506" y="1842"/>
                  </a:lnTo>
                  <a:lnTo>
                    <a:pt x="943" y="1933"/>
                  </a:lnTo>
                  <a:cubicBezTo>
                    <a:pt x="366" y="1963"/>
                    <a:pt x="1" y="2875"/>
                    <a:pt x="1825" y="3027"/>
                  </a:cubicBezTo>
                  <a:lnTo>
                    <a:pt x="6475" y="3179"/>
                  </a:lnTo>
                  <a:lnTo>
                    <a:pt x="6475" y="3483"/>
                  </a:lnTo>
                  <a:lnTo>
                    <a:pt x="1764" y="4152"/>
                  </a:lnTo>
                  <a:cubicBezTo>
                    <a:pt x="1521" y="4182"/>
                    <a:pt x="882" y="4304"/>
                    <a:pt x="882" y="4547"/>
                  </a:cubicBezTo>
                  <a:cubicBezTo>
                    <a:pt x="882" y="4547"/>
                    <a:pt x="609" y="5124"/>
                    <a:pt x="1946" y="5307"/>
                  </a:cubicBezTo>
                  <a:cubicBezTo>
                    <a:pt x="2022" y="5317"/>
                    <a:pt x="2200" y="5321"/>
                    <a:pt x="2442" y="5321"/>
                  </a:cubicBezTo>
                  <a:cubicBezTo>
                    <a:pt x="3656" y="5321"/>
                    <a:pt x="6505" y="5216"/>
                    <a:pt x="6506" y="5216"/>
                  </a:cubicBezTo>
                  <a:lnTo>
                    <a:pt x="6506" y="5216"/>
                  </a:lnTo>
                  <a:lnTo>
                    <a:pt x="6354" y="5611"/>
                  </a:lnTo>
                  <a:lnTo>
                    <a:pt x="2098" y="6523"/>
                  </a:lnTo>
                  <a:cubicBezTo>
                    <a:pt x="1794" y="6583"/>
                    <a:pt x="1582" y="6857"/>
                    <a:pt x="1642" y="7191"/>
                  </a:cubicBezTo>
                  <a:cubicBezTo>
                    <a:pt x="1671" y="7478"/>
                    <a:pt x="1943" y="7711"/>
                    <a:pt x="2229" y="7711"/>
                  </a:cubicBezTo>
                  <a:cubicBezTo>
                    <a:pt x="2246" y="7711"/>
                    <a:pt x="2263" y="7710"/>
                    <a:pt x="2281" y="7708"/>
                  </a:cubicBezTo>
                  <a:lnTo>
                    <a:pt x="6810" y="7283"/>
                  </a:lnTo>
                  <a:lnTo>
                    <a:pt x="11278" y="10839"/>
                  </a:lnTo>
                  <a:lnTo>
                    <a:pt x="17235" y="10839"/>
                  </a:lnTo>
                  <a:lnTo>
                    <a:pt x="17053" y="6614"/>
                  </a:lnTo>
                  <a:lnTo>
                    <a:pt x="14712" y="6188"/>
                  </a:lnTo>
                  <a:cubicBezTo>
                    <a:pt x="14712" y="6188"/>
                    <a:pt x="9180" y="140"/>
                    <a:pt x="8147" y="48"/>
                  </a:cubicBezTo>
                  <a:cubicBezTo>
                    <a:pt x="7813" y="13"/>
                    <a:pt x="6885" y="0"/>
                    <a:pt x="5781"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2"/>
            <p:cNvSpPr/>
            <p:nvPr/>
          </p:nvSpPr>
          <p:spPr>
            <a:xfrm>
              <a:off x="3692575" y="4191075"/>
              <a:ext cx="690025" cy="134525"/>
            </a:xfrm>
            <a:custGeom>
              <a:rect b="b" l="l" r="r" t="t"/>
              <a:pathLst>
                <a:path extrusionOk="0" h="5381" w="27601">
                  <a:moveTo>
                    <a:pt x="1" y="1"/>
                  </a:moveTo>
                  <a:cubicBezTo>
                    <a:pt x="92" y="62"/>
                    <a:pt x="183" y="92"/>
                    <a:pt x="274" y="92"/>
                  </a:cubicBezTo>
                  <a:lnTo>
                    <a:pt x="1065" y="335"/>
                  </a:lnTo>
                  <a:cubicBezTo>
                    <a:pt x="1764" y="517"/>
                    <a:pt x="2767" y="791"/>
                    <a:pt x="3983" y="1095"/>
                  </a:cubicBezTo>
                  <a:cubicBezTo>
                    <a:pt x="6475" y="1733"/>
                    <a:pt x="9879" y="2524"/>
                    <a:pt x="13679" y="3283"/>
                  </a:cubicBezTo>
                  <a:cubicBezTo>
                    <a:pt x="17509" y="4013"/>
                    <a:pt x="20974" y="4560"/>
                    <a:pt x="23497" y="4925"/>
                  </a:cubicBezTo>
                  <a:cubicBezTo>
                    <a:pt x="24773" y="5077"/>
                    <a:pt x="25776" y="5229"/>
                    <a:pt x="26476" y="5290"/>
                  </a:cubicBezTo>
                  <a:lnTo>
                    <a:pt x="27296" y="5381"/>
                  </a:lnTo>
                  <a:lnTo>
                    <a:pt x="27600" y="5381"/>
                  </a:lnTo>
                  <a:cubicBezTo>
                    <a:pt x="27479" y="5381"/>
                    <a:pt x="27387" y="5350"/>
                    <a:pt x="27296" y="5350"/>
                  </a:cubicBezTo>
                  <a:lnTo>
                    <a:pt x="26506" y="5229"/>
                  </a:lnTo>
                  <a:lnTo>
                    <a:pt x="23527" y="4803"/>
                  </a:lnTo>
                  <a:cubicBezTo>
                    <a:pt x="21004" y="4408"/>
                    <a:pt x="17539" y="3831"/>
                    <a:pt x="13740" y="3101"/>
                  </a:cubicBezTo>
                  <a:cubicBezTo>
                    <a:pt x="9910" y="2341"/>
                    <a:pt x="6506" y="1551"/>
                    <a:pt x="4013" y="973"/>
                  </a:cubicBezTo>
                  <a:lnTo>
                    <a:pt x="1095" y="244"/>
                  </a:lnTo>
                  <a:lnTo>
                    <a:pt x="305" y="62"/>
                  </a:lnTo>
                  <a:cubicBezTo>
                    <a:pt x="214" y="31"/>
                    <a:pt x="122" y="31"/>
                    <a:pt x="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52"/>
            <p:cNvSpPr/>
            <p:nvPr/>
          </p:nvSpPr>
          <p:spPr>
            <a:xfrm>
              <a:off x="3675100" y="3985900"/>
              <a:ext cx="13700" cy="205975"/>
            </a:xfrm>
            <a:custGeom>
              <a:rect b="b" l="l" r="r" t="t"/>
              <a:pathLst>
                <a:path extrusionOk="0" h="8239" w="548">
                  <a:moveTo>
                    <a:pt x="122" y="1"/>
                  </a:moveTo>
                  <a:cubicBezTo>
                    <a:pt x="62" y="396"/>
                    <a:pt x="31" y="791"/>
                    <a:pt x="31" y="1217"/>
                  </a:cubicBezTo>
                  <a:cubicBezTo>
                    <a:pt x="31" y="1946"/>
                    <a:pt x="1" y="3010"/>
                    <a:pt x="62" y="4135"/>
                  </a:cubicBezTo>
                  <a:cubicBezTo>
                    <a:pt x="122" y="5259"/>
                    <a:pt x="244" y="6293"/>
                    <a:pt x="335" y="7053"/>
                  </a:cubicBezTo>
                  <a:cubicBezTo>
                    <a:pt x="366" y="7448"/>
                    <a:pt x="457" y="7843"/>
                    <a:pt x="548" y="8238"/>
                  </a:cubicBezTo>
                  <a:cubicBezTo>
                    <a:pt x="548" y="7813"/>
                    <a:pt x="548" y="7417"/>
                    <a:pt x="487" y="7022"/>
                  </a:cubicBezTo>
                  <a:cubicBezTo>
                    <a:pt x="426" y="6293"/>
                    <a:pt x="335" y="5259"/>
                    <a:pt x="274" y="4135"/>
                  </a:cubicBezTo>
                  <a:cubicBezTo>
                    <a:pt x="214" y="2980"/>
                    <a:pt x="183" y="1977"/>
                    <a:pt x="183" y="1217"/>
                  </a:cubicBezTo>
                  <a:cubicBezTo>
                    <a:pt x="183" y="822"/>
                    <a:pt x="183" y="396"/>
                    <a:pt x="12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2"/>
            <p:cNvSpPr/>
            <p:nvPr/>
          </p:nvSpPr>
          <p:spPr>
            <a:xfrm>
              <a:off x="3736650" y="3988950"/>
              <a:ext cx="21300" cy="210525"/>
            </a:xfrm>
            <a:custGeom>
              <a:rect b="b" l="l" r="r" t="t"/>
              <a:pathLst>
                <a:path extrusionOk="0" h="8421" w="852">
                  <a:moveTo>
                    <a:pt x="335" y="1"/>
                  </a:moveTo>
                  <a:lnTo>
                    <a:pt x="335" y="1"/>
                  </a:lnTo>
                  <a:cubicBezTo>
                    <a:pt x="274" y="92"/>
                    <a:pt x="244" y="213"/>
                    <a:pt x="244" y="335"/>
                  </a:cubicBezTo>
                  <a:cubicBezTo>
                    <a:pt x="214" y="548"/>
                    <a:pt x="183" y="852"/>
                    <a:pt x="153" y="1247"/>
                  </a:cubicBezTo>
                  <a:cubicBezTo>
                    <a:pt x="1" y="3253"/>
                    <a:pt x="122" y="5259"/>
                    <a:pt x="518" y="7235"/>
                  </a:cubicBezTo>
                  <a:cubicBezTo>
                    <a:pt x="609" y="7599"/>
                    <a:pt x="670" y="7903"/>
                    <a:pt x="730" y="8116"/>
                  </a:cubicBezTo>
                  <a:cubicBezTo>
                    <a:pt x="761" y="8238"/>
                    <a:pt x="791" y="8329"/>
                    <a:pt x="852" y="8420"/>
                  </a:cubicBezTo>
                  <a:cubicBezTo>
                    <a:pt x="822" y="8025"/>
                    <a:pt x="730" y="7599"/>
                    <a:pt x="639" y="7204"/>
                  </a:cubicBezTo>
                  <a:cubicBezTo>
                    <a:pt x="518" y="6444"/>
                    <a:pt x="396" y="5411"/>
                    <a:pt x="335" y="4226"/>
                  </a:cubicBezTo>
                  <a:cubicBezTo>
                    <a:pt x="244" y="3070"/>
                    <a:pt x="274" y="2007"/>
                    <a:pt x="305" y="1247"/>
                  </a:cubicBezTo>
                  <a:cubicBezTo>
                    <a:pt x="335" y="821"/>
                    <a:pt x="335" y="426"/>
                    <a:pt x="3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2"/>
            <p:cNvSpPr/>
            <p:nvPr/>
          </p:nvSpPr>
          <p:spPr>
            <a:xfrm>
              <a:off x="3692575" y="4015900"/>
              <a:ext cx="29250" cy="27025"/>
            </a:xfrm>
            <a:custGeom>
              <a:rect b="b" l="l" r="r" t="t"/>
              <a:pathLst>
                <a:path extrusionOk="0" h="1081" w="1170">
                  <a:moveTo>
                    <a:pt x="586" y="1"/>
                  </a:moveTo>
                  <a:cubicBezTo>
                    <a:pt x="430" y="1"/>
                    <a:pt x="335" y="86"/>
                    <a:pt x="335" y="108"/>
                  </a:cubicBezTo>
                  <a:cubicBezTo>
                    <a:pt x="335" y="113"/>
                    <a:pt x="340" y="115"/>
                    <a:pt x="349" y="115"/>
                  </a:cubicBezTo>
                  <a:cubicBezTo>
                    <a:pt x="371" y="115"/>
                    <a:pt x="419" y="103"/>
                    <a:pt x="483" y="103"/>
                  </a:cubicBezTo>
                  <a:cubicBezTo>
                    <a:pt x="552" y="103"/>
                    <a:pt x="638" y="116"/>
                    <a:pt x="730" y="169"/>
                  </a:cubicBezTo>
                  <a:cubicBezTo>
                    <a:pt x="852" y="260"/>
                    <a:pt x="913" y="351"/>
                    <a:pt x="943" y="473"/>
                  </a:cubicBezTo>
                  <a:cubicBezTo>
                    <a:pt x="974" y="655"/>
                    <a:pt x="882" y="777"/>
                    <a:pt x="730" y="868"/>
                  </a:cubicBezTo>
                  <a:cubicBezTo>
                    <a:pt x="670" y="913"/>
                    <a:pt x="601" y="936"/>
                    <a:pt x="533" y="936"/>
                  </a:cubicBezTo>
                  <a:cubicBezTo>
                    <a:pt x="464" y="936"/>
                    <a:pt x="396" y="913"/>
                    <a:pt x="335" y="868"/>
                  </a:cubicBezTo>
                  <a:cubicBezTo>
                    <a:pt x="214" y="777"/>
                    <a:pt x="153" y="655"/>
                    <a:pt x="183" y="533"/>
                  </a:cubicBezTo>
                  <a:cubicBezTo>
                    <a:pt x="153" y="260"/>
                    <a:pt x="305" y="169"/>
                    <a:pt x="274" y="138"/>
                  </a:cubicBezTo>
                  <a:cubicBezTo>
                    <a:pt x="274" y="135"/>
                    <a:pt x="271" y="133"/>
                    <a:pt x="266" y="133"/>
                  </a:cubicBezTo>
                  <a:cubicBezTo>
                    <a:pt x="225" y="133"/>
                    <a:pt x="58" y="232"/>
                    <a:pt x="31" y="473"/>
                  </a:cubicBezTo>
                  <a:cubicBezTo>
                    <a:pt x="1" y="655"/>
                    <a:pt x="62" y="837"/>
                    <a:pt x="214" y="959"/>
                  </a:cubicBezTo>
                  <a:cubicBezTo>
                    <a:pt x="322" y="1042"/>
                    <a:pt x="444" y="1080"/>
                    <a:pt x="563" y="1080"/>
                  </a:cubicBezTo>
                  <a:cubicBezTo>
                    <a:pt x="878" y="1080"/>
                    <a:pt x="1170" y="817"/>
                    <a:pt x="1126" y="442"/>
                  </a:cubicBezTo>
                  <a:cubicBezTo>
                    <a:pt x="1065" y="260"/>
                    <a:pt x="943" y="138"/>
                    <a:pt x="791" y="47"/>
                  </a:cubicBezTo>
                  <a:cubicBezTo>
                    <a:pt x="715" y="13"/>
                    <a:pt x="646" y="1"/>
                    <a:pt x="58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52"/>
            <p:cNvSpPr/>
            <p:nvPr/>
          </p:nvSpPr>
          <p:spPr>
            <a:xfrm>
              <a:off x="3203225" y="4229075"/>
              <a:ext cx="610975" cy="73825"/>
            </a:xfrm>
            <a:custGeom>
              <a:rect b="b" l="l" r="r" t="t"/>
              <a:pathLst>
                <a:path extrusionOk="0" h="2953" w="24439">
                  <a:moveTo>
                    <a:pt x="23435" y="1"/>
                  </a:moveTo>
                  <a:cubicBezTo>
                    <a:pt x="22523" y="1"/>
                    <a:pt x="21611" y="61"/>
                    <a:pt x="20730" y="183"/>
                  </a:cubicBezTo>
                  <a:cubicBezTo>
                    <a:pt x="19392" y="396"/>
                    <a:pt x="18055" y="669"/>
                    <a:pt x="16748" y="1034"/>
                  </a:cubicBezTo>
                  <a:cubicBezTo>
                    <a:pt x="15289" y="1399"/>
                    <a:pt x="13678" y="1855"/>
                    <a:pt x="11976" y="2250"/>
                  </a:cubicBezTo>
                  <a:cubicBezTo>
                    <a:pt x="10365" y="2615"/>
                    <a:pt x="8724" y="2797"/>
                    <a:pt x="7082" y="2797"/>
                  </a:cubicBezTo>
                  <a:cubicBezTo>
                    <a:pt x="5745" y="2767"/>
                    <a:pt x="4407" y="2523"/>
                    <a:pt x="3131" y="2067"/>
                  </a:cubicBezTo>
                  <a:cubicBezTo>
                    <a:pt x="2280" y="1763"/>
                    <a:pt x="1489" y="1338"/>
                    <a:pt x="760" y="791"/>
                  </a:cubicBezTo>
                  <a:cubicBezTo>
                    <a:pt x="243" y="426"/>
                    <a:pt x="0" y="183"/>
                    <a:pt x="0" y="183"/>
                  </a:cubicBezTo>
                  <a:lnTo>
                    <a:pt x="0" y="183"/>
                  </a:lnTo>
                  <a:cubicBezTo>
                    <a:pt x="30" y="244"/>
                    <a:pt x="91" y="304"/>
                    <a:pt x="152" y="365"/>
                  </a:cubicBezTo>
                  <a:cubicBezTo>
                    <a:pt x="334" y="548"/>
                    <a:pt x="517" y="700"/>
                    <a:pt x="699" y="852"/>
                  </a:cubicBezTo>
                  <a:cubicBezTo>
                    <a:pt x="1429" y="1429"/>
                    <a:pt x="2249" y="1885"/>
                    <a:pt x="3100" y="2189"/>
                  </a:cubicBezTo>
                  <a:cubicBezTo>
                    <a:pt x="4377" y="2675"/>
                    <a:pt x="5714" y="2918"/>
                    <a:pt x="7082" y="2949"/>
                  </a:cubicBezTo>
                  <a:cubicBezTo>
                    <a:pt x="7200" y="2951"/>
                    <a:pt x="7318" y="2952"/>
                    <a:pt x="7436" y="2952"/>
                  </a:cubicBezTo>
                  <a:cubicBezTo>
                    <a:pt x="8963" y="2952"/>
                    <a:pt x="10511" y="2771"/>
                    <a:pt x="12006" y="2432"/>
                  </a:cubicBezTo>
                  <a:cubicBezTo>
                    <a:pt x="13739" y="2037"/>
                    <a:pt x="15350" y="1581"/>
                    <a:pt x="16809" y="1186"/>
                  </a:cubicBezTo>
                  <a:cubicBezTo>
                    <a:pt x="18085" y="821"/>
                    <a:pt x="19423" y="548"/>
                    <a:pt x="20730" y="304"/>
                  </a:cubicBezTo>
                  <a:cubicBezTo>
                    <a:pt x="21642" y="183"/>
                    <a:pt x="22523" y="92"/>
                    <a:pt x="23435" y="61"/>
                  </a:cubicBezTo>
                  <a:lnTo>
                    <a:pt x="24438" y="61"/>
                  </a:lnTo>
                  <a:cubicBezTo>
                    <a:pt x="24347" y="31"/>
                    <a:pt x="24256" y="31"/>
                    <a:pt x="24195" y="31"/>
                  </a:cubicBezTo>
                  <a:cubicBezTo>
                    <a:pt x="24013" y="1"/>
                    <a:pt x="23769" y="1"/>
                    <a:pt x="234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52"/>
            <p:cNvSpPr/>
            <p:nvPr/>
          </p:nvSpPr>
          <p:spPr>
            <a:xfrm>
              <a:off x="3768575" y="2391125"/>
              <a:ext cx="589700" cy="933350"/>
            </a:xfrm>
            <a:custGeom>
              <a:rect b="b" l="l" r="r" t="t"/>
              <a:pathLst>
                <a:path extrusionOk="0" h="37334" w="23588">
                  <a:moveTo>
                    <a:pt x="14950" y="0"/>
                  </a:moveTo>
                  <a:cubicBezTo>
                    <a:pt x="11400" y="0"/>
                    <a:pt x="7862" y="1149"/>
                    <a:pt x="4925" y="3426"/>
                  </a:cubicBezTo>
                  <a:lnTo>
                    <a:pt x="517" y="30630"/>
                  </a:lnTo>
                  <a:cubicBezTo>
                    <a:pt x="0" y="33761"/>
                    <a:pt x="2311" y="36740"/>
                    <a:pt x="5684" y="37257"/>
                  </a:cubicBezTo>
                  <a:cubicBezTo>
                    <a:pt x="6027" y="37309"/>
                    <a:pt x="6369" y="37334"/>
                    <a:pt x="6706" y="37334"/>
                  </a:cubicBezTo>
                  <a:cubicBezTo>
                    <a:pt x="9717" y="37334"/>
                    <a:pt x="12396" y="35324"/>
                    <a:pt x="12888" y="32454"/>
                  </a:cubicBezTo>
                  <a:cubicBezTo>
                    <a:pt x="13496" y="29111"/>
                    <a:pt x="14195" y="25615"/>
                    <a:pt x="14195" y="25615"/>
                  </a:cubicBezTo>
                  <a:cubicBezTo>
                    <a:pt x="14195" y="25615"/>
                    <a:pt x="14196" y="25615"/>
                    <a:pt x="14197" y="25615"/>
                  </a:cubicBezTo>
                  <a:cubicBezTo>
                    <a:pt x="14293" y="25615"/>
                    <a:pt x="18653" y="25585"/>
                    <a:pt x="20487" y="20205"/>
                  </a:cubicBezTo>
                  <a:cubicBezTo>
                    <a:pt x="22280" y="14977"/>
                    <a:pt x="23588" y="2454"/>
                    <a:pt x="23588" y="2454"/>
                  </a:cubicBezTo>
                  <a:cubicBezTo>
                    <a:pt x="20934" y="814"/>
                    <a:pt x="17938" y="0"/>
                    <a:pt x="1495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2"/>
            <p:cNvSpPr/>
            <p:nvPr/>
          </p:nvSpPr>
          <p:spPr>
            <a:xfrm>
              <a:off x="4238175" y="2667300"/>
              <a:ext cx="38800" cy="35400"/>
            </a:xfrm>
            <a:custGeom>
              <a:rect b="b" l="l" r="r" t="t"/>
              <a:pathLst>
                <a:path extrusionOk="0" h="1416" w="1552">
                  <a:moveTo>
                    <a:pt x="772" y="0"/>
                  </a:moveTo>
                  <a:cubicBezTo>
                    <a:pt x="422" y="0"/>
                    <a:pt x="117" y="258"/>
                    <a:pt x="62" y="617"/>
                  </a:cubicBezTo>
                  <a:cubicBezTo>
                    <a:pt x="1" y="1012"/>
                    <a:pt x="305" y="1376"/>
                    <a:pt x="700" y="1407"/>
                  </a:cubicBezTo>
                  <a:cubicBezTo>
                    <a:pt x="737" y="1413"/>
                    <a:pt x="774" y="1415"/>
                    <a:pt x="810" y="1415"/>
                  </a:cubicBezTo>
                  <a:cubicBezTo>
                    <a:pt x="1161" y="1415"/>
                    <a:pt x="1466" y="1157"/>
                    <a:pt x="1521" y="799"/>
                  </a:cubicBezTo>
                  <a:cubicBezTo>
                    <a:pt x="1551" y="404"/>
                    <a:pt x="1278" y="39"/>
                    <a:pt x="882" y="9"/>
                  </a:cubicBezTo>
                  <a:cubicBezTo>
                    <a:pt x="845" y="3"/>
                    <a:pt x="809" y="0"/>
                    <a:pt x="7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2"/>
            <p:cNvSpPr/>
            <p:nvPr/>
          </p:nvSpPr>
          <p:spPr>
            <a:xfrm>
              <a:off x="4236675" y="2646275"/>
              <a:ext cx="72975" cy="26075"/>
            </a:xfrm>
            <a:custGeom>
              <a:rect b="b" l="l" r="r" t="t"/>
              <a:pathLst>
                <a:path extrusionOk="0" h="1043" w="2919">
                  <a:moveTo>
                    <a:pt x="1257" y="0"/>
                  </a:moveTo>
                  <a:cubicBezTo>
                    <a:pt x="964" y="0"/>
                    <a:pt x="680" y="54"/>
                    <a:pt x="426" y="181"/>
                  </a:cubicBezTo>
                  <a:cubicBezTo>
                    <a:pt x="122" y="333"/>
                    <a:pt x="0" y="485"/>
                    <a:pt x="61" y="515"/>
                  </a:cubicBezTo>
                  <a:cubicBezTo>
                    <a:pt x="73" y="538"/>
                    <a:pt x="105" y="547"/>
                    <a:pt x="155" y="547"/>
                  </a:cubicBezTo>
                  <a:cubicBezTo>
                    <a:pt x="319" y="547"/>
                    <a:pt x="671" y="453"/>
                    <a:pt x="1103" y="453"/>
                  </a:cubicBezTo>
                  <a:cubicBezTo>
                    <a:pt x="1236" y="453"/>
                    <a:pt x="1376" y="462"/>
                    <a:pt x="1520" y="485"/>
                  </a:cubicBezTo>
                  <a:cubicBezTo>
                    <a:pt x="2247" y="597"/>
                    <a:pt x="2691" y="1043"/>
                    <a:pt x="2852" y="1043"/>
                  </a:cubicBezTo>
                  <a:cubicBezTo>
                    <a:pt x="2866" y="1043"/>
                    <a:pt x="2878" y="1039"/>
                    <a:pt x="2888" y="1032"/>
                  </a:cubicBezTo>
                  <a:cubicBezTo>
                    <a:pt x="2918" y="1002"/>
                    <a:pt x="2888" y="819"/>
                    <a:pt x="2705" y="606"/>
                  </a:cubicBezTo>
                  <a:cubicBezTo>
                    <a:pt x="2401" y="302"/>
                    <a:pt x="2037" y="90"/>
                    <a:pt x="1642" y="29"/>
                  </a:cubicBezTo>
                  <a:cubicBezTo>
                    <a:pt x="1513" y="11"/>
                    <a:pt x="1384" y="0"/>
                    <a:pt x="12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2"/>
            <p:cNvSpPr/>
            <p:nvPr/>
          </p:nvSpPr>
          <p:spPr>
            <a:xfrm>
              <a:off x="4039850" y="2636125"/>
              <a:ext cx="38025" cy="34650"/>
            </a:xfrm>
            <a:custGeom>
              <a:rect b="b" l="l" r="r" t="t"/>
              <a:pathLst>
                <a:path extrusionOk="0" h="1386" w="1521">
                  <a:moveTo>
                    <a:pt x="742" y="1"/>
                  </a:moveTo>
                  <a:cubicBezTo>
                    <a:pt x="391" y="1"/>
                    <a:pt x="86" y="259"/>
                    <a:pt x="31" y="617"/>
                  </a:cubicBezTo>
                  <a:cubicBezTo>
                    <a:pt x="1" y="1012"/>
                    <a:pt x="274" y="1347"/>
                    <a:pt x="669" y="1377"/>
                  </a:cubicBezTo>
                  <a:cubicBezTo>
                    <a:pt x="706" y="1383"/>
                    <a:pt x="743" y="1386"/>
                    <a:pt x="779" y="1386"/>
                  </a:cubicBezTo>
                  <a:cubicBezTo>
                    <a:pt x="1130" y="1386"/>
                    <a:pt x="1435" y="1127"/>
                    <a:pt x="1490" y="769"/>
                  </a:cubicBezTo>
                  <a:cubicBezTo>
                    <a:pt x="1520" y="374"/>
                    <a:pt x="1247" y="40"/>
                    <a:pt x="852" y="9"/>
                  </a:cubicBezTo>
                  <a:cubicBezTo>
                    <a:pt x="815" y="4"/>
                    <a:pt x="778" y="1"/>
                    <a:pt x="74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2"/>
            <p:cNvSpPr/>
            <p:nvPr/>
          </p:nvSpPr>
          <p:spPr>
            <a:xfrm>
              <a:off x="4033775" y="2617825"/>
              <a:ext cx="72975" cy="26275"/>
            </a:xfrm>
            <a:custGeom>
              <a:rect b="b" l="l" r="r" t="t"/>
              <a:pathLst>
                <a:path extrusionOk="0" h="1051" w="2919">
                  <a:moveTo>
                    <a:pt x="1238" y="0"/>
                  </a:moveTo>
                  <a:cubicBezTo>
                    <a:pt x="956" y="0"/>
                    <a:pt x="669" y="68"/>
                    <a:pt x="396" y="194"/>
                  </a:cubicBezTo>
                  <a:cubicBezTo>
                    <a:pt x="122" y="316"/>
                    <a:pt x="1" y="468"/>
                    <a:pt x="31" y="529"/>
                  </a:cubicBezTo>
                  <a:cubicBezTo>
                    <a:pt x="40" y="542"/>
                    <a:pt x="62" y="548"/>
                    <a:pt x="94" y="548"/>
                  </a:cubicBezTo>
                  <a:cubicBezTo>
                    <a:pt x="242" y="548"/>
                    <a:pt x="617" y="436"/>
                    <a:pt x="1094" y="436"/>
                  </a:cubicBezTo>
                  <a:cubicBezTo>
                    <a:pt x="1229" y="436"/>
                    <a:pt x="1372" y="445"/>
                    <a:pt x="1520" y="468"/>
                  </a:cubicBezTo>
                  <a:cubicBezTo>
                    <a:pt x="2236" y="611"/>
                    <a:pt x="2709" y="1051"/>
                    <a:pt x="2838" y="1051"/>
                  </a:cubicBezTo>
                  <a:cubicBezTo>
                    <a:pt x="2846" y="1051"/>
                    <a:pt x="2852" y="1049"/>
                    <a:pt x="2858" y="1045"/>
                  </a:cubicBezTo>
                  <a:cubicBezTo>
                    <a:pt x="2919" y="1015"/>
                    <a:pt x="2858" y="802"/>
                    <a:pt x="2675" y="589"/>
                  </a:cubicBezTo>
                  <a:cubicBezTo>
                    <a:pt x="2402" y="285"/>
                    <a:pt x="2007" y="103"/>
                    <a:pt x="1612" y="42"/>
                  </a:cubicBezTo>
                  <a:cubicBezTo>
                    <a:pt x="1489" y="14"/>
                    <a:pt x="1364" y="0"/>
                    <a:pt x="123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2"/>
            <p:cNvSpPr/>
            <p:nvPr/>
          </p:nvSpPr>
          <p:spPr>
            <a:xfrm>
              <a:off x="4150050" y="2636350"/>
              <a:ext cx="53200" cy="169475"/>
            </a:xfrm>
            <a:custGeom>
              <a:rect b="b" l="l" r="r" t="t"/>
              <a:pathLst>
                <a:path extrusionOk="0" h="6779" w="2128">
                  <a:moveTo>
                    <a:pt x="790" y="0"/>
                  </a:moveTo>
                  <a:lnTo>
                    <a:pt x="790" y="0"/>
                  </a:lnTo>
                  <a:cubicBezTo>
                    <a:pt x="699" y="31"/>
                    <a:pt x="973" y="1915"/>
                    <a:pt x="1429" y="4195"/>
                  </a:cubicBezTo>
                  <a:cubicBezTo>
                    <a:pt x="1520" y="4742"/>
                    <a:pt x="1641" y="5289"/>
                    <a:pt x="1733" y="5806"/>
                  </a:cubicBezTo>
                  <a:cubicBezTo>
                    <a:pt x="1793" y="5988"/>
                    <a:pt x="1824" y="6201"/>
                    <a:pt x="1763" y="6414"/>
                  </a:cubicBezTo>
                  <a:cubicBezTo>
                    <a:pt x="1702" y="6535"/>
                    <a:pt x="1520" y="6535"/>
                    <a:pt x="1307" y="6535"/>
                  </a:cubicBezTo>
                  <a:cubicBezTo>
                    <a:pt x="1094" y="6505"/>
                    <a:pt x="874" y="6490"/>
                    <a:pt x="654" y="6490"/>
                  </a:cubicBezTo>
                  <a:cubicBezTo>
                    <a:pt x="433" y="6490"/>
                    <a:pt x="213" y="6505"/>
                    <a:pt x="0" y="6535"/>
                  </a:cubicBezTo>
                  <a:cubicBezTo>
                    <a:pt x="426" y="6657"/>
                    <a:pt x="851" y="6748"/>
                    <a:pt x="1277" y="6779"/>
                  </a:cubicBezTo>
                  <a:lnTo>
                    <a:pt x="1641" y="6779"/>
                  </a:lnTo>
                  <a:cubicBezTo>
                    <a:pt x="1793" y="6748"/>
                    <a:pt x="1915" y="6657"/>
                    <a:pt x="2006" y="6535"/>
                  </a:cubicBezTo>
                  <a:cubicBezTo>
                    <a:pt x="2097" y="6292"/>
                    <a:pt x="2128" y="5988"/>
                    <a:pt x="2037" y="5745"/>
                  </a:cubicBezTo>
                  <a:cubicBezTo>
                    <a:pt x="1945" y="5228"/>
                    <a:pt x="1854" y="4681"/>
                    <a:pt x="1763" y="4134"/>
                  </a:cubicBezTo>
                  <a:cubicBezTo>
                    <a:pt x="1307" y="1824"/>
                    <a:pt x="882" y="0"/>
                    <a:pt x="79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52"/>
            <p:cNvSpPr/>
            <p:nvPr/>
          </p:nvSpPr>
          <p:spPr>
            <a:xfrm>
              <a:off x="3944100" y="2947900"/>
              <a:ext cx="179375" cy="116300"/>
            </a:xfrm>
            <a:custGeom>
              <a:rect b="b" l="l" r="r" t="t"/>
              <a:pathLst>
                <a:path extrusionOk="0" h="4652" w="7175">
                  <a:moveTo>
                    <a:pt x="1" y="1"/>
                  </a:moveTo>
                  <a:cubicBezTo>
                    <a:pt x="1" y="1"/>
                    <a:pt x="1126" y="4195"/>
                    <a:pt x="6840" y="4651"/>
                  </a:cubicBezTo>
                  <a:lnTo>
                    <a:pt x="7174" y="3344"/>
                  </a:lnTo>
                  <a:cubicBezTo>
                    <a:pt x="4499" y="2919"/>
                    <a:pt x="2037" y="1764"/>
                    <a:pt x="1"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2"/>
            <p:cNvSpPr/>
            <p:nvPr/>
          </p:nvSpPr>
          <p:spPr>
            <a:xfrm>
              <a:off x="4071775" y="2826200"/>
              <a:ext cx="63850" cy="42225"/>
            </a:xfrm>
            <a:custGeom>
              <a:rect b="b" l="l" r="r" t="t"/>
              <a:pathLst>
                <a:path extrusionOk="0" h="1689" w="2554">
                  <a:moveTo>
                    <a:pt x="1228" y="1"/>
                  </a:moveTo>
                  <a:cubicBezTo>
                    <a:pt x="906" y="1"/>
                    <a:pt x="611" y="121"/>
                    <a:pt x="365" y="340"/>
                  </a:cubicBezTo>
                  <a:cubicBezTo>
                    <a:pt x="92" y="552"/>
                    <a:pt x="0" y="917"/>
                    <a:pt x="152" y="1252"/>
                  </a:cubicBezTo>
                  <a:cubicBezTo>
                    <a:pt x="311" y="1516"/>
                    <a:pt x="631" y="1689"/>
                    <a:pt x="952" y="1689"/>
                  </a:cubicBezTo>
                  <a:cubicBezTo>
                    <a:pt x="1000" y="1689"/>
                    <a:pt x="1047" y="1685"/>
                    <a:pt x="1095" y="1677"/>
                  </a:cubicBezTo>
                  <a:cubicBezTo>
                    <a:pt x="1490" y="1616"/>
                    <a:pt x="1854" y="1464"/>
                    <a:pt x="2189" y="1252"/>
                  </a:cubicBezTo>
                  <a:cubicBezTo>
                    <a:pt x="2310" y="1221"/>
                    <a:pt x="2402" y="1130"/>
                    <a:pt x="2462" y="1069"/>
                  </a:cubicBezTo>
                  <a:cubicBezTo>
                    <a:pt x="2523" y="978"/>
                    <a:pt x="2554" y="887"/>
                    <a:pt x="2523" y="765"/>
                  </a:cubicBezTo>
                  <a:lnTo>
                    <a:pt x="2493" y="765"/>
                  </a:lnTo>
                  <a:cubicBezTo>
                    <a:pt x="2250" y="340"/>
                    <a:pt x="1824" y="36"/>
                    <a:pt x="1338" y="5"/>
                  </a:cubicBezTo>
                  <a:cubicBezTo>
                    <a:pt x="1301" y="2"/>
                    <a:pt x="1264" y="1"/>
                    <a:pt x="122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52"/>
            <p:cNvSpPr/>
            <p:nvPr/>
          </p:nvSpPr>
          <p:spPr>
            <a:xfrm>
              <a:off x="4084700" y="2802775"/>
              <a:ext cx="59275" cy="64800"/>
            </a:xfrm>
            <a:custGeom>
              <a:rect b="b" l="l" r="r" t="t"/>
              <a:pathLst>
                <a:path extrusionOk="0" h="2592" w="2371">
                  <a:moveTo>
                    <a:pt x="243" y="0"/>
                  </a:moveTo>
                  <a:cubicBezTo>
                    <a:pt x="182" y="0"/>
                    <a:pt x="61" y="182"/>
                    <a:pt x="30" y="578"/>
                  </a:cubicBezTo>
                  <a:cubicBezTo>
                    <a:pt x="0" y="1033"/>
                    <a:pt x="182" y="1520"/>
                    <a:pt x="486" y="1854"/>
                  </a:cubicBezTo>
                  <a:cubicBezTo>
                    <a:pt x="821" y="2249"/>
                    <a:pt x="1277" y="2492"/>
                    <a:pt x="1763" y="2584"/>
                  </a:cubicBezTo>
                  <a:cubicBezTo>
                    <a:pt x="1830" y="2589"/>
                    <a:pt x="1893" y="2592"/>
                    <a:pt x="1951" y="2592"/>
                  </a:cubicBezTo>
                  <a:cubicBezTo>
                    <a:pt x="2209" y="2592"/>
                    <a:pt x="2371" y="2542"/>
                    <a:pt x="2371" y="2492"/>
                  </a:cubicBezTo>
                  <a:cubicBezTo>
                    <a:pt x="2371" y="2371"/>
                    <a:pt x="1459" y="2310"/>
                    <a:pt x="851" y="1581"/>
                  </a:cubicBezTo>
                  <a:cubicBezTo>
                    <a:pt x="243" y="881"/>
                    <a:pt x="365" y="0"/>
                    <a:pt x="2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52"/>
            <p:cNvSpPr/>
            <p:nvPr/>
          </p:nvSpPr>
          <p:spPr>
            <a:xfrm>
              <a:off x="3986675" y="2302575"/>
              <a:ext cx="390600" cy="323450"/>
            </a:xfrm>
            <a:custGeom>
              <a:rect b="b" l="l" r="r" t="t"/>
              <a:pathLst>
                <a:path extrusionOk="0" h="12938" w="15624">
                  <a:moveTo>
                    <a:pt x="5404" y="1"/>
                  </a:moveTo>
                  <a:cubicBezTo>
                    <a:pt x="4833" y="1"/>
                    <a:pt x="4266" y="48"/>
                    <a:pt x="3708" y="160"/>
                  </a:cubicBezTo>
                  <a:cubicBezTo>
                    <a:pt x="2037" y="464"/>
                    <a:pt x="486" y="1436"/>
                    <a:pt x="0" y="2835"/>
                  </a:cubicBezTo>
                  <a:lnTo>
                    <a:pt x="0" y="2956"/>
                  </a:lnTo>
                  <a:cubicBezTo>
                    <a:pt x="1489" y="6269"/>
                    <a:pt x="6353" y="10281"/>
                    <a:pt x="10122" y="11710"/>
                  </a:cubicBezTo>
                  <a:cubicBezTo>
                    <a:pt x="9757" y="11041"/>
                    <a:pt x="7660" y="9096"/>
                    <a:pt x="7325" y="8427"/>
                  </a:cubicBezTo>
                  <a:lnTo>
                    <a:pt x="7325" y="8427"/>
                  </a:lnTo>
                  <a:cubicBezTo>
                    <a:pt x="8845" y="10069"/>
                    <a:pt x="11034" y="12318"/>
                    <a:pt x="13344" y="12865"/>
                  </a:cubicBezTo>
                  <a:cubicBezTo>
                    <a:pt x="13478" y="12915"/>
                    <a:pt x="13630" y="12938"/>
                    <a:pt x="13785" y="12938"/>
                  </a:cubicBezTo>
                  <a:cubicBezTo>
                    <a:pt x="13912" y="12938"/>
                    <a:pt x="14041" y="12923"/>
                    <a:pt x="14164" y="12895"/>
                  </a:cubicBezTo>
                  <a:cubicBezTo>
                    <a:pt x="14468" y="12713"/>
                    <a:pt x="14681" y="12440"/>
                    <a:pt x="14742" y="12075"/>
                  </a:cubicBezTo>
                  <a:cubicBezTo>
                    <a:pt x="15167" y="10433"/>
                    <a:pt x="15441" y="8701"/>
                    <a:pt x="15532" y="6968"/>
                  </a:cubicBezTo>
                  <a:cubicBezTo>
                    <a:pt x="15623" y="5540"/>
                    <a:pt x="15137" y="4081"/>
                    <a:pt x="14195" y="2987"/>
                  </a:cubicBezTo>
                  <a:cubicBezTo>
                    <a:pt x="12918" y="1528"/>
                    <a:pt x="10821" y="859"/>
                    <a:pt x="8815" y="433"/>
                  </a:cubicBezTo>
                  <a:cubicBezTo>
                    <a:pt x="7700" y="190"/>
                    <a:pt x="6545" y="1"/>
                    <a:pt x="54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2"/>
            <p:cNvSpPr/>
            <p:nvPr/>
          </p:nvSpPr>
          <p:spPr>
            <a:xfrm>
              <a:off x="3761725" y="2309850"/>
              <a:ext cx="281950" cy="574250"/>
            </a:xfrm>
            <a:custGeom>
              <a:rect b="b" l="l" r="r" t="t"/>
              <a:pathLst>
                <a:path extrusionOk="0" h="22970" w="11278">
                  <a:moveTo>
                    <a:pt x="8298" y="1"/>
                  </a:moveTo>
                  <a:cubicBezTo>
                    <a:pt x="1262" y="1"/>
                    <a:pt x="507" y="8676"/>
                    <a:pt x="183" y="11267"/>
                  </a:cubicBezTo>
                  <a:cubicBezTo>
                    <a:pt x="62" y="12544"/>
                    <a:pt x="1" y="13820"/>
                    <a:pt x="31" y="15127"/>
                  </a:cubicBezTo>
                  <a:cubicBezTo>
                    <a:pt x="62" y="18349"/>
                    <a:pt x="2493" y="22969"/>
                    <a:pt x="2493" y="22969"/>
                  </a:cubicBezTo>
                  <a:cubicBezTo>
                    <a:pt x="5989" y="20538"/>
                    <a:pt x="5958" y="13699"/>
                    <a:pt x="5958" y="13699"/>
                  </a:cubicBezTo>
                  <a:cubicBezTo>
                    <a:pt x="11004" y="10021"/>
                    <a:pt x="10244" y="3182"/>
                    <a:pt x="10244" y="3182"/>
                  </a:cubicBezTo>
                  <a:lnTo>
                    <a:pt x="11278" y="446"/>
                  </a:lnTo>
                  <a:cubicBezTo>
                    <a:pt x="10176" y="139"/>
                    <a:pt x="9187" y="1"/>
                    <a:pt x="829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52"/>
            <p:cNvSpPr/>
            <p:nvPr/>
          </p:nvSpPr>
          <p:spPr>
            <a:xfrm>
              <a:off x="3821000" y="2634225"/>
              <a:ext cx="95025" cy="139525"/>
            </a:xfrm>
            <a:custGeom>
              <a:rect b="b" l="l" r="r" t="t"/>
              <a:pathLst>
                <a:path extrusionOk="0" h="5581" w="3801">
                  <a:moveTo>
                    <a:pt x="2540" y="1"/>
                  </a:moveTo>
                  <a:cubicBezTo>
                    <a:pt x="2351" y="1"/>
                    <a:pt x="2162" y="18"/>
                    <a:pt x="1976" y="55"/>
                  </a:cubicBezTo>
                  <a:cubicBezTo>
                    <a:pt x="1338" y="146"/>
                    <a:pt x="791" y="511"/>
                    <a:pt x="457" y="1028"/>
                  </a:cubicBezTo>
                  <a:cubicBezTo>
                    <a:pt x="122" y="1544"/>
                    <a:pt x="1" y="2183"/>
                    <a:pt x="122" y="2821"/>
                  </a:cubicBezTo>
                  <a:cubicBezTo>
                    <a:pt x="244" y="3429"/>
                    <a:pt x="487" y="4006"/>
                    <a:pt x="882" y="4493"/>
                  </a:cubicBezTo>
                  <a:cubicBezTo>
                    <a:pt x="1125" y="4857"/>
                    <a:pt x="1429" y="5192"/>
                    <a:pt x="1824" y="5405"/>
                  </a:cubicBezTo>
                  <a:cubicBezTo>
                    <a:pt x="2036" y="5519"/>
                    <a:pt x="2274" y="5580"/>
                    <a:pt x="2510" y="5580"/>
                  </a:cubicBezTo>
                  <a:cubicBezTo>
                    <a:pt x="2714" y="5580"/>
                    <a:pt x="2918" y="5534"/>
                    <a:pt x="3101" y="5435"/>
                  </a:cubicBezTo>
                  <a:lnTo>
                    <a:pt x="3800" y="237"/>
                  </a:lnTo>
                  <a:cubicBezTo>
                    <a:pt x="3399" y="90"/>
                    <a:pt x="2969" y="1"/>
                    <a:pt x="2540"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2"/>
            <p:cNvSpPr/>
            <p:nvPr/>
          </p:nvSpPr>
          <p:spPr>
            <a:xfrm>
              <a:off x="3853675" y="2655225"/>
              <a:ext cx="50175" cy="79850"/>
            </a:xfrm>
            <a:custGeom>
              <a:rect b="b" l="l" r="r" t="t"/>
              <a:pathLst>
                <a:path extrusionOk="0" h="3194" w="2007">
                  <a:moveTo>
                    <a:pt x="1238" y="1"/>
                  </a:moveTo>
                  <a:cubicBezTo>
                    <a:pt x="943" y="1"/>
                    <a:pt x="675" y="121"/>
                    <a:pt x="457" y="340"/>
                  </a:cubicBezTo>
                  <a:cubicBezTo>
                    <a:pt x="214" y="613"/>
                    <a:pt x="62" y="948"/>
                    <a:pt x="31" y="1343"/>
                  </a:cubicBezTo>
                  <a:cubicBezTo>
                    <a:pt x="1" y="1707"/>
                    <a:pt x="31" y="2042"/>
                    <a:pt x="153" y="2376"/>
                  </a:cubicBezTo>
                  <a:cubicBezTo>
                    <a:pt x="244" y="2680"/>
                    <a:pt x="457" y="2954"/>
                    <a:pt x="730" y="3106"/>
                  </a:cubicBezTo>
                  <a:cubicBezTo>
                    <a:pt x="866" y="3170"/>
                    <a:pt x="990" y="3194"/>
                    <a:pt x="1097" y="3194"/>
                  </a:cubicBezTo>
                  <a:cubicBezTo>
                    <a:pt x="1396" y="3194"/>
                    <a:pt x="1565" y="3006"/>
                    <a:pt x="1521" y="2984"/>
                  </a:cubicBezTo>
                  <a:cubicBezTo>
                    <a:pt x="1490" y="2923"/>
                    <a:pt x="1186" y="3014"/>
                    <a:pt x="882" y="2802"/>
                  </a:cubicBezTo>
                  <a:cubicBezTo>
                    <a:pt x="578" y="2619"/>
                    <a:pt x="457" y="2011"/>
                    <a:pt x="487" y="1373"/>
                  </a:cubicBezTo>
                  <a:cubicBezTo>
                    <a:pt x="487" y="856"/>
                    <a:pt x="821" y="431"/>
                    <a:pt x="1338" y="340"/>
                  </a:cubicBezTo>
                  <a:cubicBezTo>
                    <a:pt x="1362" y="338"/>
                    <a:pt x="1386" y="337"/>
                    <a:pt x="1409" y="337"/>
                  </a:cubicBezTo>
                  <a:cubicBezTo>
                    <a:pt x="1727" y="337"/>
                    <a:pt x="1889" y="522"/>
                    <a:pt x="1946" y="522"/>
                  </a:cubicBezTo>
                  <a:cubicBezTo>
                    <a:pt x="2007" y="522"/>
                    <a:pt x="1916" y="96"/>
                    <a:pt x="1338" y="5"/>
                  </a:cubicBezTo>
                  <a:cubicBezTo>
                    <a:pt x="1304" y="2"/>
                    <a:pt x="1271" y="1"/>
                    <a:pt x="1238"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2"/>
            <p:cNvSpPr/>
            <p:nvPr/>
          </p:nvSpPr>
          <p:spPr>
            <a:xfrm>
              <a:off x="3654600" y="2770100"/>
              <a:ext cx="237100" cy="801700"/>
            </a:xfrm>
            <a:custGeom>
              <a:rect b="b" l="l" r="r" t="t"/>
              <a:pathLst>
                <a:path extrusionOk="0" h="32068" w="9484">
                  <a:moveTo>
                    <a:pt x="9453" y="0"/>
                  </a:moveTo>
                  <a:lnTo>
                    <a:pt x="1915" y="12675"/>
                  </a:lnTo>
                  <a:cubicBezTo>
                    <a:pt x="1216" y="19149"/>
                    <a:pt x="578" y="25593"/>
                    <a:pt x="0" y="32067"/>
                  </a:cubicBezTo>
                  <a:cubicBezTo>
                    <a:pt x="426" y="31064"/>
                    <a:pt x="882" y="30031"/>
                    <a:pt x="1307" y="29028"/>
                  </a:cubicBezTo>
                  <a:cubicBezTo>
                    <a:pt x="1459" y="29909"/>
                    <a:pt x="1611" y="30791"/>
                    <a:pt x="1763" y="31672"/>
                  </a:cubicBezTo>
                  <a:cubicBezTo>
                    <a:pt x="2904" y="31778"/>
                    <a:pt x="4068" y="32023"/>
                    <a:pt x="5235" y="32023"/>
                  </a:cubicBezTo>
                  <a:cubicBezTo>
                    <a:pt x="5405" y="32023"/>
                    <a:pt x="5575" y="32018"/>
                    <a:pt x="5745" y="32007"/>
                  </a:cubicBezTo>
                  <a:cubicBezTo>
                    <a:pt x="7082" y="31946"/>
                    <a:pt x="8480" y="31338"/>
                    <a:pt x="9088" y="30152"/>
                  </a:cubicBezTo>
                  <a:cubicBezTo>
                    <a:pt x="9484" y="29362"/>
                    <a:pt x="9484" y="28450"/>
                    <a:pt x="9453" y="27569"/>
                  </a:cubicBezTo>
                  <a:cubicBezTo>
                    <a:pt x="9180" y="18359"/>
                    <a:pt x="7933" y="9088"/>
                    <a:pt x="945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6" name="Google Shape;926;p52"/>
          <p:cNvSpPr txBox="1"/>
          <p:nvPr>
            <p:ph idx="1" type="subTitle"/>
          </p:nvPr>
        </p:nvSpPr>
        <p:spPr>
          <a:xfrm>
            <a:off x="7554696" y="2044150"/>
            <a:ext cx="1463400" cy="61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Working with hardware and manufacturing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Ensuring the production of the device gets off the ground.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
        <p:nvSpPr>
          <p:cNvPr id="927" name="Google Shape;927;p52"/>
          <p:cNvSpPr txBox="1"/>
          <p:nvPr>
            <p:ph idx="2" type="subTitle"/>
          </p:nvPr>
        </p:nvSpPr>
        <p:spPr>
          <a:xfrm>
            <a:off x="7554696" y="1832232"/>
            <a:ext cx="14634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Matthew Luong</a:t>
            </a:r>
            <a:endParaRPr sz="1300"/>
          </a:p>
        </p:txBody>
      </p:sp>
      <p:pic>
        <p:nvPicPr>
          <p:cNvPr id="928" name="Google Shape;928;p52"/>
          <p:cNvPicPr preferRelativeResize="0"/>
          <p:nvPr/>
        </p:nvPicPr>
        <p:blipFill>
          <a:blip r:embed="rId3">
            <a:alphaModFix/>
          </a:blip>
          <a:stretch>
            <a:fillRect/>
          </a:stretch>
        </p:blipFill>
        <p:spPr>
          <a:xfrm>
            <a:off x="66925" y="1522225"/>
            <a:ext cx="1351800" cy="1351800"/>
          </a:xfrm>
          <a:prstGeom prst="rect">
            <a:avLst/>
          </a:prstGeom>
          <a:noFill/>
          <a:ln>
            <a:noFill/>
          </a:ln>
        </p:spPr>
      </p:pic>
      <p:pic>
        <p:nvPicPr>
          <p:cNvPr id="929" name="Google Shape;929;p52"/>
          <p:cNvPicPr preferRelativeResize="0"/>
          <p:nvPr/>
        </p:nvPicPr>
        <p:blipFill>
          <a:blip r:embed="rId4">
            <a:alphaModFix/>
          </a:blip>
          <a:stretch>
            <a:fillRect/>
          </a:stretch>
        </p:blipFill>
        <p:spPr>
          <a:xfrm>
            <a:off x="3049875" y="1472320"/>
            <a:ext cx="1272900" cy="1430301"/>
          </a:xfrm>
          <a:prstGeom prst="rect">
            <a:avLst/>
          </a:prstGeom>
          <a:noFill/>
          <a:ln>
            <a:noFill/>
          </a:ln>
        </p:spPr>
      </p:pic>
      <p:pic>
        <p:nvPicPr>
          <p:cNvPr id="930" name="Google Shape;930;p52"/>
          <p:cNvPicPr preferRelativeResize="0"/>
          <p:nvPr/>
        </p:nvPicPr>
        <p:blipFill rotWithShape="1">
          <a:blip r:embed="rId5">
            <a:alphaModFix/>
          </a:blip>
          <a:srcRect b="15354" l="0" r="0" t="0"/>
          <a:stretch/>
        </p:blipFill>
        <p:spPr>
          <a:xfrm>
            <a:off x="6158550" y="1352250"/>
            <a:ext cx="1351800" cy="1521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Future Goals</a:t>
            </a:r>
            <a:endParaRPr>
              <a:solidFill>
                <a:schemeClr val="lt1"/>
              </a:solidFill>
            </a:endParaRPr>
          </a:p>
        </p:txBody>
      </p:sp>
      <p:sp>
        <p:nvSpPr>
          <p:cNvPr id="936" name="Google Shape;936;p53"/>
          <p:cNvSpPr txBox="1"/>
          <p:nvPr>
            <p:ph type="title"/>
          </p:nvPr>
        </p:nvSpPr>
        <p:spPr>
          <a:xfrm>
            <a:off x="464100" y="597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Goals</a:t>
            </a:r>
            <a:endParaRPr/>
          </a:p>
        </p:txBody>
      </p:sp>
      <p:pic>
        <p:nvPicPr>
          <p:cNvPr id="937" name="Google Shape;937;p53"/>
          <p:cNvPicPr preferRelativeResize="0"/>
          <p:nvPr/>
        </p:nvPicPr>
        <p:blipFill rotWithShape="1">
          <a:blip r:embed="rId3">
            <a:alphaModFix/>
          </a:blip>
          <a:srcRect b="45693" l="0" r="0" t="0"/>
          <a:stretch/>
        </p:blipFill>
        <p:spPr>
          <a:xfrm>
            <a:off x="88550" y="1341100"/>
            <a:ext cx="8966900" cy="1492887"/>
          </a:xfrm>
          <a:prstGeom prst="rect">
            <a:avLst/>
          </a:prstGeom>
          <a:noFill/>
          <a:ln>
            <a:noFill/>
          </a:ln>
        </p:spPr>
      </p:pic>
      <p:pic>
        <p:nvPicPr>
          <p:cNvPr id="938" name="Google Shape;938;p53"/>
          <p:cNvPicPr preferRelativeResize="0"/>
          <p:nvPr/>
        </p:nvPicPr>
        <p:blipFill>
          <a:blip r:embed="rId4">
            <a:alphaModFix/>
          </a:blip>
          <a:stretch>
            <a:fillRect/>
          </a:stretch>
        </p:blipFill>
        <p:spPr>
          <a:xfrm>
            <a:off x="88550" y="2959964"/>
            <a:ext cx="8966899" cy="21835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54"/>
          <p:cNvSpPr txBox="1"/>
          <p:nvPr>
            <p:ph type="title"/>
          </p:nvPr>
        </p:nvSpPr>
        <p:spPr>
          <a:xfrm>
            <a:off x="723900" y="695063"/>
            <a:ext cx="4314300" cy="99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pic>
        <p:nvPicPr>
          <p:cNvPr id="944" name="Google Shape;944;p54"/>
          <p:cNvPicPr preferRelativeResize="0"/>
          <p:nvPr/>
        </p:nvPicPr>
        <p:blipFill>
          <a:blip r:embed="rId3">
            <a:alphaModFix/>
          </a:blip>
          <a:stretch>
            <a:fillRect/>
          </a:stretch>
        </p:blipFill>
        <p:spPr>
          <a:xfrm>
            <a:off x="518750" y="2204413"/>
            <a:ext cx="2857500" cy="2771775"/>
          </a:xfrm>
          <a:prstGeom prst="rect">
            <a:avLst/>
          </a:prstGeom>
          <a:noFill/>
          <a:ln>
            <a:noFill/>
          </a:ln>
        </p:spPr>
      </p:pic>
      <p:sp>
        <p:nvSpPr>
          <p:cNvPr id="945" name="Google Shape;945;p54"/>
          <p:cNvSpPr/>
          <p:nvPr/>
        </p:nvSpPr>
        <p:spPr>
          <a:xfrm>
            <a:off x="4717375" y="3917425"/>
            <a:ext cx="3760500" cy="822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Retato Slideshow by Slidesgo">
  <a:themeElements>
    <a:clrScheme name="Simple Light">
      <a:dk1>
        <a:srgbClr val="263238"/>
      </a:dk1>
      <a:lt1>
        <a:srgbClr val="FFFFFF"/>
      </a:lt1>
      <a:dk2>
        <a:srgbClr val="263238"/>
      </a:dk2>
      <a:lt2>
        <a:srgbClr val="EEEEEE"/>
      </a:lt2>
      <a:accent1>
        <a:srgbClr val="F5F5F5"/>
      </a:accent1>
      <a:accent2>
        <a:srgbClr val="407BFF"/>
      </a:accent2>
      <a:accent3>
        <a:srgbClr val="305DBF"/>
      </a:accent3>
      <a:accent4>
        <a:srgbClr val="455A64"/>
      </a:accent4>
      <a:accent5>
        <a:srgbClr val="E0E0E0"/>
      </a:accent5>
      <a:accent6>
        <a:srgbClr val="305DBF"/>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